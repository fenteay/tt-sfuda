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6"/>
  </p:notesMasterIdLst>
  <p:sldIdLst>
    <p:sldId id="256" r:id="rId2"/>
    <p:sldId id="258" r:id="rId3"/>
    <p:sldId id="308" r:id="rId4"/>
    <p:sldId id="260" r:id="rId5"/>
    <p:sldId id="306" r:id="rId6"/>
    <p:sldId id="307" r:id="rId7"/>
    <p:sldId id="261" r:id="rId8"/>
    <p:sldId id="263" r:id="rId9"/>
    <p:sldId id="312" r:id="rId10"/>
    <p:sldId id="311" r:id="rId11"/>
    <p:sldId id="310" r:id="rId12"/>
    <p:sldId id="313" r:id="rId13"/>
    <p:sldId id="314" r:id="rId14"/>
    <p:sldId id="315" r:id="rId15"/>
    <p:sldId id="316" r:id="rId16"/>
    <p:sldId id="317" r:id="rId17"/>
    <p:sldId id="318" r:id="rId18"/>
    <p:sldId id="319" r:id="rId19"/>
    <p:sldId id="320" r:id="rId20"/>
    <p:sldId id="321" r:id="rId21"/>
    <p:sldId id="322" r:id="rId22"/>
    <p:sldId id="323" r:id="rId23"/>
    <p:sldId id="324" r:id="rId24"/>
    <p:sldId id="266" r:id="rId25"/>
  </p:sldIdLst>
  <p:sldSz cx="9144000" cy="5143500" type="screen16x9"/>
  <p:notesSz cx="6858000" cy="9144000"/>
  <p:embeddedFontLst>
    <p:embeddedFont>
      <p:font typeface="Barlow Semi Condensed" panose="00000506000000000000" pitchFamily="2" charset="0"/>
      <p:regular r:id="rId27"/>
      <p:bold r:id="rId28"/>
      <p:italic r:id="rId29"/>
      <p:boldItalic r:id="rId30"/>
    </p:embeddedFont>
    <p:embeddedFont>
      <p:font typeface="Barlow Semi Condensed Medium" panose="00000606000000000000" pitchFamily="2" charset="0"/>
      <p:regular r:id="rId31"/>
      <p:bold r:id="rId32"/>
      <p:italic r:id="rId33"/>
      <p:boldItalic r:id="rId34"/>
    </p:embeddedFont>
    <p:embeddedFont>
      <p:font typeface="Fjalla One" panose="02000506040000020004" pitchFamily="2" charset="0"/>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2787792-F1E5-4970-8641-73D22FD35365}">
  <a:tblStyle styleId="{E2787792-F1E5-4970-8641-73D22FD3536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458" autoAdjust="0"/>
  </p:normalViewPr>
  <p:slideViewPr>
    <p:cSldViewPr snapToGrid="0">
      <p:cViewPr varScale="1">
        <p:scale>
          <a:sx n="121" d="100"/>
          <a:sy n="121" d="100"/>
        </p:scale>
        <p:origin x="13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ggory Fenteay" userId="0341865c17ff8ef3" providerId="LiveId" clId="{6D11981F-076D-4616-B6D4-061272232FC4}"/>
    <pc:docChg chg="undo redo custSel addSld delSld modSld sldOrd delMainMaster">
      <pc:chgData name="Diggory Fenteay" userId="0341865c17ff8ef3" providerId="LiveId" clId="{6D11981F-076D-4616-B6D4-061272232FC4}" dt="2026-04-08T17:36:03.440" v="11483" actId="20577"/>
      <pc:docMkLst>
        <pc:docMk/>
      </pc:docMkLst>
      <pc:sldChg chg="addSp delSp modSp mod modTransition modNotes">
        <pc:chgData name="Diggory Fenteay" userId="0341865c17ff8ef3" providerId="LiveId" clId="{6D11981F-076D-4616-B6D4-061272232FC4}" dt="2026-04-08T17:35:33.712" v="11482"/>
        <pc:sldMkLst>
          <pc:docMk/>
          <pc:sldMk cId="0" sldId="256"/>
        </pc:sldMkLst>
        <pc:spChg chg="mod">
          <ac:chgData name="Diggory Fenteay" userId="0341865c17ff8ef3" providerId="LiveId" clId="{6D11981F-076D-4616-B6D4-061272232FC4}" dt="2026-04-08T17:34:42.179" v="11481" actId="1035"/>
          <ac:spMkLst>
            <pc:docMk/>
            <pc:sldMk cId="0" sldId="256"/>
            <ac:spMk id="1884" creationId="{00000000-0000-0000-0000-000000000000}"/>
          </ac:spMkLst>
        </pc:spChg>
        <pc:spChg chg="mod">
          <ac:chgData name="Diggory Fenteay" userId="0341865c17ff8ef3" providerId="LiveId" clId="{6D11981F-076D-4616-B6D4-061272232FC4}" dt="2026-04-08T17:34:42.179" v="11481" actId="1035"/>
          <ac:spMkLst>
            <pc:docMk/>
            <pc:sldMk cId="0" sldId="256"/>
            <ac:spMk id="1885" creationId="{00000000-0000-0000-0000-000000000000}"/>
          </ac:spMkLst>
        </pc:spChg>
        <pc:grpChg chg="mod">
          <ac:chgData name="Diggory Fenteay" userId="0341865c17ff8ef3" providerId="LiveId" clId="{6D11981F-076D-4616-B6D4-061272232FC4}" dt="2026-03-23T08:49:04.491" v="20" actId="1076"/>
          <ac:grpSpMkLst>
            <pc:docMk/>
            <pc:sldMk cId="0" sldId="256"/>
            <ac:grpSpMk id="1690" creationId="{00000000-0000-0000-0000-000000000000}"/>
          </ac:grpSpMkLst>
        </pc:grpChg>
      </pc:sldChg>
      <pc:sldChg chg="del">
        <pc:chgData name="Diggory Fenteay" userId="0341865c17ff8ef3" providerId="LiveId" clId="{6D11981F-076D-4616-B6D4-061272232FC4}" dt="2026-03-23T08:50:57.921" v="82" actId="2696"/>
        <pc:sldMkLst>
          <pc:docMk/>
          <pc:sldMk cId="0" sldId="257"/>
        </pc:sldMkLst>
      </pc:sldChg>
      <pc:sldChg chg="addSp delSp modSp mod modTransition modNotes">
        <pc:chgData name="Diggory Fenteay" userId="0341865c17ff8ef3" providerId="LiveId" clId="{6D11981F-076D-4616-B6D4-061272232FC4}" dt="2026-04-08T17:35:33.712" v="11482"/>
        <pc:sldMkLst>
          <pc:docMk/>
          <pc:sldMk cId="0" sldId="258"/>
        </pc:sldMkLst>
        <pc:spChg chg="mod">
          <ac:chgData name="Diggory Fenteay" userId="0341865c17ff8ef3" providerId="LiveId" clId="{6D11981F-076D-4616-B6D4-061272232FC4}" dt="2026-04-08T12:39:07.095" v="3986" actId="1076"/>
          <ac:spMkLst>
            <pc:docMk/>
            <pc:sldMk cId="0" sldId="258"/>
            <ac:spMk id="2140" creationId="{00000000-0000-0000-0000-000000000000}"/>
          </ac:spMkLst>
        </pc:spChg>
        <pc:spChg chg="mod">
          <ac:chgData name="Diggory Fenteay" userId="0341865c17ff8ef3" providerId="LiveId" clId="{6D11981F-076D-4616-B6D4-061272232FC4}" dt="2026-04-08T12:39:10.442" v="3987" actId="1076"/>
          <ac:spMkLst>
            <pc:docMk/>
            <pc:sldMk cId="0" sldId="258"/>
            <ac:spMk id="2141" creationId="{00000000-0000-0000-0000-000000000000}"/>
          </ac:spMkLst>
        </pc:spChg>
        <pc:spChg chg="mod">
          <ac:chgData name="Diggory Fenteay" userId="0341865c17ff8ef3" providerId="LiveId" clId="{6D11981F-076D-4616-B6D4-061272232FC4}" dt="2026-04-08T17:03:31.402" v="11264" actId="20577"/>
          <ac:spMkLst>
            <pc:docMk/>
            <pc:sldMk cId="0" sldId="258"/>
            <ac:spMk id="2143" creationId="{00000000-0000-0000-0000-000000000000}"/>
          </ac:spMkLst>
        </pc:spChg>
        <pc:spChg chg="mod">
          <ac:chgData name="Diggory Fenteay" userId="0341865c17ff8ef3" providerId="LiveId" clId="{6D11981F-076D-4616-B6D4-061272232FC4}" dt="2026-04-08T17:18:22.581" v="11309" actId="20577"/>
          <ac:spMkLst>
            <pc:docMk/>
            <pc:sldMk cId="0" sldId="258"/>
            <ac:spMk id="2145" creationId="{00000000-0000-0000-0000-000000000000}"/>
          </ac:spMkLst>
        </pc:spChg>
      </pc:sldChg>
      <pc:sldChg chg="addSp delSp modSp del mod modTransition modNotes">
        <pc:chgData name="Diggory Fenteay" userId="0341865c17ff8ef3" providerId="LiveId" clId="{6D11981F-076D-4616-B6D4-061272232FC4}" dt="2026-03-25T09:39:44.341" v="664" actId="2696"/>
        <pc:sldMkLst>
          <pc:docMk/>
          <pc:sldMk cId="0" sldId="259"/>
        </pc:sldMkLst>
      </pc:sldChg>
      <pc:sldChg chg="addSp delSp modSp mod modTransition modNotes">
        <pc:chgData name="Diggory Fenteay" userId="0341865c17ff8ef3" providerId="LiveId" clId="{6D11981F-076D-4616-B6D4-061272232FC4}" dt="2026-04-08T17:35:33.712" v="11482"/>
        <pc:sldMkLst>
          <pc:docMk/>
          <pc:sldMk cId="0" sldId="260"/>
        </pc:sldMkLst>
        <pc:spChg chg="add mod">
          <ac:chgData name="Diggory Fenteay" userId="0341865c17ff8ef3" providerId="LiveId" clId="{6D11981F-076D-4616-B6D4-061272232FC4}" dt="2026-04-08T11:14:20.881" v="962" actId="14100"/>
          <ac:spMkLst>
            <pc:docMk/>
            <pc:sldMk cId="0" sldId="260"/>
            <ac:spMk id="2155" creationId="{00000000-0000-0000-0000-000000000000}"/>
          </ac:spMkLst>
        </pc:spChg>
        <pc:spChg chg="mod">
          <ac:chgData name="Diggory Fenteay" userId="0341865c17ff8ef3" providerId="LiveId" clId="{6D11981F-076D-4616-B6D4-061272232FC4}" dt="2026-04-08T11:03:46.912" v="869" actId="20577"/>
          <ac:spMkLst>
            <pc:docMk/>
            <pc:sldMk cId="0" sldId="260"/>
            <ac:spMk id="2178" creationId="{00000000-0000-0000-0000-000000000000}"/>
          </ac:spMkLst>
        </pc:spChg>
        <pc:grpChg chg="mod">
          <ac:chgData name="Diggory Fenteay" userId="0341865c17ff8ef3" providerId="LiveId" clId="{6D11981F-076D-4616-B6D4-061272232FC4}" dt="2026-03-24T04:24:16.437" v="356" actId="1076"/>
          <ac:grpSpMkLst>
            <pc:docMk/>
            <pc:sldMk cId="0" sldId="260"/>
            <ac:grpSpMk id="2166" creationId="{00000000-0000-0000-0000-000000000000}"/>
          </ac:grpSpMkLst>
        </pc:grpChg>
      </pc:sldChg>
      <pc:sldChg chg="addSp delSp modSp mod modTransition modNotes modNotesTx">
        <pc:chgData name="Diggory Fenteay" userId="0341865c17ff8ef3" providerId="LiveId" clId="{6D11981F-076D-4616-B6D4-061272232FC4}" dt="2026-04-08T17:35:33.712" v="11482"/>
        <pc:sldMkLst>
          <pc:docMk/>
          <pc:sldMk cId="0" sldId="261"/>
        </pc:sldMkLst>
        <pc:spChg chg="add del mod">
          <ac:chgData name="Diggory Fenteay" userId="0341865c17ff8ef3" providerId="LiveId" clId="{6D11981F-076D-4616-B6D4-061272232FC4}" dt="2026-04-08T11:19:26.781" v="984" actId="478"/>
          <ac:spMkLst>
            <pc:docMk/>
            <pc:sldMk cId="0" sldId="261"/>
            <ac:spMk id="3" creationId="{E76810AF-284D-199C-2652-B59F18F16CC6}"/>
          </ac:spMkLst>
        </pc:spChg>
        <pc:spChg chg="add del mod">
          <ac:chgData name="Diggory Fenteay" userId="0341865c17ff8ef3" providerId="LiveId" clId="{6D11981F-076D-4616-B6D4-061272232FC4}" dt="2026-04-08T11:19:26.781" v="984" actId="478"/>
          <ac:spMkLst>
            <pc:docMk/>
            <pc:sldMk cId="0" sldId="261"/>
            <ac:spMk id="5" creationId="{BCCACDD7-21F7-6A90-A722-8FB64AF173E6}"/>
          </ac:spMkLst>
        </pc:spChg>
        <pc:spChg chg="add del mod">
          <ac:chgData name="Diggory Fenteay" userId="0341865c17ff8ef3" providerId="LiveId" clId="{6D11981F-076D-4616-B6D4-061272232FC4}" dt="2026-04-08T11:19:26.781" v="984" actId="478"/>
          <ac:spMkLst>
            <pc:docMk/>
            <pc:sldMk cId="0" sldId="261"/>
            <ac:spMk id="7" creationId="{5AC636D5-CC29-A0D5-C42B-6FCBEF62B88A}"/>
          </ac:spMkLst>
        </pc:spChg>
        <pc:spChg chg="del mod">
          <ac:chgData name="Diggory Fenteay" userId="0341865c17ff8ef3" providerId="LiveId" clId="{6D11981F-076D-4616-B6D4-061272232FC4}" dt="2026-04-08T11:19:22.881" v="983" actId="478"/>
          <ac:spMkLst>
            <pc:docMk/>
            <pc:sldMk cId="0" sldId="261"/>
            <ac:spMk id="2195" creationId="{00000000-0000-0000-0000-000000000000}"/>
          </ac:spMkLst>
        </pc:spChg>
        <pc:spChg chg="del mod">
          <ac:chgData name="Diggory Fenteay" userId="0341865c17ff8ef3" providerId="LiveId" clId="{6D11981F-076D-4616-B6D4-061272232FC4}" dt="2026-04-08T11:19:22.881" v="983" actId="478"/>
          <ac:spMkLst>
            <pc:docMk/>
            <pc:sldMk cId="0" sldId="261"/>
            <ac:spMk id="2196" creationId="{00000000-0000-0000-0000-000000000000}"/>
          </ac:spMkLst>
        </pc:spChg>
        <pc:spChg chg="del mod">
          <ac:chgData name="Diggory Fenteay" userId="0341865c17ff8ef3" providerId="LiveId" clId="{6D11981F-076D-4616-B6D4-061272232FC4}" dt="2026-04-08T11:19:22.881" v="983" actId="478"/>
          <ac:spMkLst>
            <pc:docMk/>
            <pc:sldMk cId="0" sldId="261"/>
            <ac:spMk id="2197" creationId="{00000000-0000-0000-0000-000000000000}"/>
          </ac:spMkLst>
        </pc:spChg>
        <pc:grpChg chg="del mod">
          <ac:chgData name="Diggory Fenteay" userId="0341865c17ff8ef3" providerId="LiveId" clId="{6D11981F-076D-4616-B6D4-061272232FC4}" dt="2026-04-08T11:19:22.881" v="983" actId="478"/>
          <ac:grpSpMkLst>
            <pc:docMk/>
            <pc:sldMk cId="0" sldId="261"/>
            <ac:grpSpMk id="2206" creationId="{00000000-0000-0000-0000-000000000000}"/>
          </ac:grpSpMkLst>
        </pc:grpChg>
        <pc:grpChg chg="del mod">
          <ac:chgData name="Diggory Fenteay" userId="0341865c17ff8ef3" providerId="LiveId" clId="{6D11981F-076D-4616-B6D4-061272232FC4}" dt="2026-04-08T11:19:22.881" v="983" actId="478"/>
          <ac:grpSpMkLst>
            <pc:docMk/>
            <pc:sldMk cId="0" sldId="261"/>
            <ac:grpSpMk id="2212" creationId="{00000000-0000-0000-0000-000000000000}"/>
          </ac:grpSpMkLst>
        </pc:grpChg>
        <pc:graphicFrameChg chg="add mod modGraphic">
          <ac:chgData name="Diggory Fenteay" userId="0341865c17ff8ef3" providerId="LiveId" clId="{6D11981F-076D-4616-B6D4-061272232FC4}" dt="2026-04-08T11:19:35.407" v="987" actId="14100"/>
          <ac:graphicFrameMkLst>
            <pc:docMk/>
            <pc:sldMk cId="0" sldId="261"/>
            <ac:graphicFrameMk id="8" creationId="{83CF49D2-3304-FDDD-D2C2-F77882370F3B}"/>
          </ac:graphicFrameMkLst>
        </pc:graphicFrameChg>
        <pc:graphicFrameChg chg="add mod modGraphic">
          <ac:chgData name="Diggory Fenteay" userId="0341865c17ff8ef3" providerId="LiveId" clId="{6D11981F-076D-4616-B6D4-061272232FC4}" dt="2026-04-08T12:31:36.699" v="3882" actId="1076"/>
          <ac:graphicFrameMkLst>
            <pc:docMk/>
            <pc:sldMk cId="0" sldId="261"/>
            <ac:graphicFrameMk id="9" creationId="{B3207B7F-A2AC-5DB8-3709-5994218E40C4}"/>
          </ac:graphicFrameMkLst>
        </pc:graphicFrameChg>
      </pc:sldChg>
      <pc:sldChg chg="del modNotes">
        <pc:chgData name="Diggory Fenteay" userId="0341865c17ff8ef3" providerId="LiveId" clId="{6D11981F-076D-4616-B6D4-061272232FC4}" dt="2026-03-24T06:46:29.469" v="420" actId="2696"/>
        <pc:sldMkLst>
          <pc:docMk/>
          <pc:sldMk cId="0" sldId="262"/>
        </pc:sldMkLst>
      </pc:sldChg>
      <pc:sldChg chg="addSp delSp modSp mod modTransition modNotes modNotesTx">
        <pc:chgData name="Diggory Fenteay" userId="0341865c17ff8ef3" providerId="LiveId" clId="{6D11981F-076D-4616-B6D4-061272232FC4}" dt="2026-04-08T17:35:33.712" v="11482"/>
        <pc:sldMkLst>
          <pc:docMk/>
          <pc:sldMk cId="0" sldId="263"/>
        </pc:sldMkLst>
        <pc:spChg chg="add mod">
          <ac:chgData name="Diggory Fenteay" userId="0341865c17ff8ef3" providerId="LiveId" clId="{6D11981F-076D-4616-B6D4-061272232FC4}" dt="2026-04-08T13:07:54.337" v="4386" actId="20577"/>
          <ac:spMkLst>
            <pc:docMk/>
            <pc:sldMk cId="0" sldId="263"/>
            <ac:spMk id="2" creationId="{10751A91-D1A5-1779-8811-BC3F78A53BB2}"/>
          </ac:spMkLst>
        </pc:spChg>
        <pc:spChg chg="add">
          <ac:chgData name="Diggory Fenteay" userId="0341865c17ff8ef3" providerId="LiveId" clId="{6D11981F-076D-4616-B6D4-061272232FC4}" dt="2026-04-08T12:36:52.084" v="3891"/>
          <ac:spMkLst>
            <pc:docMk/>
            <pc:sldMk cId="0" sldId="263"/>
            <ac:spMk id="3" creationId="{C3D5BABA-4E1A-92AB-22E1-A72C5F193C8D}"/>
          </ac:spMkLst>
        </pc:spChg>
        <pc:spChg chg="add">
          <ac:chgData name="Diggory Fenteay" userId="0341865c17ff8ef3" providerId="LiveId" clId="{6D11981F-076D-4616-B6D4-061272232FC4}" dt="2026-04-08T12:40:21.935" v="3993"/>
          <ac:spMkLst>
            <pc:docMk/>
            <pc:sldMk cId="0" sldId="263"/>
            <ac:spMk id="4" creationId="{CEE6353F-FC87-603B-884A-91823B7EB96E}"/>
          </ac:spMkLst>
        </pc:spChg>
        <pc:spChg chg="add mod">
          <ac:chgData name="Diggory Fenteay" userId="0341865c17ff8ef3" providerId="LiveId" clId="{6D11981F-076D-4616-B6D4-061272232FC4}" dt="2026-04-08T13:54:09.224" v="5728" actId="2711"/>
          <ac:spMkLst>
            <pc:docMk/>
            <pc:sldMk cId="0" sldId="263"/>
            <ac:spMk id="5" creationId="{22AA5BEC-2B61-FC95-96BB-B6F76ABADA0C}"/>
          </ac:spMkLst>
        </pc:spChg>
        <pc:spChg chg="add del mod">
          <ac:chgData name="Diggory Fenteay" userId="0341865c17ff8ef3" providerId="LiveId" clId="{6D11981F-076D-4616-B6D4-061272232FC4}" dt="2026-04-08T12:36:49.697" v="3890" actId="478"/>
          <ac:spMkLst>
            <pc:docMk/>
            <pc:sldMk cId="0" sldId="263"/>
            <ac:spMk id="6" creationId="{54A14339-F4D7-69BC-67C1-A62A65EC79B2}"/>
          </ac:spMkLst>
        </pc:spChg>
        <pc:spChg chg="del mod">
          <ac:chgData name="Diggory Fenteay" userId="0341865c17ff8ef3" providerId="LiveId" clId="{6D11981F-076D-4616-B6D4-061272232FC4}" dt="2026-04-08T12:36:49.697" v="3890" actId="478"/>
          <ac:spMkLst>
            <pc:docMk/>
            <pc:sldMk cId="0" sldId="263"/>
            <ac:spMk id="2241" creationId="{00000000-0000-0000-0000-000000000000}"/>
          </ac:spMkLst>
        </pc:spChg>
        <pc:spChg chg="add">
          <ac:chgData name="Diggory Fenteay" userId="0341865c17ff8ef3" providerId="LiveId" clId="{6D11981F-076D-4616-B6D4-061272232FC4}" dt="2026-04-08T13:11:56.376" v="4541"/>
          <ac:spMkLst>
            <pc:docMk/>
            <pc:sldMk cId="0" sldId="263"/>
            <ac:spMk id="2242" creationId="{C221AC06-7623-C99F-1196-93063292FB60}"/>
          </ac:spMkLst>
        </pc:spChg>
        <pc:spChg chg="add mod">
          <ac:chgData name="Diggory Fenteay" userId="0341865c17ff8ef3" providerId="LiveId" clId="{6D11981F-076D-4616-B6D4-061272232FC4}" dt="2026-04-08T13:54:09.224" v="5728" actId="2711"/>
          <ac:spMkLst>
            <pc:docMk/>
            <pc:sldMk cId="0" sldId="263"/>
            <ac:spMk id="2245" creationId="{E703A53C-F2BA-EDC0-DDAF-8EB369084288}"/>
          </ac:spMkLst>
        </pc:spChg>
        <pc:spChg chg="add mod">
          <ac:chgData name="Diggory Fenteay" userId="0341865c17ff8ef3" providerId="LiveId" clId="{6D11981F-076D-4616-B6D4-061272232FC4}" dt="2026-04-08T13:54:09.224" v="5728" actId="2711"/>
          <ac:spMkLst>
            <pc:docMk/>
            <pc:sldMk cId="0" sldId="263"/>
            <ac:spMk id="2250" creationId="{973A4B1B-E156-5EA4-5783-D499AF23D68D}"/>
          </ac:spMkLst>
        </pc:spChg>
        <pc:spChg chg="add mod">
          <ac:chgData name="Diggory Fenteay" userId="0341865c17ff8ef3" providerId="LiveId" clId="{6D11981F-076D-4616-B6D4-061272232FC4}" dt="2026-04-08T13:54:09.224" v="5728" actId="2711"/>
          <ac:spMkLst>
            <pc:docMk/>
            <pc:sldMk cId="0" sldId="263"/>
            <ac:spMk id="2251" creationId="{EC428410-1AC9-D1F2-E651-8C58C867B45E}"/>
          </ac:spMkLst>
        </pc:spChg>
        <pc:spChg chg="add">
          <ac:chgData name="Diggory Fenteay" userId="0341865c17ff8ef3" providerId="LiveId" clId="{6D11981F-076D-4616-B6D4-061272232FC4}" dt="2026-04-08T13:24:02.917" v="4934"/>
          <ac:spMkLst>
            <pc:docMk/>
            <pc:sldMk cId="0" sldId="263"/>
            <ac:spMk id="2252" creationId="{AE53FA6A-FB37-967C-1CA7-1101DB32568E}"/>
          </ac:spMkLst>
        </pc:spChg>
        <pc:grpChg chg="del mod">
          <ac:chgData name="Diggory Fenteay" userId="0341865c17ff8ef3" providerId="LiveId" clId="{6D11981F-076D-4616-B6D4-061272232FC4}" dt="2026-04-08T12:36:49.697" v="3890" actId="478"/>
          <ac:grpSpMkLst>
            <pc:docMk/>
            <pc:sldMk cId="0" sldId="263"/>
            <ac:grpSpMk id="7" creationId="{FC9DFDC5-F39B-E816-6C6E-5D887366C3E8}"/>
          </ac:grpSpMkLst>
        </pc:grpChg>
        <pc:picChg chg="add del mod">
          <ac:chgData name="Diggory Fenteay" userId="0341865c17ff8ef3" providerId="LiveId" clId="{6D11981F-076D-4616-B6D4-061272232FC4}" dt="2026-04-08T12:59:14.393" v="4363" actId="478"/>
          <ac:picMkLst>
            <pc:docMk/>
            <pc:sldMk cId="0" sldId="263"/>
            <ac:picMk id="2054" creationId="{7FEC2972-85AD-7918-78D0-880FFBBAFC52}"/>
          </ac:picMkLst>
        </pc:picChg>
        <pc:picChg chg="add mod modCrop">
          <ac:chgData name="Diggory Fenteay" userId="0341865c17ff8ef3" providerId="LiveId" clId="{6D11981F-076D-4616-B6D4-061272232FC4}" dt="2026-04-08T13:20:36.092" v="4846" actId="1076"/>
          <ac:picMkLst>
            <pc:docMk/>
            <pc:sldMk cId="0" sldId="263"/>
            <ac:picMk id="2244" creationId="{FF9649FE-0F86-D60A-67A0-3102D32F494D}"/>
          </ac:picMkLst>
        </pc:picChg>
        <pc:picChg chg="add mod">
          <ac:chgData name="Diggory Fenteay" userId="0341865c17ff8ef3" providerId="LiveId" clId="{6D11981F-076D-4616-B6D4-061272232FC4}" dt="2026-04-08T13:20:19.582" v="4843" actId="1076"/>
          <ac:picMkLst>
            <pc:docMk/>
            <pc:sldMk cId="0" sldId="263"/>
            <ac:picMk id="2247" creationId="{DE918BB3-8B11-87C1-E6A7-A6F78FF35C4D}"/>
          </ac:picMkLst>
        </pc:picChg>
        <pc:picChg chg="add mod">
          <ac:chgData name="Diggory Fenteay" userId="0341865c17ff8ef3" providerId="LiveId" clId="{6D11981F-076D-4616-B6D4-061272232FC4}" dt="2026-04-08T13:20:32.597" v="4845" actId="1076"/>
          <ac:picMkLst>
            <pc:docMk/>
            <pc:sldMk cId="0" sldId="263"/>
            <ac:picMk id="2249" creationId="{4B22B1DE-0031-E812-943F-82313B43C818}"/>
          </ac:picMkLst>
        </pc:picChg>
        <pc:picChg chg="add mod">
          <ac:chgData name="Diggory Fenteay" userId="0341865c17ff8ef3" providerId="LiveId" clId="{6D11981F-076D-4616-B6D4-061272232FC4}" dt="2026-04-08T13:25:13.393" v="5086" actId="1076"/>
          <ac:picMkLst>
            <pc:docMk/>
            <pc:sldMk cId="0" sldId="263"/>
            <ac:picMk id="2254" creationId="{7777E5CB-3D78-48FB-FDA0-6DCE3D6AC561}"/>
          </ac:picMkLst>
        </pc:picChg>
      </pc:sldChg>
      <pc:sldChg chg="addSp delSp modSp del mod modTransition modAnim modNotes">
        <pc:chgData name="Diggory Fenteay" userId="0341865c17ff8ef3" providerId="LiveId" clId="{6D11981F-076D-4616-B6D4-061272232FC4}" dt="2026-04-08T17:26:19.213" v="11433" actId="47"/>
        <pc:sldMkLst>
          <pc:docMk/>
          <pc:sldMk cId="0" sldId="264"/>
        </pc:sldMkLst>
      </pc:sldChg>
      <pc:sldChg chg="addSp delSp modSp del mod modTransition modNotes">
        <pc:chgData name="Diggory Fenteay" userId="0341865c17ff8ef3" providerId="LiveId" clId="{6D11981F-076D-4616-B6D4-061272232FC4}" dt="2026-04-08T17:26:19.213" v="11433" actId="47"/>
        <pc:sldMkLst>
          <pc:docMk/>
          <pc:sldMk cId="0" sldId="265"/>
        </pc:sldMkLst>
      </pc:sldChg>
      <pc:sldChg chg="modSp mod modTransition modNotes">
        <pc:chgData name="Diggory Fenteay" userId="0341865c17ff8ef3" providerId="LiveId" clId="{6D11981F-076D-4616-B6D4-061272232FC4}" dt="2026-04-08T17:35:33.712" v="11482"/>
        <pc:sldMkLst>
          <pc:docMk/>
          <pc:sldMk cId="0" sldId="266"/>
        </pc:sldMkLst>
        <pc:spChg chg="mod">
          <ac:chgData name="Diggory Fenteay" userId="0341865c17ff8ef3" providerId="LiveId" clId="{6D11981F-076D-4616-B6D4-061272232FC4}" dt="2026-03-25T09:44:35.138" v="728" actId="20577"/>
          <ac:spMkLst>
            <pc:docMk/>
            <pc:sldMk cId="0" sldId="266"/>
            <ac:spMk id="2336" creationId="{00000000-0000-0000-0000-000000000000}"/>
          </ac:spMkLst>
        </pc:spChg>
      </pc:sldChg>
      <pc:sldChg chg="del modTransition modNotes">
        <pc:chgData name="Diggory Fenteay" userId="0341865c17ff8ef3" providerId="LiveId" clId="{6D11981F-076D-4616-B6D4-061272232FC4}" dt="2026-03-25T09:45:10.598" v="729" actId="47"/>
        <pc:sldMkLst>
          <pc:docMk/>
          <pc:sldMk cId="0" sldId="267"/>
        </pc:sldMkLst>
      </pc:sldChg>
      <pc:sldChg chg="del modTransition modNotes">
        <pc:chgData name="Diggory Fenteay" userId="0341865c17ff8ef3" providerId="LiveId" clId="{6D11981F-076D-4616-B6D4-061272232FC4}" dt="2026-03-25T09:45:10.598" v="729" actId="47"/>
        <pc:sldMkLst>
          <pc:docMk/>
          <pc:sldMk cId="0" sldId="268"/>
        </pc:sldMkLst>
      </pc:sldChg>
      <pc:sldChg chg="del modTransition modNotes">
        <pc:chgData name="Diggory Fenteay" userId="0341865c17ff8ef3" providerId="LiveId" clId="{6D11981F-076D-4616-B6D4-061272232FC4}" dt="2026-03-25T09:45:10.598" v="729" actId="47"/>
        <pc:sldMkLst>
          <pc:docMk/>
          <pc:sldMk cId="0" sldId="269"/>
        </pc:sldMkLst>
      </pc:sldChg>
      <pc:sldChg chg="del modTransition modNotes">
        <pc:chgData name="Diggory Fenteay" userId="0341865c17ff8ef3" providerId="LiveId" clId="{6D11981F-076D-4616-B6D4-061272232FC4}" dt="2026-03-25T09:45:10.598" v="729" actId="47"/>
        <pc:sldMkLst>
          <pc:docMk/>
          <pc:sldMk cId="0" sldId="270"/>
        </pc:sldMkLst>
      </pc:sldChg>
      <pc:sldChg chg="del modTransition modNotes">
        <pc:chgData name="Diggory Fenteay" userId="0341865c17ff8ef3" providerId="LiveId" clId="{6D11981F-076D-4616-B6D4-061272232FC4}" dt="2026-03-25T09:45:10.598" v="729" actId="47"/>
        <pc:sldMkLst>
          <pc:docMk/>
          <pc:sldMk cId="0" sldId="271"/>
        </pc:sldMkLst>
      </pc:sldChg>
      <pc:sldChg chg="del modTransition modNotes">
        <pc:chgData name="Diggory Fenteay" userId="0341865c17ff8ef3" providerId="LiveId" clId="{6D11981F-076D-4616-B6D4-061272232FC4}" dt="2026-03-25T09:45:10.598" v="729" actId="47"/>
        <pc:sldMkLst>
          <pc:docMk/>
          <pc:sldMk cId="0" sldId="272"/>
        </pc:sldMkLst>
      </pc:sldChg>
      <pc:sldChg chg="del modTransition modNotes">
        <pc:chgData name="Diggory Fenteay" userId="0341865c17ff8ef3" providerId="LiveId" clId="{6D11981F-076D-4616-B6D4-061272232FC4}" dt="2026-03-25T09:45:10.598" v="729" actId="47"/>
        <pc:sldMkLst>
          <pc:docMk/>
          <pc:sldMk cId="0" sldId="273"/>
        </pc:sldMkLst>
      </pc:sldChg>
      <pc:sldChg chg="del modTransition modNotes">
        <pc:chgData name="Diggory Fenteay" userId="0341865c17ff8ef3" providerId="LiveId" clId="{6D11981F-076D-4616-B6D4-061272232FC4}" dt="2026-03-25T09:45:10.598" v="729" actId="47"/>
        <pc:sldMkLst>
          <pc:docMk/>
          <pc:sldMk cId="0" sldId="274"/>
        </pc:sldMkLst>
      </pc:sldChg>
      <pc:sldChg chg="del modTransition modNotes">
        <pc:chgData name="Diggory Fenteay" userId="0341865c17ff8ef3" providerId="LiveId" clId="{6D11981F-076D-4616-B6D4-061272232FC4}" dt="2026-03-25T09:45:10.598" v="729" actId="47"/>
        <pc:sldMkLst>
          <pc:docMk/>
          <pc:sldMk cId="0" sldId="275"/>
        </pc:sldMkLst>
      </pc:sldChg>
      <pc:sldChg chg="del modTransition modNotes">
        <pc:chgData name="Diggory Fenteay" userId="0341865c17ff8ef3" providerId="LiveId" clId="{6D11981F-076D-4616-B6D4-061272232FC4}" dt="2026-03-25T09:45:10.598" v="729" actId="47"/>
        <pc:sldMkLst>
          <pc:docMk/>
          <pc:sldMk cId="0" sldId="276"/>
        </pc:sldMkLst>
      </pc:sldChg>
      <pc:sldChg chg="del modTransition modNotes">
        <pc:chgData name="Diggory Fenteay" userId="0341865c17ff8ef3" providerId="LiveId" clId="{6D11981F-076D-4616-B6D4-061272232FC4}" dt="2026-03-25T09:45:10.598" v="729" actId="47"/>
        <pc:sldMkLst>
          <pc:docMk/>
          <pc:sldMk cId="0" sldId="277"/>
        </pc:sldMkLst>
      </pc:sldChg>
      <pc:sldChg chg="del modTransition modNotes">
        <pc:chgData name="Diggory Fenteay" userId="0341865c17ff8ef3" providerId="LiveId" clId="{6D11981F-076D-4616-B6D4-061272232FC4}" dt="2026-03-25T09:45:10.598" v="729" actId="47"/>
        <pc:sldMkLst>
          <pc:docMk/>
          <pc:sldMk cId="0" sldId="278"/>
        </pc:sldMkLst>
      </pc:sldChg>
      <pc:sldChg chg="del modTransition modNotes">
        <pc:chgData name="Diggory Fenteay" userId="0341865c17ff8ef3" providerId="LiveId" clId="{6D11981F-076D-4616-B6D4-061272232FC4}" dt="2026-03-25T09:45:10.598" v="729" actId="47"/>
        <pc:sldMkLst>
          <pc:docMk/>
          <pc:sldMk cId="0" sldId="279"/>
        </pc:sldMkLst>
      </pc:sldChg>
      <pc:sldChg chg="del modTransition modNotes">
        <pc:chgData name="Diggory Fenteay" userId="0341865c17ff8ef3" providerId="LiveId" clId="{6D11981F-076D-4616-B6D4-061272232FC4}" dt="2026-03-25T09:45:10.598" v="729" actId="47"/>
        <pc:sldMkLst>
          <pc:docMk/>
          <pc:sldMk cId="0" sldId="280"/>
        </pc:sldMkLst>
      </pc:sldChg>
      <pc:sldChg chg="del modTransition modNotes">
        <pc:chgData name="Diggory Fenteay" userId="0341865c17ff8ef3" providerId="LiveId" clId="{6D11981F-076D-4616-B6D4-061272232FC4}" dt="2026-03-25T09:45:10.598" v="729" actId="47"/>
        <pc:sldMkLst>
          <pc:docMk/>
          <pc:sldMk cId="0" sldId="281"/>
        </pc:sldMkLst>
      </pc:sldChg>
      <pc:sldChg chg="del modTransition modNotes">
        <pc:chgData name="Diggory Fenteay" userId="0341865c17ff8ef3" providerId="LiveId" clId="{6D11981F-076D-4616-B6D4-061272232FC4}" dt="2026-03-25T09:45:10.598" v="729" actId="47"/>
        <pc:sldMkLst>
          <pc:docMk/>
          <pc:sldMk cId="0" sldId="282"/>
        </pc:sldMkLst>
      </pc:sldChg>
      <pc:sldChg chg="del modTransition modNotes">
        <pc:chgData name="Diggory Fenteay" userId="0341865c17ff8ef3" providerId="LiveId" clId="{6D11981F-076D-4616-B6D4-061272232FC4}" dt="2026-03-25T09:45:10.598" v="729" actId="47"/>
        <pc:sldMkLst>
          <pc:docMk/>
          <pc:sldMk cId="0" sldId="283"/>
        </pc:sldMkLst>
      </pc:sldChg>
      <pc:sldChg chg="del modTransition modNotes">
        <pc:chgData name="Diggory Fenteay" userId="0341865c17ff8ef3" providerId="LiveId" clId="{6D11981F-076D-4616-B6D4-061272232FC4}" dt="2026-03-25T09:45:10.598" v="729" actId="47"/>
        <pc:sldMkLst>
          <pc:docMk/>
          <pc:sldMk cId="0" sldId="284"/>
        </pc:sldMkLst>
      </pc:sldChg>
      <pc:sldChg chg="del modTransition modNotes">
        <pc:chgData name="Diggory Fenteay" userId="0341865c17ff8ef3" providerId="LiveId" clId="{6D11981F-076D-4616-B6D4-061272232FC4}" dt="2026-03-25T09:45:10.598" v="729" actId="47"/>
        <pc:sldMkLst>
          <pc:docMk/>
          <pc:sldMk cId="0" sldId="285"/>
        </pc:sldMkLst>
      </pc:sldChg>
      <pc:sldChg chg="del modTransition modNotes">
        <pc:chgData name="Diggory Fenteay" userId="0341865c17ff8ef3" providerId="LiveId" clId="{6D11981F-076D-4616-B6D4-061272232FC4}" dt="2026-03-25T09:45:10.598" v="729" actId="47"/>
        <pc:sldMkLst>
          <pc:docMk/>
          <pc:sldMk cId="0" sldId="286"/>
        </pc:sldMkLst>
      </pc:sldChg>
      <pc:sldChg chg="del modTransition">
        <pc:chgData name="Diggory Fenteay" userId="0341865c17ff8ef3" providerId="LiveId" clId="{6D11981F-076D-4616-B6D4-061272232FC4}" dt="2026-03-25T09:45:10.598" v="729" actId="47"/>
        <pc:sldMkLst>
          <pc:docMk/>
          <pc:sldMk cId="0" sldId="287"/>
        </pc:sldMkLst>
      </pc:sldChg>
      <pc:sldChg chg="del modTransition">
        <pc:chgData name="Diggory Fenteay" userId="0341865c17ff8ef3" providerId="LiveId" clId="{6D11981F-076D-4616-B6D4-061272232FC4}" dt="2026-03-25T09:45:10.598" v="729" actId="47"/>
        <pc:sldMkLst>
          <pc:docMk/>
          <pc:sldMk cId="0" sldId="288"/>
        </pc:sldMkLst>
      </pc:sldChg>
      <pc:sldChg chg="del modTransition">
        <pc:chgData name="Diggory Fenteay" userId="0341865c17ff8ef3" providerId="LiveId" clId="{6D11981F-076D-4616-B6D4-061272232FC4}" dt="2026-03-25T09:45:10.598" v="729" actId="47"/>
        <pc:sldMkLst>
          <pc:docMk/>
          <pc:sldMk cId="0" sldId="289"/>
        </pc:sldMkLst>
      </pc:sldChg>
      <pc:sldChg chg="del modTransition">
        <pc:chgData name="Diggory Fenteay" userId="0341865c17ff8ef3" providerId="LiveId" clId="{6D11981F-076D-4616-B6D4-061272232FC4}" dt="2026-03-25T09:45:10.598" v="729" actId="47"/>
        <pc:sldMkLst>
          <pc:docMk/>
          <pc:sldMk cId="0" sldId="290"/>
        </pc:sldMkLst>
      </pc:sldChg>
      <pc:sldChg chg="del modTransition">
        <pc:chgData name="Diggory Fenteay" userId="0341865c17ff8ef3" providerId="LiveId" clId="{6D11981F-076D-4616-B6D4-061272232FC4}" dt="2026-03-25T09:45:10.598" v="729" actId="47"/>
        <pc:sldMkLst>
          <pc:docMk/>
          <pc:sldMk cId="0" sldId="291"/>
        </pc:sldMkLst>
      </pc:sldChg>
      <pc:sldChg chg="del modTransition">
        <pc:chgData name="Diggory Fenteay" userId="0341865c17ff8ef3" providerId="LiveId" clId="{6D11981F-076D-4616-B6D4-061272232FC4}" dt="2026-03-25T09:45:10.598" v="729" actId="47"/>
        <pc:sldMkLst>
          <pc:docMk/>
          <pc:sldMk cId="0" sldId="292"/>
        </pc:sldMkLst>
      </pc:sldChg>
      <pc:sldChg chg="del modTransition">
        <pc:chgData name="Diggory Fenteay" userId="0341865c17ff8ef3" providerId="LiveId" clId="{6D11981F-076D-4616-B6D4-061272232FC4}" dt="2026-03-25T09:45:10.598" v="729" actId="47"/>
        <pc:sldMkLst>
          <pc:docMk/>
          <pc:sldMk cId="0" sldId="293"/>
        </pc:sldMkLst>
      </pc:sldChg>
      <pc:sldChg chg="del modTransition">
        <pc:chgData name="Diggory Fenteay" userId="0341865c17ff8ef3" providerId="LiveId" clId="{6D11981F-076D-4616-B6D4-061272232FC4}" dt="2026-03-25T09:45:10.598" v="729" actId="47"/>
        <pc:sldMkLst>
          <pc:docMk/>
          <pc:sldMk cId="0" sldId="294"/>
        </pc:sldMkLst>
      </pc:sldChg>
      <pc:sldChg chg="del modTransition">
        <pc:chgData name="Diggory Fenteay" userId="0341865c17ff8ef3" providerId="LiveId" clId="{6D11981F-076D-4616-B6D4-061272232FC4}" dt="2026-03-25T09:45:10.598" v="729" actId="47"/>
        <pc:sldMkLst>
          <pc:docMk/>
          <pc:sldMk cId="0" sldId="295"/>
        </pc:sldMkLst>
      </pc:sldChg>
      <pc:sldChg chg="del modTransition">
        <pc:chgData name="Diggory Fenteay" userId="0341865c17ff8ef3" providerId="LiveId" clId="{6D11981F-076D-4616-B6D4-061272232FC4}" dt="2026-03-25T09:45:10.598" v="729" actId="47"/>
        <pc:sldMkLst>
          <pc:docMk/>
          <pc:sldMk cId="0" sldId="296"/>
        </pc:sldMkLst>
      </pc:sldChg>
      <pc:sldChg chg="del modTransition">
        <pc:chgData name="Diggory Fenteay" userId="0341865c17ff8ef3" providerId="LiveId" clId="{6D11981F-076D-4616-B6D4-061272232FC4}" dt="2026-03-25T09:45:10.598" v="729" actId="47"/>
        <pc:sldMkLst>
          <pc:docMk/>
          <pc:sldMk cId="0" sldId="297"/>
        </pc:sldMkLst>
      </pc:sldChg>
      <pc:sldChg chg="del modTransition">
        <pc:chgData name="Diggory Fenteay" userId="0341865c17ff8ef3" providerId="LiveId" clId="{6D11981F-076D-4616-B6D4-061272232FC4}" dt="2026-03-25T09:45:10.598" v="729" actId="47"/>
        <pc:sldMkLst>
          <pc:docMk/>
          <pc:sldMk cId="0" sldId="298"/>
        </pc:sldMkLst>
      </pc:sldChg>
      <pc:sldChg chg="del modTransition">
        <pc:chgData name="Diggory Fenteay" userId="0341865c17ff8ef3" providerId="LiveId" clId="{6D11981F-076D-4616-B6D4-061272232FC4}" dt="2026-03-25T09:45:10.598" v="729" actId="47"/>
        <pc:sldMkLst>
          <pc:docMk/>
          <pc:sldMk cId="0" sldId="299"/>
        </pc:sldMkLst>
      </pc:sldChg>
      <pc:sldChg chg="del modTransition">
        <pc:chgData name="Diggory Fenteay" userId="0341865c17ff8ef3" providerId="LiveId" clId="{6D11981F-076D-4616-B6D4-061272232FC4}" dt="2026-03-25T09:45:10.598" v="729" actId="47"/>
        <pc:sldMkLst>
          <pc:docMk/>
          <pc:sldMk cId="0" sldId="300"/>
        </pc:sldMkLst>
      </pc:sldChg>
      <pc:sldChg chg="del modTransition">
        <pc:chgData name="Diggory Fenteay" userId="0341865c17ff8ef3" providerId="LiveId" clId="{6D11981F-076D-4616-B6D4-061272232FC4}" dt="2026-03-25T09:45:10.598" v="729" actId="47"/>
        <pc:sldMkLst>
          <pc:docMk/>
          <pc:sldMk cId="0" sldId="301"/>
        </pc:sldMkLst>
      </pc:sldChg>
      <pc:sldChg chg="del modTransition">
        <pc:chgData name="Diggory Fenteay" userId="0341865c17ff8ef3" providerId="LiveId" clId="{6D11981F-076D-4616-B6D4-061272232FC4}" dt="2026-03-25T09:45:10.598" v="729" actId="47"/>
        <pc:sldMkLst>
          <pc:docMk/>
          <pc:sldMk cId="0" sldId="302"/>
        </pc:sldMkLst>
      </pc:sldChg>
      <pc:sldChg chg="del modTransition">
        <pc:chgData name="Diggory Fenteay" userId="0341865c17ff8ef3" providerId="LiveId" clId="{6D11981F-076D-4616-B6D4-061272232FC4}" dt="2026-03-25T09:45:10.598" v="729" actId="47"/>
        <pc:sldMkLst>
          <pc:docMk/>
          <pc:sldMk cId="0" sldId="303"/>
        </pc:sldMkLst>
      </pc:sldChg>
      <pc:sldChg chg="addSp delSp modSp add del mod">
        <pc:chgData name="Diggory Fenteay" userId="0341865c17ff8ef3" providerId="LiveId" clId="{6D11981F-076D-4616-B6D4-061272232FC4}" dt="2026-04-08T17:26:19.213" v="11433" actId="47"/>
        <pc:sldMkLst>
          <pc:docMk/>
          <pc:sldMk cId="728730493" sldId="304"/>
        </pc:sldMkLst>
      </pc:sldChg>
      <pc:sldChg chg="add del ord">
        <pc:chgData name="Diggory Fenteay" userId="0341865c17ff8ef3" providerId="LiveId" clId="{6D11981F-076D-4616-B6D4-061272232FC4}" dt="2026-04-08T17:26:19.213" v="11433" actId="47"/>
        <pc:sldMkLst>
          <pc:docMk/>
          <pc:sldMk cId="3620442770" sldId="305"/>
        </pc:sldMkLst>
      </pc:sldChg>
      <pc:sldChg chg="addSp delSp modSp add mod modTransition modNotesTx">
        <pc:chgData name="Diggory Fenteay" userId="0341865c17ff8ef3" providerId="LiveId" clId="{6D11981F-076D-4616-B6D4-061272232FC4}" dt="2026-04-08T17:35:33.712" v="11482"/>
        <pc:sldMkLst>
          <pc:docMk/>
          <pc:sldMk cId="181423170" sldId="306"/>
        </pc:sldMkLst>
        <pc:spChg chg="add del mod">
          <ac:chgData name="Diggory Fenteay" userId="0341865c17ff8ef3" providerId="LiveId" clId="{6D11981F-076D-4616-B6D4-061272232FC4}" dt="2026-04-08T10:54:08.770" v="785" actId="478"/>
          <ac:spMkLst>
            <pc:docMk/>
            <pc:sldMk cId="181423170" sldId="306"/>
            <ac:spMk id="4" creationId="{58EADCC2-E322-F083-658B-DDEC0F5C392E}"/>
          </ac:spMkLst>
        </pc:spChg>
        <pc:spChg chg="add del">
          <ac:chgData name="Diggory Fenteay" userId="0341865c17ff8ef3" providerId="LiveId" clId="{6D11981F-076D-4616-B6D4-061272232FC4}" dt="2026-04-08T11:02:31.946" v="851" actId="22"/>
          <ac:spMkLst>
            <pc:docMk/>
            <pc:sldMk cId="181423170" sldId="306"/>
            <ac:spMk id="7" creationId="{F3656DE3-8C9C-07FE-EDB5-4048D61A6D58}"/>
          </ac:spMkLst>
        </pc:spChg>
        <pc:spChg chg="add mod">
          <ac:chgData name="Diggory Fenteay" userId="0341865c17ff8ef3" providerId="LiveId" clId="{6D11981F-076D-4616-B6D4-061272232FC4}" dt="2026-04-08T11:03:32.209" v="867" actId="20577"/>
          <ac:spMkLst>
            <pc:docMk/>
            <pc:sldMk cId="181423170" sldId="306"/>
            <ac:spMk id="9" creationId="{3CDB56B1-3A0D-D313-5CC0-095151021A1A}"/>
          </ac:spMkLst>
        </pc:spChg>
        <pc:spChg chg="mod">
          <ac:chgData name="Diggory Fenteay" userId="0341865c17ff8ef3" providerId="LiveId" clId="{6D11981F-076D-4616-B6D4-061272232FC4}" dt="2026-04-08T11:14:30.109" v="964" actId="113"/>
          <ac:spMkLst>
            <pc:docMk/>
            <pc:sldMk cId="181423170" sldId="306"/>
            <ac:spMk id="2155" creationId="{1D63317D-F562-16C0-BF32-E539165A3D83}"/>
          </ac:spMkLst>
        </pc:spChg>
        <pc:spChg chg="del">
          <ac:chgData name="Diggory Fenteay" userId="0341865c17ff8ef3" providerId="LiveId" clId="{6D11981F-076D-4616-B6D4-061272232FC4}" dt="2026-04-08T10:53:49.011" v="781" actId="478"/>
          <ac:spMkLst>
            <pc:docMk/>
            <pc:sldMk cId="181423170" sldId="306"/>
            <ac:spMk id="2178" creationId="{EAA8CC98-613B-1EE8-708D-CAE03F4E0C84}"/>
          </ac:spMkLst>
        </pc:spChg>
        <pc:picChg chg="add mod">
          <ac:chgData name="Diggory Fenteay" userId="0341865c17ff8ef3" providerId="LiveId" clId="{6D11981F-076D-4616-B6D4-061272232FC4}" dt="2026-04-08T11:02:41.066" v="853" actId="1076"/>
          <ac:picMkLst>
            <pc:docMk/>
            <pc:sldMk cId="181423170" sldId="306"/>
            <ac:picMk id="2" creationId="{99757ADE-505B-5CBB-147D-67C877C05ED4}"/>
          </ac:picMkLst>
        </pc:picChg>
        <pc:picChg chg="add mod">
          <ac:chgData name="Diggory Fenteay" userId="0341865c17ff8ef3" providerId="LiveId" clId="{6D11981F-076D-4616-B6D4-061272232FC4}" dt="2026-04-08T11:02:23.443" v="849"/>
          <ac:picMkLst>
            <pc:docMk/>
            <pc:sldMk cId="181423170" sldId="306"/>
            <ac:picMk id="5" creationId="{0416993E-54DC-E7C8-CDBD-1457F1B65668}"/>
          </ac:picMkLst>
        </pc:picChg>
      </pc:sldChg>
      <pc:sldChg chg="addSp delSp modSp add mod modTransition modNotesTx">
        <pc:chgData name="Diggory Fenteay" userId="0341865c17ff8ef3" providerId="LiveId" clId="{6D11981F-076D-4616-B6D4-061272232FC4}" dt="2026-04-08T17:35:33.712" v="11482"/>
        <pc:sldMkLst>
          <pc:docMk/>
          <pc:sldMk cId="1508608322" sldId="307"/>
        </pc:sldMkLst>
        <pc:spChg chg="del">
          <ac:chgData name="Diggory Fenteay" userId="0341865c17ff8ef3" providerId="LiveId" clId="{6D11981F-076D-4616-B6D4-061272232FC4}" dt="2026-04-08T11:13:17.605" v="881" actId="478"/>
          <ac:spMkLst>
            <pc:docMk/>
            <pc:sldMk cId="1508608322" sldId="307"/>
            <ac:spMk id="9" creationId="{1D866E78-F7D7-838E-E3A1-FA8E48AFEC98}"/>
          </ac:spMkLst>
        </pc:spChg>
        <pc:spChg chg="mod">
          <ac:chgData name="Diggory Fenteay" userId="0341865c17ff8ef3" providerId="LiveId" clId="{6D11981F-076D-4616-B6D4-061272232FC4}" dt="2026-04-08T11:14:35.663" v="965" actId="2711"/>
          <ac:spMkLst>
            <pc:docMk/>
            <pc:sldMk cId="1508608322" sldId="307"/>
            <ac:spMk id="2155" creationId="{3CB2373B-E5E4-E985-FB2C-2EA0D305C9A3}"/>
          </ac:spMkLst>
        </pc:spChg>
        <pc:picChg chg="del">
          <ac:chgData name="Diggory Fenteay" userId="0341865c17ff8ef3" providerId="LiveId" clId="{6D11981F-076D-4616-B6D4-061272232FC4}" dt="2026-04-08T11:13:03.955" v="877" actId="478"/>
          <ac:picMkLst>
            <pc:docMk/>
            <pc:sldMk cId="1508608322" sldId="307"/>
            <ac:picMk id="2" creationId="{EAC2ABD3-3CC4-A7FE-DB54-A8522126ECE5}"/>
          </ac:picMkLst>
        </pc:picChg>
        <pc:picChg chg="add mod modCrop">
          <ac:chgData name="Diggory Fenteay" userId="0341865c17ff8ef3" providerId="LiveId" clId="{6D11981F-076D-4616-B6D4-061272232FC4}" dt="2026-04-08T11:15:28.699" v="970" actId="1076"/>
          <ac:picMkLst>
            <pc:docMk/>
            <pc:sldMk cId="1508608322" sldId="307"/>
            <ac:picMk id="4" creationId="{00078902-1CBF-ECAF-C05F-B84AB32C1B5A}"/>
          </ac:picMkLst>
        </pc:picChg>
        <pc:picChg chg="add mod modCrop">
          <ac:chgData name="Diggory Fenteay" userId="0341865c17ff8ef3" providerId="LiveId" clId="{6D11981F-076D-4616-B6D4-061272232FC4}" dt="2026-04-08T11:16:05.328" v="976" actId="1076"/>
          <ac:picMkLst>
            <pc:docMk/>
            <pc:sldMk cId="1508608322" sldId="307"/>
            <ac:picMk id="6" creationId="{806F434D-8259-B926-051D-85C994F72D70}"/>
          </ac:picMkLst>
        </pc:picChg>
      </pc:sldChg>
      <pc:sldChg chg="add del">
        <pc:chgData name="Diggory Fenteay" userId="0341865c17ff8ef3" providerId="LiveId" clId="{6D11981F-076D-4616-B6D4-061272232FC4}" dt="2026-04-08T11:22:32.715" v="1156" actId="2890"/>
        <pc:sldMkLst>
          <pc:docMk/>
          <pc:sldMk cId="1508562862" sldId="308"/>
        </pc:sldMkLst>
      </pc:sldChg>
      <pc:sldChg chg="addSp delSp modSp add mod ord modTransition modNotesTx">
        <pc:chgData name="Diggory Fenteay" userId="0341865c17ff8ef3" providerId="LiveId" clId="{6D11981F-076D-4616-B6D4-061272232FC4}" dt="2026-04-08T17:36:03.440" v="11483" actId="20577"/>
        <pc:sldMkLst>
          <pc:docMk/>
          <pc:sldMk cId="3256946885" sldId="308"/>
        </pc:sldMkLst>
        <pc:spChg chg="add mod">
          <ac:chgData name="Diggory Fenteay" userId="0341865c17ff8ef3" providerId="LiveId" clId="{6D11981F-076D-4616-B6D4-061272232FC4}" dt="2026-04-08T11:23:11.008" v="1175" actId="20577"/>
          <ac:spMkLst>
            <pc:docMk/>
            <pc:sldMk cId="3256946885" sldId="308"/>
            <ac:spMk id="2" creationId="{3675DA2B-CCB3-7E79-1A26-B9A17F510415}"/>
          </ac:spMkLst>
        </pc:spChg>
        <pc:spChg chg="add mod">
          <ac:chgData name="Diggory Fenteay" userId="0341865c17ff8ef3" providerId="LiveId" clId="{6D11981F-076D-4616-B6D4-061272232FC4}" dt="2026-04-08T11:23:18.347" v="1176"/>
          <ac:spMkLst>
            <pc:docMk/>
            <pc:sldMk cId="3256946885" sldId="308"/>
            <ac:spMk id="3" creationId="{4B412760-C5C8-EB2D-A4C5-E9211BDD128C}"/>
          </ac:spMkLst>
        </pc:spChg>
        <pc:spChg chg="add mod">
          <ac:chgData name="Diggory Fenteay" userId="0341865c17ff8ef3" providerId="LiveId" clId="{6D11981F-076D-4616-B6D4-061272232FC4}" dt="2026-04-08T12:20:07.022" v="1588" actId="5793"/>
          <ac:spMkLst>
            <pc:docMk/>
            <pc:sldMk cId="3256946885" sldId="308"/>
            <ac:spMk id="4" creationId="{BF9B199D-F9E3-7E4B-AD65-245EECC53952}"/>
          </ac:spMkLst>
        </pc:spChg>
        <pc:spChg chg="add mod">
          <ac:chgData name="Diggory Fenteay" userId="0341865c17ff8ef3" providerId="LiveId" clId="{6D11981F-076D-4616-B6D4-061272232FC4}" dt="2026-04-08T11:23:41.698" v="1181"/>
          <ac:spMkLst>
            <pc:docMk/>
            <pc:sldMk cId="3256946885" sldId="308"/>
            <ac:spMk id="5" creationId="{0DEC6874-972B-4915-3F26-F96637DB8556}"/>
          </ac:spMkLst>
        </pc:spChg>
        <pc:graphicFrameChg chg="del">
          <ac:chgData name="Diggory Fenteay" userId="0341865c17ff8ef3" providerId="LiveId" clId="{6D11981F-076D-4616-B6D4-061272232FC4}" dt="2026-04-08T11:22:55.713" v="1160" actId="478"/>
          <ac:graphicFrameMkLst>
            <pc:docMk/>
            <pc:sldMk cId="3256946885" sldId="308"/>
            <ac:graphicFrameMk id="9" creationId="{5E684A61-18B6-58DA-3B54-B91DC11D7234}"/>
          </ac:graphicFrameMkLst>
        </pc:graphicFrameChg>
      </pc:sldChg>
      <pc:sldChg chg="add del">
        <pc:chgData name="Diggory Fenteay" userId="0341865c17ff8ef3" providerId="LiveId" clId="{6D11981F-076D-4616-B6D4-061272232FC4}" dt="2026-04-08T17:26:19.213" v="11433" actId="47"/>
        <pc:sldMkLst>
          <pc:docMk/>
          <pc:sldMk cId="3066733135" sldId="309"/>
        </pc:sldMkLst>
      </pc:sldChg>
      <pc:sldChg chg="addSp modSp add mod modTransition modNotesTx">
        <pc:chgData name="Diggory Fenteay" userId="0341865c17ff8ef3" providerId="LiveId" clId="{6D11981F-076D-4616-B6D4-061272232FC4}" dt="2026-04-08T17:35:33.712" v="11482"/>
        <pc:sldMkLst>
          <pc:docMk/>
          <pc:sldMk cId="544613669" sldId="310"/>
        </pc:sldMkLst>
        <pc:spChg chg="mod">
          <ac:chgData name="Diggory Fenteay" userId="0341865c17ff8ef3" providerId="LiveId" clId="{6D11981F-076D-4616-B6D4-061272232FC4}" dt="2026-04-08T13:52:18.228" v="5444" actId="113"/>
          <ac:spMkLst>
            <pc:docMk/>
            <pc:sldMk cId="544613669" sldId="310"/>
            <ac:spMk id="2" creationId="{3AB2B3F5-685F-94CF-435C-FD7F60D09B9C}"/>
          </ac:spMkLst>
        </pc:spChg>
        <pc:spChg chg="add mod">
          <ac:chgData name="Diggory Fenteay" userId="0341865c17ff8ef3" providerId="LiveId" clId="{6D11981F-076D-4616-B6D4-061272232FC4}" dt="2026-04-08T13:54:33.499" v="5731" actId="403"/>
          <ac:spMkLst>
            <pc:docMk/>
            <pc:sldMk cId="544613669" sldId="310"/>
            <ac:spMk id="3" creationId="{5A7AD120-5666-2229-C957-C55E79CE74D5}"/>
          </ac:spMkLst>
        </pc:spChg>
        <pc:spChg chg="add mod">
          <ac:chgData name="Diggory Fenteay" userId="0341865c17ff8ef3" providerId="LiveId" clId="{6D11981F-076D-4616-B6D4-061272232FC4}" dt="2026-04-08T13:55:23.797" v="5741" actId="14100"/>
          <ac:spMkLst>
            <pc:docMk/>
            <pc:sldMk cId="544613669" sldId="310"/>
            <ac:spMk id="4" creationId="{CD982C9A-DA60-2D5D-6F1E-16AE9EBAE180}"/>
          </ac:spMkLst>
        </pc:spChg>
        <pc:picChg chg="add mod">
          <ac:chgData name="Diggory Fenteay" userId="0341865c17ff8ef3" providerId="LiveId" clId="{6D11981F-076D-4616-B6D4-061272232FC4}" dt="2026-04-08T13:55:30.194" v="5742" actId="1076"/>
          <ac:picMkLst>
            <pc:docMk/>
            <pc:sldMk cId="544613669" sldId="310"/>
            <ac:picMk id="6" creationId="{A4E36557-2EE5-9748-72C9-A929633109E4}"/>
          </ac:picMkLst>
        </pc:picChg>
        <pc:picChg chg="mod">
          <ac:chgData name="Diggory Fenteay" userId="0341865c17ff8ef3" providerId="LiveId" clId="{6D11981F-076D-4616-B6D4-061272232FC4}" dt="2026-04-08T13:52:18.228" v="5444" actId="113"/>
          <ac:picMkLst>
            <pc:docMk/>
            <pc:sldMk cId="544613669" sldId="310"/>
            <ac:picMk id="2054" creationId="{EBAE27A1-BBA5-DBAB-C219-EAF7C981036F}"/>
          </ac:picMkLst>
        </pc:picChg>
      </pc:sldChg>
      <pc:sldChg chg="add modTransition">
        <pc:chgData name="Diggory Fenteay" userId="0341865c17ff8ef3" providerId="LiveId" clId="{6D11981F-076D-4616-B6D4-061272232FC4}" dt="2026-04-08T17:35:33.712" v="11482"/>
        <pc:sldMkLst>
          <pc:docMk/>
          <pc:sldMk cId="3422106278" sldId="311"/>
        </pc:sldMkLst>
      </pc:sldChg>
      <pc:sldChg chg="addSp delSp modSp new mod modTransition modNotesTx">
        <pc:chgData name="Diggory Fenteay" userId="0341865c17ff8ef3" providerId="LiveId" clId="{6D11981F-076D-4616-B6D4-061272232FC4}" dt="2026-04-08T17:35:33.712" v="11482"/>
        <pc:sldMkLst>
          <pc:docMk/>
          <pc:sldMk cId="3020315574" sldId="312"/>
        </pc:sldMkLst>
        <pc:spChg chg="del">
          <ac:chgData name="Diggory Fenteay" userId="0341865c17ff8ef3" providerId="LiveId" clId="{6D11981F-076D-4616-B6D4-061272232FC4}" dt="2026-04-08T13:33:07.303" v="5088" actId="478"/>
          <ac:spMkLst>
            <pc:docMk/>
            <pc:sldMk cId="3020315574" sldId="312"/>
            <ac:spMk id="2" creationId="{813F7CDC-3629-D2C3-FC00-00DE274BE1B7}"/>
          </ac:spMkLst>
        </pc:spChg>
        <pc:picChg chg="add mod">
          <ac:chgData name="Diggory Fenteay" userId="0341865c17ff8ef3" providerId="LiveId" clId="{6D11981F-076D-4616-B6D4-061272232FC4}" dt="2026-04-08T13:33:19.750" v="5090" actId="1076"/>
          <ac:picMkLst>
            <pc:docMk/>
            <pc:sldMk cId="3020315574" sldId="312"/>
            <ac:picMk id="4" creationId="{87328848-0A70-34DF-AAE9-AFCD3AAEFB66}"/>
          </ac:picMkLst>
        </pc:picChg>
      </pc:sldChg>
      <pc:sldChg chg="addSp delSp modSp add del mod">
        <pc:chgData name="Diggory Fenteay" userId="0341865c17ff8ef3" providerId="LiveId" clId="{6D11981F-076D-4616-B6D4-061272232FC4}" dt="2026-04-08T13:56:51.419" v="5755" actId="47"/>
        <pc:sldMkLst>
          <pc:docMk/>
          <pc:sldMk cId="2118445395" sldId="313"/>
        </pc:sldMkLst>
        <pc:spChg chg="del mod">
          <ac:chgData name="Diggory Fenteay" userId="0341865c17ff8ef3" providerId="LiveId" clId="{6D11981F-076D-4616-B6D4-061272232FC4}" dt="2026-04-08T13:56:11.069" v="5745" actId="478"/>
          <ac:spMkLst>
            <pc:docMk/>
            <pc:sldMk cId="2118445395" sldId="313"/>
            <ac:spMk id="3" creationId="{1ADEF03F-FB84-2EC1-6B4E-89428CBDF0E3}"/>
          </ac:spMkLst>
        </pc:spChg>
        <pc:spChg chg="add del">
          <ac:chgData name="Diggory Fenteay" userId="0341865c17ff8ef3" providerId="LiveId" clId="{6D11981F-076D-4616-B6D4-061272232FC4}" dt="2026-04-08T13:56:18.899" v="5750" actId="478"/>
          <ac:spMkLst>
            <pc:docMk/>
            <pc:sldMk cId="2118445395" sldId="313"/>
            <ac:spMk id="4" creationId="{C75E2521-9AF1-6542-10D9-9A1FEBF03C73}"/>
          </ac:spMkLst>
        </pc:spChg>
        <pc:picChg chg="add del">
          <ac:chgData name="Diggory Fenteay" userId="0341865c17ff8ef3" providerId="LiveId" clId="{6D11981F-076D-4616-B6D4-061272232FC4}" dt="2026-04-08T13:56:20.267" v="5751" actId="478"/>
          <ac:picMkLst>
            <pc:docMk/>
            <pc:sldMk cId="2118445395" sldId="313"/>
            <ac:picMk id="6" creationId="{F0948694-D3CF-9765-56EF-456A940913B1}"/>
          </ac:picMkLst>
        </pc:picChg>
        <pc:picChg chg="add mod">
          <ac:chgData name="Diggory Fenteay" userId="0341865c17ff8ef3" providerId="LiveId" clId="{6D11981F-076D-4616-B6D4-061272232FC4}" dt="2026-04-08T13:56:37.811" v="5753" actId="1076"/>
          <ac:picMkLst>
            <pc:docMk/>
            <pc:sldMk cId="2118445395" sldId="313"/>
            <ac:picMk id="7" creationId="{394E0ECF-A419-4595-AA5F-3AC10B4BA70E}"/>
          </ac:picMkLst>
        </pc:picChg>
        <pc:picChg chg="mod">
          <ac:chgData name="Diggory Fenteay" userId="0341865c17ff8ef3" providerId="LiveId" clId="{6D11981F-076D-4616-B6D4-061272232FC4}" dt="2026-04-08T13:56:47.531" v="5754" actId="1076"/>
          <ac:picMkLst>
            <pc:docMk/>
            <pc:sldMk cId="2118445395" sldId="313"/>
            <ac:picMk id="2054" creationId="{2624B187-931A-0F90-6354-9C86587EB5B7}"/>
          </ac:picMkLst>
        </pc:picChg>
      </pc:sldChg>
      <pc:sldChg chg="addSp delSp modSp add mod modTransition modNotesTx">
        <pc:chgData name="Diggory Fenteay" userId="0341865c17ff8ef3" providerId="LiveId" clId="{6D11981F-076D-4616-B6D4-061272232FC4}" dt="2026-04-08T17:35:33.712" v="11482"/>
        <pc:sldMkLst>
          <pc:docMk/>
          <pc:sldMk cId="3616104375" sldId="313"/>
        </pc:sldMkLst>
        <pc:spChg chg="mod">
          <ac:chgData name="Diggory Fenteay" userId="0341865c17ff8ef3" providerId="LiveId" clId="{6D11981F-076D-4616-B6D4-061272232FC4}" dt="2026-04-08T13:59:10.286" v="6039" actId="20577"/>
          <ac:spMkLst>
            <pc:docMk/>
            <pc:sldMk cId="3616104375" sldId="313"/>
            <ac:spMk id="3" creationId="{D1241498-D487-EDD2-F7E0-0D592FE5AC41}"/>
          </ac:spMkLst>
        </pc:spChg>
        <pc:spChg chg="mod">
          <ac:chgData name="Diggory Fenteay" userId="0341865c17ff8ef3" providerId="LiveId" clId="{6D11981F-076D-4616-B6D4-061272232FC4}" dt="2026-04-08T14:12:44.631" v="6142" actId="14100"/>
          <ac:spMkLst>
            <pc:docMk/>
            <pc:sldMk cId="3616104375" sldId="313"/>
            <ac:spMk id="4" creationId="{0B8BF539-0DD3-A4CE-3407-CCF509DA477E}"/>
          </ac:spMkLst>
        </pc:spChg>
        <pc:spChg chg="add del mod">
          <ac:chgData name="Diggory Fenteay" userId="0341865c17ff8ef3" providerId="LiveId" clId="{6D11981F-076D-4616-B6D4-061272232FC4}" dt="2026-04-08T14:07:17.879" v="6099" actId="478"/>
          <ac:spMkLst>
            <pc:docMk/>
            <pc:sldMk cId="3616104375" sldId="313"/>
            <ac:spMk id="11" creationId="{F2743616-4163-BA18-EDCA-C16E1019E195}"/>
          </ac:spMkLst>
        </pc:spChg>
        <pc:picChg chg="add del mod">
          <ac:chgData name="Diggory Fenteay" userId="0341865c17ff8ef3" providerId="LiveId" clId="{6D11981F-076D-4616-B6D4-061272232FC4}" dt="2026-04-08T14:12:16.353" v="6113" actId="1076"/>
          <ac:picMkLst>
            <pc:docMk/>
            <pc:sldMk cId="3616104375" sldId="313"/>
            <ac:picMk id="5" creationId="{34AFFBC0-B3CB-4A35-B20D-380A1A0902EC}"/>
          </ac:picMkLst>
        </pc:picChg>
        <pc:picChg chg="del">
          <ac:chgData name="Diggory Fenteay" userId="0341865c17ff8ef3" providerId="LiveId" clId="{6D11981F-076D-4616-B6D4-061272232FC4}" dt="2026-04-08T13:56:56.431" v="5757" actId="478"/>
          <ac:picMkLst>
            <pc:docMk/>
            <pc:sldMk cId="3616104375" sldId="313"/>
            <ac:picMk id="6" creationId="{601CF87D-7D1A-5895-9168-F44679D9EB74}"/>
          </ac:picMkLst>
        </pc:picChg>
        <pc:picChg chg="add del mod">
          <ac:chgData name="Diggory Fenteay" userId="0341865c17ff8ef3" providerId="LiveId" clId="{6D11981F-076D-4616-B6D4-061272232FC4}" dt="2026-04-08T14:07:29.852" v="6101" actId="478"/>
          <ac:picMkLst>
            <pc:docMk/>
            <pc:sldMk cId="3616104375" sldId="313"/>
            <ac:picMk id="8" creationId="{19E8DE4F-C984-8C10-4747-E068AA91C208}"/>
          </ac:picMkLst>
        </pc:picChg>
        <pc:picChg chg="add del mod">
          <ac:chgData name="Diggory Fenteay" userId="0341865c17ff8ef3" providerId="LiveId" clId="{6D11981F-076D-4616-B6D4-061272232FC4}" dt="2026-04-08T14:07:30.308" v="6103" actId="478"/>
          <ac:picMkLst>
            <pc:docMk/>
            <pc:sldMk cId="3616104375" sldId="313"/>
            <ac:picMk id="10" creationId="{57017F40-6E17-A164-0989-1C162A861C03}"/>
          </ac:picMkLst>
        </pc:picChg>
        <pc:cxnChg chg="add mod">
          <ac:chgData name="Diggory Fenteay" userId="0341865c17ff8ef3" providerId="LiveId" clId="{6D11981F-076D-4616-B6D4-061272232FC4}" dt="2026-04-08T14:13:14.048" v="6145" actId="1582"/>
          <ac:cxnSpMkLst>
            <pc:docMk/>
            <pc:sldMk cId="3616104375" sldId="313"/>
            <ac:cxnSpMk id="13" creationId="{C91FB563-02FA-F380-7CE6-3B1319D25220}"/>
          </ac:cxnSpMkLst>
        </pc:cxnChg>
      </pc:sldChg>
      <pc:sldChg chg="addSp delSp modSp add mod modTransition modNotesTx">
        <pc:chgData name="Diggory Fenteay" userId="0341865c17ff8ef3" providerId="LiveId" clId="{6D11981F-076D-4616-B6D4-061272232FC4}" dt="2026-04-08T17:35:33.712" v="11482"/>
        <pc:sldMkLst>
          <pc:docMk/>
          <pc:sldMk cId="601618839" sldId="314"/>
        </pc:sldMkLst>
        <pc:spChg chg="del">
          <ac:chgData name="Diggory Fenteay" userId="0341865c17ff8ef3" providerId="LiveId" clId="{6D11981F-076D-4616-B6D4-061272232FC4}" dt="2026-04-08T14:13:23.674" v="6146" actId="478"/>
          <ac:spMkLst>
            <pc:docMk/>
            <pc:sldMk cId="601618839" sldId="314"/>
            <ac:spMk id="3" creationId="{C2B7968F-44BF-9A34-364E-0F697F46E606}"/>
          </ac:spMkLst>
        </pc:spChg>
        <pc:spChg chg="del">
          <ac:chgData name="Diggory Fenteay" userId="0341865c17ff8ef3" providerId="LiveId" clId="{6D11981F-076D-4616-B6D4-061272232FC4}" dt="2026-04-08T14:13:29.568" v="6148" actId="478"/>
          <ac:spMkLst>
            <pc:docMk/>
            <pc:sldMk cId="601618839" sldId="314"/>
            <ac:spMk id="4" creationId="{8A4E9BDC-889C-33DD-0146-875E16A507F2}"/>
          </ac:spMkLst>
        </pc:spChg>
        <pc:spChg chg="add mod">
          <ac:chgData name="Diggory Fenteay" userId="0341865c17ff8ef3" providerId="LiveId" clId="{6D11981F-076D-4616-B6D4-061272232FC4}" dt="2026-04-08T15:19:04.895" v="8730" actId="1035"/>
          <ac:spMkLst>
            <pc:docMk/>
            <pc:sldMk cId="601618839" sldId="314"/>
            <ac:spMk id="12" creationId="{70DC5D46-06B9-7A7F-2FF4-A8211E6167BB}"/>
          </ac:spMkLst>
        </pc:spChg>
        <pc:spChg chg="add mod">
          <ac:chgData name="Diggory Fenteay" userId="0341865c17ff8ef3" providerId="LiveId" clId="{6D11981F-076D-4616-B6D4-061272232FC4}" dt="2026-04-08T14:35:23.412" v="6665" actId="20577"/>
          <ac:spMkLst>
            <pc:docMk/>
            <pc:sldMk cId="601618839" sldId="314"/>
            <ac:spMk id="15" creationId="{E5A3B2E4-56B3-4F2D-1A41-E31139EC239E}"/>
          </ac:spMkLst>
        </pc:spChg>
        <pc:picChg chg="del">
          <ac:chgData name="Diggory Fenteay" userId="0341865c17ff8ef3" providerId="LiveId" clId="{6D11981F-076D-4616-B6D4-061272232FC4}" dt="2026-04-08T14:13:28.098" v="6147" actId="478"/>
          <ac:picMkLst>
            <pc:docMk/>
            <pc:sldMk cId="601618839" sldId="314"/>
            <ac:picMk id="5" creationId="{F7BE733A-4465-75A2-572F-42A1A52E21AF}"/>
          </ac:picMkLst>
        </pc:picChg>
        <pc:picChg chg="add del mod">
          <ac:chgData name="Diggory Fenteay" userId="0341865c17ff8ef3" providerId="LiveId" clId="{6D11981F-076D-4616-B6D4-061272232FC4}" dt="2026-04-08T14:27:36.493" v="6158" actId="478"/>
          <ac:picMkLst>
            <pc:docMk/>
            <pc:sldMk cId="601618839" sldId="314"/>
            <ac:picMk id="7" creationId="{267CB8AA-353B-FAB2-B19B-C434B85472FE}"/>
          </ac:picMkLst>
        </pc:picChg>
        <pc:picChg chg="mod">
          <ac:chgData name="Diggory Fenteay" userId="0341865c17ff8ef3" providerId="LiveId" clId="{6D11981F-076D-4616-B6D4-061272232FC4}" dt="2026-04-08T14:27:12.923" v="6154" actId="1076"/>
          <ac:picMkLst>
            <pc:docMk/>
            <pc:sldMk cId="601618839" sldId="314"/>
            <ac:picMk id="8" creationId="{6C5EEF56-7D92-9BEE-57B6-E4AC31FC4A71}"/>
          </ac:picMkLst>
        </pc:picChg>
        <pc:picChg chg="mod">
          <ac:chgData name="Diggory Fenteay" userId="0341865c17ff8ef3" providerId="LiveId" clId="{6D11981F-076D-4616-B6D4-061272232FC4}" dt="2026-04-08T14:34:12.859" v="6456" actId="1076"/>
          <ac:picMkLst>
            <pc:docMk/>
            <pc:sldMk cId="601618839" sldId="314"/>
            <ac:picMk id="10" creationId="{8BAB6A82-4F94-CDAC-7E9E-7BE54C7C3168}"/>
          </ac:picMkLst>
        </pc:picChg>
        <pc:picChg chg="add mod">
          <ac:chgData name="Diggory Fenteay" userId="0341865c17ff8ef3" providerId="LiveId" clId="{6D11981F-076D-4616-B6D4-061272232FC4}" dt="2026-04-08T14:38:49.768" v="6667" actId="1076"/>
          <ac:picMkLst>
            <pc:docMk/>
            <pc:sldMk cId="601618839" sldId="314"/>
            <ac:picMk id="11" creationId="{76BAAE41-0BC4-2FE6-ABC2-1200AC35ABE9}"/>
          </ac:picMkLst>
        </pc:picChg>
        <pc:picChg chg="add mod">
          <ac:chgData name="Diggory Fenteay" userId="0341865c17ff8ef3" providerId="LiveId" clId="{6D11981F-076D-4616-B6D4-061272232FC4}" dt="2026-04-08T14:38:46.977" v="6666" actId="1076"/>
          <ac:picMkLst>
            <pc:docMk/>
            <pc:sldMk cId="601618839" sldId="314"/>
            <ac:picMk id="14" creationId="{68F7D01F-2E39-A9F6-224A-69C3F26CB46E}"/>
          </ac:picMkLst>
        </pc:picChg>
        <pc:picChg chg="add del">
          <ac:chgData name="Diggory Fenteay" userId="0341865c17ff8ef3" providerId="LiveId" clId="{6D11981F-076D-4616-B6D4-061272232FC4}" dt="2026-04-08T14:26:39.885" v="6153" actId="478"/>
          <ac:picMkLst>
            <pc:docMk/>
            <pc:sldMk cId="601618839" sldId="314"/>
            <ac:picMk id="2054" creationId="{1365999C-4AF7-B8E6-A971-C1A143FF60A8}"/>
          </ac:picMkLst>
        </pc:picChg>
      </pc:sldChg>
      <pc:sldChg chg="addSp delSp modSp add mod modTransition modNotesTx">
        <pc:chgData name="Diggory Fenteay" userId="0341865c17ff8ef3" providerId="LiveId" clId="{6D11981F-076D-4616-B6D4-061272232FC4}" dt="2026-04-08T17:35:33.712" v="11482"/>
        <pc:sldMkLst>
          <pc:docMk/>
          <pc:sldMk cId="545742831" sldId="315"/>
        </pc:sldMkLst>
        <pc:spChg chg="add mod">
          <ac:chgData name="Diggory Fenteay" userId="0341865c17ff8ef3" providerId="LiveId" clId="{6D11981F-076D-4616-B6D4-061272232FC4}" dt="2026-04-08T14:43:42.077" v="6905" actId="1036"/>
          <ac:spMkLst>
            <pc:docMk/>
            <pc:sldMk cId="545742831" sldId="315"/>
            <ac:spMk id="3" creationId="{66E0E719-E922-33FC-5485-20263C77C951}"/>
          </ac:spMkLst>
        </pc:spChg>
        <pc:spChg chg="add mod">
          <ac:chgData name="Diggory Fenteay" userId="0341865c17ff8ef3" providerId="LiveId" clId="{6D11981F-076D-4616-B6D4-061272232FC4}" dt="2026-04-08T15:01:56.320" v="7581" actId="1035"/>
          <ac:spMkLst>
            <pc:docMk/>
            <pc:sldMk cId="545742831" sldId="315"/>
            <ac:spMk id="4" creationId="{B7252958-E03E-F6BC-544D-F15959A07D42}"/>
          </ac:spMkLst>
        </pc:spChg>
        <pc:spChg chg="del">
          <ac:chgData name="Diggory Fenteay" userId="0341865c17ff8ef3" providerId="LiveId" clId="{6D11981F-076D-4616-B6D4-061272232FC4}" dt="2026-04-08T14:39:10.711" v="6669" actId="478"/>
          <ac:spMkLst>
            <pc:docMk/>
            <pc:sldMk cId="545742831" sldId="315"/>
            <ac:spMk id="12" creationId="{B6A7C742-0ACB-2E4B-866B-CF5A5D5F9487}"/>
          </ac:spMkLst>
        </pc:spChg>
        <pc:spChg chg="mod">
          <ac:chgData name="Diggory Fenteay" userId="0341865c17ff8ef3" providerId="LiveId" clId="{6D11981F-076D-4616-B6D4-061272232FC4}" dt="2026-04-08T14:39:18.868" v="6671" actId="1076"/>
          <ac:spMkLst>
            <pc:docMk/>
            <pc:sldMk cId="545742831" sldId="315"/>
            <ac:spMk id="15" creationId="{451DC897-35A4-09F5-8FF5-E9708A79B4CA}"/>
          </ac:spMkLst>
        </pc:spChg>
        <pc:spChg chg="add mod">
          <ac:chgData name="Diggory Fenteay" userId="0341865c17ff8ef3" providerId="LiveId" clId="{6D11981F-076D-4616-B6D4-061272232FC4}" dt="2026-04-08T15:02:01.110" v="7586" actId="1035"/>
          <ac:spMkLst>
            <pc:docMk/>
            <pc:sldMk cId="545742831" sldId="315"/>
            <ac:spMk id="19" creationId="{BCA75BA4-E5A3-98E6-C64C-BC339E7CA63F}"/>
          </ac:spMkLst>
        </pc:spChg>
        <pc:spChg chg="add mod">
          <ac:chgData name="Diggory Fenteay" userId="0341865c17ff8ef3" providerId="LiveId" clId="{6D11981F-076D-4616-B6D4-061272232FC4}" dt="2026-04-08T15:06:37.155" v="7601" actId="14100"/>
          <ac:spMkLst>
            <pc:docMk/>
            <pc:sldMk cId="545742831" sldId="315"/>
            <ac:spMk id="24" creationId="{63C1F37C-78CB-5EE7-3E1E-E727C058020E}"/>
          </ac:spMkLst>
        </pc:spChg>
        <pc:picChg chg="add mod">
          <ac:chgData name="Diggory Fenteay" userId="0341865c17ff8ef3" providerId="LiveId" clId="{6D11981F-076D-4616-B6D4-061272232FC4}" dt="2026-04-08T14:43:42.077" v="6905" actId="1036"/>
          <ac:picMkLst>
            <pc:docMk/>
            <pc:sldMk cId="545742831" sldId="315"/>
            <ac:picMk id="6" creationId="{095DF798-A6DC-AF5E-0259-FB1E498055AB}"/>
          </ac:picMkLst>
        </pc:picChg>
        <pc:picChg chg="del">
          <ac:chgData name="Diggory Fenteay" userId="0341865c17ff8ef3" providerId="LiveId" clId="{6D11981F-076D-4616-B6D4-061272232FC4}" dt="2026-04-08T14:39:12.069" v="6670" actId="478"/>
          <ac:picMkLst>
            <pc:docMk/>
            <pc:sldMk cId="545742831" sldId="315"/>
            <ac:picMk id="8" creationId="{ABB6D78C-5CF6-D9E8-CBE0-D4BA6B545015}"/>
          </ac:picMkLst>
        </pc:picChg>
        <pc:picChg chg="add mod">
          <ac:chgData name="Diggory Fenteay" userId="0341865c17ff8ef3" providerId="LiveId" clId="{6D11981F-076D-4616-B6D4-061272232FC4}" dt="2026-04-08T15:01:56.320" v="7581" actId="1035"/>
          <ac:picMkLst>
            <pc:docMk/>
            <pc:sldMk cId="545742831" sldId="315"/>
            <ac:picMk id="9" creationId="{6088E1E9-299F-382A-730B-BF331CE615F4}"/>
          </ac:picMkLst>
        </pc:picChg>
        <pc:picChg chg="mod">
          <ac:chgData name="Diggory Fenteay" userId="0341865c17ff8ef3" providerId="LiveId" clId="{6D11981F-076D-4616-B6D4-061272232FC4}" dt="2026-04-08T14:39:18.868" v="6671" actId="1076"/>
          <ac:picMkLst>
            <pc:docMk/>
            <pc:sldMk cId="545742831" sldId="315"/>
            <ac:picMk id="10" creationId="{E98718E6-5218-E266-A7F2-DAB98F6FFBE7}"/>
          </ac:picMkLst>
        </pc:picChg>
        <pc:picChg chg="del">
          <ac:chgData name="Diggory Fenteay" userId="0341865c17ff8ef3" providerId="LiveId" clId="{6D11981F-076D-4616-B6D4-061272232FC4}" dt="2026-04-08T14:39:10.711" v="6669" actId="478"/>
          <ac:picMkLst>
            <pc:docMk/>
            <pc:sldMk cId="545742831" sldId="315"/>
            <ac:picMk id="11" creationId="{35C8AA77-B635-1539-B3A7-A985146D0798}"/>
          </ac:picMkLst>
        </pc:picChg>
        <pc:picChg chg="del">
          <ac:chgData name="Diggory Fenteay" userId="0341865c17ff8ef3" providerId="LiveId" clId="{6D11981F-076D-4616-B6D4-061272232FC4}" dt="2026-04-08T14:39:10.711" v="6669" actId="478"/>
          <ac:picMkLst>
            <pc:docMk/>
            <pc:sldMk cId="545742831" sldId="315"/>
            <ac:picMk id="14" creationId="{C82F2539-D6D6-2EF7-21CD-A8D09E5802CD}"/>
          </ac:picMkLst>
        </pc:picChg>
        <pc:picChg chg="add del mod">
          <ac:chgData name="Diggory Fenteay" userId="0341865c17ff8ef3" providerId="LiveId" clId="{6D11981F-076D-4616-B6D4-061272232FC4}" dt="2026-04-08T14:51:43.893" v="6913" actId="22"/>
          <ac:picMkLst>
            <pc:docMk/>
            <pc:sldMk cId="545742831" sldId="315"/>
            <ac:picMk id="16" creationId="{00F2E06F-17D6-0DBA-C7B1-0621B1958A68}"/>
          </ac:picMkLst>
        </pc:picChg>
        <pc:picChg chg="add del mod">
          <ac:chgData name="Diggory Fenteay" userId="0341865c17ff8ef3" providerId="LiveId" clId="{6D11981F-076D-4616-B6D4-061272232FC4}" dt="2026-04-08T14:52:02.836" v="6919" actId="22"/>
          <ac:picMkLst>
            <pc:docMk/>
            <pc:sldMk cId="545742831" sldId="315"/>
            <ac:picMk id="18" creationId="{6A21EC84-EC35-C54A-B273-FFA5043108A1}"/>
          </ac:picMkLst>
        </pc:picChg>
        <pc:picChg chg="add mod">
          <ac:chgData name="Diggory Fenteay" userId="0341865c17ff8ef3" providerId="LiveId" clId="{6D11981F-076D-4616-B6D4-061272232FC4}" dt="2026-04-08T15:02:01.110" v="7586" actId="1035"/>
          <ac:picMkLst>
            <pc:docMk/>
            <pc:sldMk cId="545742831" sldId="315"/>
            <ac:picMk id="21" creationId="{3694F940-F05C-0E7E-A9E2-1C686EDB1D9D}"/>
          </ac:picMkLst>
        </pc:picChg>
        <pc:picChg chg="add mod">
          <ac:chgData name="Diggory Fenteay" userId="0341865c17ff8ef3" providerId="LiveId" clId="{6D11981F-076D-4616-B6D4-061272232FC4}" dt="2026-04-08T15:02:01.110" v="7586" actId="1035"/>
          <ac:picMkLst>
            <pc:docMk/>
            <pc:sldMk cId="545742831" sldId="315"/>
            <ac:picMk id="23" creationId="{B0C57B80-06D6-5551-D97A-6B61CD004AA2}"/>
          </ac:picMkLst>
        </pc:picChg>
      </pc:sldChg>
      <pc:sldChg chg="addSp delSp modSp add mod ord modTransition modNotesTx">
        <pc:chgData name="Diggory Fenteay" userId="0341865c17ff8ef3" providerId="LiveId" clId="{6D11981F-076D-4616-B6D4-061272232FC4}" dt="2026-04-08T17:35:33.712" v="11482"/>
        <pc:sldMkLst>
          <pc:docMk/>
          <pc:sldMk cId="1812388130" sldId="316"/>
        </pc:sldMkLst>
        <pc:spChg chg="add mod">
          <ac:chgData name="Diggory Fenteay" userId="0341865c17ff8ef3" providerId="LiveId" clId="{6D11981F-076D-4616-B6D4-061272232FC4}" dt="2026-04-08T15:11:51.507" v="8250" actId="1076"/>
          <ac:spMkLst>
            <pc:docMk/>
            <pc:sldMk cId="1812388130" sldId="316"/>
            <ac:spMk id="2" creationId="{A5A98D83-2CE6-997A-643E-072F909A00AC}"/>
          </ac:spMkLst>
        </pc:spChg>
        <pc:spChg chg="del">
          <ac:chgData name="Diggory Fenteay" userId="0341865c17ff8ef3" providerId="LiveId" clId="{6D11981F-076D-4616-B6D4-061272232FC4}" dt="2026-04-08T15:06:30.491" v="7599" actId="478"/>
          <ac:spMkLst>
            <pc:docMk/>
            <pc:sldMk cId="1812388130" sldId="316"/>
            <ac:spMk id="3" creationId="{D314B829-776A-472B-BEE1-9171C3C85674}"/>
          </ac:spMkLst>
        </pc:spChg>
        <pc:spChg chg="del">
          <ac:chgData name="Diggory Fenteay" userId="0341865c17ff8ef3" providerId="LiveId" clId="{6D11981F-076D-4616-B6D4-061272232FC4}" dt="2026-04-08T15:06:31.713" v="7600" actId="478"/>
          <ac:spMkLst>
            <pc:docMk/>
            <pc:sldMk cId="1812388130" sldId="316"/>
            <ac:spMk id="5" creationId="{21CB16E6-EF7A-08C5-B55E-B32717D93220}"/>
          </ac:spMkLst>
        </pc:spChg>
        <pc:spChg chg="add del mod">
          <ac:chgData name="Diggory Fenteay" userId="0341865c17ff8ef3" providerId="LiveId" clId="{6D11981F-076D-4616-B6D4-061272232FC4}" dt="2026-04-08T15:06:57.112" v="7605"/>
          <ac:spMkLst>
            <pc:docMk/>
            <pc:sldMk cId="1812388130" sldId="316"/>
            <ac:spMk id="6" creationId="{5F327FB7-F52C-2ADE-7132-03D90EE5CD33}"/>
          </ac:spMkLst>
        </pc:spChg>
        <pc:spChg chg="add mod">
          <ac:chgData name="Diggory Fenteay" userId="0341865c17ff8ef3" providerId="LiveId" clId="{6D11981F-076D-4616-B6D4-061272232FC4}" dt="2026-04-08T15:06:57.112" v="7605"/>
          <ac:spMkLst>
            <pc:docMk/>
            <pc:sldMk cId="1812388130" sldId="316"/>
            <ac:spMk id="7" creationId="{E0FFEE5C-D548-69C2-FD22-CEB867A6EDC0}"/>
          </ac:spMkLst>
        </pc:spChg>
        <pc:spChg chg="add mod">
          <ac:chgData name="Diggory Fenteay" userId="0341865c17ff8ef3" providerId="LiveId" clId="{6D11981F-076D-4616-B6D4-061272232FC4}" dt="2026-04-08T15:14:08.679" v="8674" actId="20577"/>
          <ac:spMkLst>
            <pc:docMk/>
            <pc:sldMk cId="1812388130" sldId="316"/>
            <ac:spMk id="8" creationId="{F30FA1EA-AFD6-6C77-1D5A-079829BBEE48}"/>
          </ac:spMkLst>
        </pc:spChg>
        <pc:spChg chg="del">
          <ac:chgData name="Diggory Fenteay" userId="0341865c17ff8ef3" providerId="LiveId" clId="{6D11981F-076D-4616-B6D4-061272232FC4}" dt="2026-04-08T15:06:54.320" v="7604" actId="478"/>
          <ac:spMkLst>
            <pc:docMk/>
            <pc:sldMk cId="1812388130" sldId="316"/>
            <ac:spMk id="2241" creationId="{7EDD4B50-7D26-DC92-BBDC-723E15CC6B5E}"/>
          </ac:spMkLst>
        </pc:spChg>
        <pc:picChg chg="add del mod">
          <ac:chgData name="Diggory Fenteay" userId="0341865c17ff8ef3" providerId="LiveId" clId="{6D11981F-076D-4616-B6D4-061272232FC4}" dt="2026-04-08T15:15:25.050" v="8685" actId="22"/>
          <ac:picMkLst>
            <pc:docMk/>
            <pc:sldMk cId="1812388130" sldId="316"/>
            <ac:picMk id="10" creationId="{90294D2A-B70B-2F4E-50C0-6B749BFCDAFA}"/>
          </ac:picMkLst>
        </pc:picChg>
        <pc:picChg chg="add mod">
          <ac:chgData name="Diggory Fenteay" userId="0341865c17ff8ef3" providerId="LiveId" clId="{6D11981F-076D-4616-B6D4-061272232FC4}" dt="2026-04-08T15:15:40.424" v="8687" actId="1076"/>
          <ac:picMkLst>
            <pc:docMk/>
            <pc:sldMk cId="1812388130" sldId="316"/>
            <ac:picMk id="12" creationId="{0DC321A8-45DC-A402-BB29-4858C2EFC47B}"/>
          </ac:picMkLst>
        </pc:picChg>
        <pc:picChg chg="add mod">
          <ac:chgData name="Diggory Fenteay" userId="0341865c17ff8ef3" providerId="LiveId" clId="{6D11981F-076D-4616-B6D4-061272232FC4}" dt="2026-04-08T15:15:51.559" v="8689" actId="1076"/>
          <ac:picMkLst>
            <pc:docMk/>
            <pc:sldMk cId="1812388130" sldId="316"/>
            <ac:picMk id="14" creationId="{86CEF9D9-EBA3-6781-D0A2-46F34A5C350B}"/>
          </ac:picMkLst>
        </pc:picChg>
        <pc:picChg chg="mod">
          <ac:chgData name="Diggory Fenteay" userId="0341865c17ff8ef3" providerId="LiveId" clId="{6D11981F-076D-4616-B6D4-061272232FC4}" dt="2026-04-08T15:10:18.680" v="8186" actId="1076"/>
          <ac:picMkLst>
            <pc:docMk/>
            <pc:sldMk cId="1812388130" sldId="316"/>
            <ac:picMk id="1026" creationId="{A9465824-5D09-C912-4136-97B6D3CE8D5A}"/>
          </ac:picMkLst>
        </pc:picChg>
      </pc:sldChg>
      <pc:sldChg chg="addSp delSp modSp add mod modTransition modNotesTx">
        <pc:chgData name="Diggory Fenteay" userId="0341865c17ff8ef3" providerId="LiveId" clId="{6D11981F-076D-4616-B6D4-061272232FC4}" dt="2026-04-08T17:35:33.712" v="11482"/>
        <pc:sldMkLst>
          <pc:docMk/>
          <pc:sldMk cId="1488871280" sldId="317"/>
        </pc:sldMkLst>
        <pc:spChg chg="mod">
          <ac:chgData name="Diggory Fenteay" userId="0341865c17ff8ef3" providerId="LiveId" clId="{6D11981F-076D-4616-B6D4-061272232FC4}" dt="2026-04-08T15:17:42.590" v="8717" actId="1076"/>
          <ac:spMkLst>
            <pc:docMk/>
            <pc:sldMk cId="1488871280" sldId="317"/>
            <ac:spMk id="2" creationId="{A4D145D8-CE5C-9BBE-8DFA-87ABDAF04E2D}"/>
          </ac:spMkLst>
        </pc:spChg>
        <pc:spChg chg="del">
          <ac:chgData name="Diggory Fenteay" userId="0341865c17ff8ef3" providerId="LiveId" clId="{6D11981F-076D-4616-B6D4-061272232FC4}" dt="2026-04-08T15:18:29.371" v="8720" actId="478"/>
          <ac:spMkLst>
            <pc:docMk/>
            <pc:sldMk cId="1488871280" sldId="317"/>
            <ac:spMk id="8" creationId="{916BC4C1-C631-606D-33A4-27648953F9FB}"/>
          </ac:spMkLst>
        </pc:spChg>
        <pc:spChg chg="add mod">
          <ac:chgData name="Diggory Fenteay" userId="0341865c17ff8ef3" providerId="LiveId" clId="{6D11981F-076D-4616-B6D4-061272232FC4}" dt="2026-04-08T15:22:12.642" v="8974" actId="1035"/>
          <ac:spMkLst>
            <pc:docMk/>
            <pc:sldMk cId="1488871280" sldId="317"/>
            <ac:spMk id="13" creationId="{999A8710-C8BE-DF4D-773C-19AFD572DC50}"/>
          </ac:spMkLst>
        </pc:spChg>
        <pc:picChg chg="add mod">
          <ac:chgData name="Diggory Fenteay" userId="0341865c17ff8ef3" providerId="LiveId" clId="{6D11981F-076D-4616-B6D4-061272232FC4}" dt="2026-04-08T15:17:37.708" v="8716" actId="1076"/>
          <ac:picMkLst>
            <pc:docMk/>
            <pc:sldMk cId="1488871280" sldId="317"/>
            <ac:picMk id="4" creationId="{B0C50E79-C0FE-891C-03CA-792C915CF081}"/>
          </ac:picMkLst>
        </pc:picChg>
        <pc:picChg chg="add mod">
          <ac:chgData name="Diggory Fenteay" userId="0341865c17ff8ef3" providerId="LiveId" clId="{6D11981F-076D-4616-B6D4-061272232FC4}" dt="2026-04-08T15:18:08.691" v="8719" actId="1076"/>
          <ac:picMkLst>
            <pc:docMk/>
            <pc:sldMk cId="1488871280" sldId="317"/>
            <ac:picMk id="6" creationId="{F79D3679-9F69-CF01-D250-687C12C3F2C8}"/>
          </ac:picMkLst>
        </pc:picChg>
        <pc:picChg chg="add mod">
          <ac:chgData name="Diggory Fenteay" userId="0341865c17ff8ef3" providerId="LiveId" clId="{6D11981F-076D-4616-B6D4-061272232FC4}" dt="2026-04-08T15:22:12.642" v="8974" actId="1035"/>
          <ac:picMkLst>
            <pc:docMk/>
            <pc:sldMk cId="1488871280" sldId="317"/>
            <ac:picMk id="10" creationId="{8BA46E39-B372-3DB8-585D-4BBC8D09626B}"/>
          </ac:picMkLst>
        </pc:picChg>
        <pc:picChg chg="add mod">
          <ac:chgData name="Diggory Fenteay" userId="0341865c17ff8ef3" providerId="LiveId" clId="{6D11981F-076D-4616-B6D4-061272232FC4}" dt="2026-04-08T15:19:16.939" v="8734" actId="1076"/>
          <ac:picMkLst>
            <pc:docMk/>
            <pc:sldMk cId="1488871280" sldId="317"/>
            <ac:picMk id="11" creationId="{7B8B6966-14EC-07DF-42AF-6D11653F5094}"/>
          </ac:picMkLst>
        </pc:picChg>
        <pc:picChg chg="del">
          <ac:chgData name="Diggory Fenteay" userId="0341865c17ff8ef3" providerId="LiveId" clId="{6D11981F-076D-4616-B6D4-061272232FC4}" dt="2026-04-08T15:18:29.918" v="8721" actId="478"/>
          <ac:picMkLst>
            <pc:docMk/>
            <pc:sldMk cId="1488871280" sldId="317"/>
            <ac:picMk id="12" creationId="{F956DAA0-EFFD-567B-47C8-0C26BE89EB30}"/>
          </ac:picMkLst>
        </pc:picChg>
        <pc:picChg chg="del">
          <ac:chgData name="Diggory Fenteay" userId="0341865c17ff8ef3" providerId="LiveId" clId="{6D11981F-076D-4616-B6D4-061272232FC4}" dt="2026-04-08T15:18:30.417" v="8722" actId="478"/>
          <ac:picMkLst>
            <pc:docMk/>
            <pc:sldMk cId="1488871280" sldId="317"/>
            <ac:picMk id="14" creationId="{4B7424D0-7660-9EEB-DDB4-8473A9586E14}"/>
          </ac:picMkLst>
        </pc:picChg>
        <pc:picChg chg="add mod">
          <ac:chgData name="Diggory Fenteay" userId="0341865c17ff8ef3" providerId="LiveId" clId="{6D11981F-076D-4616-B6D4-061272232FC4}" dt="2026-04-08T15:22:12.642" v="8974" actId="1035"/>
          <ac:picMkLst>
            <pc:docMk/>
            <pc:sldMk cId="1488871280" sldId="317"/>
            <ac:picMk id="16" creationId="{1D2BD99D-A5BB-F904-A2D2-E1F0A8064669}"/>
          </ac:picMkLst>
        </pc:picChg>
        <pc:picChg chg="add mod modCrop">
          <ac:chgData name="Diggory Fenteay" userId="0341865c17ff8ef3" providerId="LiveId" clId="{6D11981F-076D-4616-B6D4-061272232FC4}" dt="2026-04-08T15:22:29.525" v="9000" actId="732"/>
          <ac:picMkLst>
            <pc:docMk/>
            <pc:sldMk cId="1488871280" sldId="317"/>
            <ac:picMk id="18" creationId="{420D2BB6-289A-BAF7-00FB-5AC4E03B0E11}"/>
          </ac:picMkLst>
        </pc:picChg>
      </pc:sldChg>
      <pc:sldChg chg="addSp delSp modSp add mod modTransition modNotesTx">
        <pc:chgData name="Diggory Fenteay" userId="0341865c17ff8ef3" providerId="LiveId" clId="{6D11981F-076D-4616-B6D4-061272232FC4}" dt="2026-04-08T17:35:33.712" v="11482"/>
        <pc:sldMkLst>
          <pc:docMk/>
          <pc:sldMk cId="2988760559" sldId="318"/>
        </pc:sldMkLst>
        <pc:spChg chg="del mod">
          <ac:chgData name="Diggory Fenteay" userId="0341865c17ff8ef3" providerId="LiveId" clId="{6D11981F-076D-4616-B6D4-061272232FC4}" dt="2026-04-08T15:24:54.116" v="9021" actId="478"/>
          <ac:spMkLst>
            <pc:docMk/>
            <pc:sldMk cId="2988760559" sldId="318"/>
            <ac:spMk id="2" creationId="{4FF02109-1150-8445-DCD2-8A458BE0CB63}"/>
          </ac:spMkLst>
        </pc:spChg>
        <pc:spChg chg="mod">
          <ac:chgData name="Diggory Fenteay" userId="0341865c17ff8ef3" providerId="LiveId" clId="{6D11981F-076D-4616-B6D4-061272232FC4}" dt="2026-04-08T15:28:24.192" v="9279" actId="20577"/>
          <ac:spMkLst>
            <pc:docMk/>
            <pc:sldMk cId="2988760559" sldId="318"/>
            <ac:spMk id="13" creationId="{DB6DB884-2E68-EF4C-72DB-6BBE27434BFA}"/>
          </ac:spMkLst>
        </pc:spChg>
        <pc:picChg chg="del">
          <ac:chgData name="Diggory Fenteay" userId="0341865c17ff8ef3" providerId="LiveId" clId="{6D11981F-076D-4616-B6D4-061272232FC4}" dt="2026-04-08T15:24:52.196" v="9019" actId="478"/>
          <ac:picMkLst>
            <pc:docMk/>
            <pc:sldMk cId="2988760559" sldId="318"/>
            <ac:picMk id="4" creationId="{1AFE3E6F-90E1-0E63-4262-B48AFA465EEA}"/>
          </ac:picMkLst>
        </pc:picChg>
        <pc:picChg chg="add mod">
          <ac:chgData name="Diggory Fenteay" userId="0341865c17ff8ef3" providerId="LiveId" clId="{6D11981F-076D-4616-B6D4-061272232FC4}" dt="2026-04-08T15:31:09.330" v="9282" actId="1076"/>
          <ac:picMkLst>
            <pc:docMk/>
            <pc:sldMk cId="2988760559" sldId="318"/>
            <ac:picMk id="5" creationId="{36AB47E8-FC81-55A8-EA90-E9FB7731AA97}"/>
          </ac:picMkLst>
        </pc:picChg>
        <pc:picChg chg="del">
          <ac:chgData name="Diggory Fenteay" userId="0341865c17ff8ef3" providerId="LiveId" clId="{6D11981F-076D-4616-B6D4-061272232FC4}" dt="2026-04-08T15:24:52.937" v="9020" actId="478"/>
          <ac:picMkLst>
            <pc:docMk/>
            <pc:sldMk cId="2988760559" sldId="318"/>
            <ac:picMk id="6" creationId="{113BD048-7F5B-6DBA-362F-6A4B4F10E51A}"/>
          </ac:picMkLst>
        </pc:picChg>
        <pc:picChg chg="add mod modCrop">
          <ac:chgData name="Diggory Fenteay" userId="0341865c17ff8ef3" providerId="LiveId" clId="{6D11981F-076D-4616-B6D4-061272232FC4}" dt="2026-04-08T15:25:40.130" v="9028" actId="732"/>
          <ac:picMkLst>
            <pc:docMk/>
            <pc:sldMk cId="2988760559" sldId="318"/>
            <ac:picMk id="8" creationId="{1EF3219E-462B-1DF8-0C6C-5A968B987F40}"/>
          </ac:picMkLst>
        </pc:picChg>
        <pc:picChg chg="del">
          <ac:chgData name="Diggory Fenteay" userId="0341865c17ff8ef3" providerId="LiveId" clId="{6D11981F-076D-4616-B6D4-061272232FC4}" dt="2026-04-08T15:24:48.312" v="9016" actId="478"/>
          <ac:picMkLst>
            <pc:docMk/>
            <pc:sldMk cId="2988760559" sldId="318"/>
            <ac:picMk id="10" creationId="{A6746E2B-3B86-1769-746D-BFE3224976D4}"/>
          </ac:picMkLst>
        </pc:picChg>
        <pc:picChg chg="add mod">
          <ac:chgData name="Diggory Fenteay" userId="0341865c17ff8ef3" providerId="LiveId" clId="{6D11981F-076D-4616-B6D4-061272232FC4}" dt="2026-04-08T15:31:15.703" v="9283" actId="1076"/>
          <ac:picMkLst>
            <pc:docMk/>
            <pc:sldMk cId="2988760559" sldId="318"/>
            <ac:picMk id="11" creationId="{C3E12B9F-04E5-4CA8-4EB2-78C4739ECC94}"/>
          </ac:picMkLst>
        </pc:picChg>
        <pc:picChg chg="del">
          <ac:chgData name="Diggory Fenteay" userId="0341865c17ff8ef3" providerId="LiveId" clId="{6D11981F-076D-4616-B6D4-061272232FC4}" dt="2026-04-08T15:24:49.663" v="9017" actId="478"/>
          <ac:picMkLst>
            <pc:docMk/>
            <pc:sldMk cId="2988760559" sldId="318"/>
            <ac:picMk id="16" creationId="{BAB14DAB-4293-EC69-8903-CAFDAF6DD4B0}"/>
          </ac:picMkLst>
        </pc:picChg>
        <pc:picChg chg="del">
          <ac:chgData name="Diggory Fenteay" userId="0341865c17ff8ef3" providerId="LiveId" clId="{6D11981F-076D-4616-B6D4-061272232FC4}" dt="2026-04-08T15:24:47.646" v="9015" actId="478"/>
          <ac:picMkLst>
            <pc:docMk/>
            <pc:sldMk cId="2988760559" sldId="318"/>
            <ac:picMk id="18" creationId="{E2B05A85-96A7-DF29-6A48-3860FAC30BAE}"/>
          </ac:picMkLst>
        </pc:picChg>
      </pc:sldChg>
      <pc:sldChg chg="addSp delSp modSp add mod ord modTransition modNotesTx">
        <pc:chgData name="Diggory Fenteay" userId="0341865c17ff8ef3" providerId="LiveId" clId="{6D11981F-076D-4616-B6D4-061272232FC4}" dt="2026-04-08T17:35:33.712" v="11482"/>
        <pc:sldMkLst>
          <pc:docMk/>
          <pc:sldMk cId="3672910248" sldId="319"/>
        </pc:sldMkLst>
        <pc:spChg chg="add mod">
          <ac:chgData name="Diggory Fenteay" userId="0341865c17ff8ef3" providerId="LiveId" clId="{6D11981F-076D-4616-B6D4-061272232FC4}" dt="2026-04-08T15:45:13.488" v="10515" actId="1076"/>
          <ac:spMkLst>
            <pc:docMk/>
            <pc:sldMk cId="3672910248" sldId="319"/>
            <ac:spMk id="4" creationId="{35F46F9E-730E-65DB-7FE4-B0CC73C488B8}"/>
          </ac:spMkLst>
        </pc:spChg>
        <pc:spChg chg="add del mod">
          <ac:chgData name="Diggory Fenteay" userId="0341865c17ff8ef3" providerId="LiveId" clId="{6D11981F-076D-4616-B6D4-061272232FC4}" dt="2026-04-08T15:39:45.874" v="9697" actId="478"/>
          <ac:spMkLst>
            <pc:docMk/>
            <pc:sldMk cId="3672910248" sldId="319"/>
            <ac:spMk id="5" creationId="{6DF0EC53-4CF2-6D99-BC94-B3A54F4D23C4}"/>
          </ac:spMkLst>
        </pc:spChg>
        <pc:spChg chg="add mod">
          <ac:chgData name="Diggory Fenteay" userId="0341865c17ff8ef3" providerId="LiveId" clId="{6D11981F-076D-4616-B6D4-061272232FC4}" dt="2026-04-08T15:45:16.779" v="10516" actId="1076"/>
          <ac:spMkLst>
            <pc:docMk/>
            <pc:sldMk cId="3672910248" sldId="319"/>
            <ac:spMk id="6" creationId="{BE1F6D0F-F019-CDE0-3EBF-51D189E977DF}"/>
          </ac:spMkLst>
        </pc:spChg>
        <pc:spChg chg="add mod">
          <ac:chgData name="Diggory Fenteay" userId="0341865c17ff8ef3" providerId="LiveId" clId="{6D11981F-076D-4616-B6D4-061272232FC4}" dt="2026-04-08T15:44:01.231" v="10173" actId="113"/>
          <ac:spMkLst>
            <pc:docMk/>
            <pc:sldMk cId="3672910248" sldId="319"/>
            <ac:spMk id="7" creationId="{03166C90-3F30-7C4E-B72B-70420A96297F}"/>
          </ac:spMkLst>
        </pc:spChg>
        <pc:picChg chg="add mod">
          <ac:chgData name="Diggory Fenteay" userId="0341865c17ff8ef3" providerId="LiveId" clId="{6D11981F-076D-4616-B6D4-061272232FC4}" dt="2026-04-08T15:35:35.492" v="9312"/>
          <ac:picMkLst>
            <pc:docMk/>
            <pc:sldMk cId="3672910248" sldId="319"/>
            <ac:picMk id="3" creationId="{23EEF4CD-E193-71D8-F504-F408AE4093A2}"/>
          </ac:picMkLst>
        </pc:picChg>
        <pc:picChg chg="add del mod">
          <ac:chgData name="Diggory Fenteay" userId="0341865c17ff8ef3" providerId="LiveId" clId="{6D11981F-076D-4616-B6D4-061272232FC4}" dt="2026-04-08T15:45:22.178" v="10520" actId="22"/>
          <ac:picMkLst>
            <pc:docMk/>
            <pc:sldMk cId="3672910248" sldId="319"/>
            <ac:picMk id="9" creationId="{16B47820-FD0C-729B-773C-D0FDFF41780B}"/>
          </ac:picMkLst>
        </pc:picChg>
        <pc:picChg chg="add mod">
          <ac:chgData name="Diggory Fenteay" userId="0341865c17ff8ef3" providerId="LiveId" clId="{6D11981F-076D-4616-B6D4-061272232FC4}" dt="2026-04-08T15:45:38.369" v="10522" actId="1076"/>
          <ac:picMkLst>
            <pc:docMk/>
            <pc:sldMk cId="3672910248" sldId="319"/>
            <ac:picMk id="11" creationId="{83217B46-3398-2865-E505-E61963848287}"/>
          </ac:picMkLst>
        </pc:picChg>
        <pc:picChg chg="add mod">
          <ac:chgData name="Diggory Fenteay" userId="0341865c17ff8ef3" providerId="LiveId" clId="{6D11981F-076D-4616-B6D4-061272232FC4}" dt="2026-04-08T15:45:55.728" v="10524" actId="1076"/>
          <ac:picMkLst>
            <pc:docMk/>
            <pc:sldMk cId="3672910248" sldId="319"/>
            <ac:picMk id="13" creationId="{CD4525C3-1C3A-88C0-D17F-74AFEFBE1D5A}"/>
          </ac:picMkLst>
        </pc:picChg>
        <pc:picChg chg="mod">
          <ac:chgData name="Diggory Fenteay" userId="0341865c17ff8ef3" providerId="LiveId" clId="{6D11981F-076D-4616-B6D4-061272232FC4}" dt="2026-04-08T15:34:50.771" v="9311" actId="1076"/>
          <ac:picMkLst>
            <pc:docMk/>
            <pc:sldMk cId="3672910248" sldId="319"/>
            <ac:picMk id="2054" creationId="{9D14DC4E-378C-3C15-4213-73E74C24311F}"/>
          </ac:picMkLst>
        </pc:picChg>
      </pc:sldChg>
      <pc:sldChg chg="addSp delSp modSp add mod modTransition modNotesTx">
        <pc:chgData name="Diggory Fenteay" userId="0341865c17ff8ef3" providerId="LiveId" clId="{6D11981F-076D-4616-B6D4-061272232FC4}" dt="2026-04-08T17:35:33.712" v="11482"/>
        <pc:sldMkLst>
          <pc:docMk/>
          <pc:sldMk cId="2675917617" sldId="320"/>
        </pc:sldMkLst>
        <pc:spChg chg="mod">
          <ac:chgData name="Diggory Fenteay" userId="0341865c17ff8ef3" providerId="LiveId" clId="{6D11981F-076D-4616-B6D4-061272232FC4}" dt="2026-04-08T15:50:28.182" v="10998" actId="1076"/>
          <ac:spMkLst>
            <pc:docMk/>
            <pc:sldMk cId="2675917617" sldId="320"/>
            <ac:spMk id="4" creationId="{CA46CCE6-F51C-96F6-D7E2-B69E92DDB162}"/>
          </ac:spMkLst>
        </pc:spChg>
        <pc:spChg chg="del">
          <ac:chgData name="Diggory Fenteay" userId="0341865c17ff8ef3" providerId="LiveId" clId="{6D11981F-076D-4616-B6D4-061272232FC4}" dt="2026-04-08T15:48:43.808" v="10971" actId="478"/>
          <ac:spMkLst>
            <pc:docMk/>
            <pc:sldMk cId="2675917617" sldId="320"/>
            <ac:spMk id="6" creationId="{9FD326BA-9B24-B220-3C98-3D9611BA5B05}"/>
          </ac:spMkLst>
        </pc:spChg>
        <pc:picChg chg="add mod modCrop">
          <ac:chgData name="Diggory Fenteay" userId="0341865c17ff8ef3" providerId="LiveId" clId="{6D11981F-076D-4616-B6D4-061272232FC4}" dt="2026-04-08T15:51:13.149" v="11006" actId="1076"/>
          <ac:picMkLst>
            <pc:docMk/>
            <pc:sldMk cId="2675917617" sldId="320"/>
            <ac:picMk id="5" creationId="{96354C21-B71F-0510-82BF-71BB10D26921}"/>
          </ac:picMkLst>
        </pc:picChg>
        <pc:picChg chg="del">
          <ac:chgData name="Diggory Fenteay" userId="0341865c17ff8ef3" providerId="LiveId" clId="{6D11981F-076D-4616-B6D4-061272232FC4}" dt="2026-04-08T15:48:44.925" v="10973" actId="478"/>
          <ac:picMkLst>
            <pc:docMk/>
            <pc:sldMk cId="2675917617" sldId="320"/>
            <ac:picMk id="11" creationId="{F0FECF9B-0061-24F0-F341-A426294C7639}"/>
          </ac:picMkLst>
        </pc:picChg>
        <pc:picChg chg="del">
          <ac:chgData name="Diggory Fenteay" userId="0341865c17ff8ef3" providerId="LiveId" clId="{6D11981F-076D-4616-B6D4-061272232FC4}" dt="2026-04-08T15:48:44.586" v="10972" actId="478"/>
          <ac:picMkLst>
            <pc:docMk/>
            <pc:sldMk cId="2675917617" sldId="320"/>
            <ac:picMk id="13" creationId="{6DC6E07E-A4A7-F31C-7998-AE70D6AF9F90}"/>
          </ac:picMkLst>
        </pc:picChg>
        <pc:picChg chg="mod">
          <ac:chgData name="Diggory Fenteay" userId="0341865c17ff8ef3" providerId="LiveId" clId="{6D11981F-076D-4616-B6D4-061272232FC4}" dt="2026-04-08T15:50:27.250" v="10997" actId="1076"/>
          <ac:picMkLst>
            <pc:docMk/>
            <pc:sldMk cId="2675917617" sldId="320"/>
            <ac:picMk id="2054" creationId="{792D06B6-28F0-F563-3D52-362F8B4016BC}"/>
          </ac:picMkLst>
        </pc:picChg>
      </pc:sldChg>
      <pc:sldChg chg="addSp delSp modSp add mod ord modTransition modNotesTx">
        <pc:chgData name="Diggory Fenteay" userId="0341865c17ff8ef3" providerId="LiveId" clId="{6D11981F-076D-4616-B6D4-061272232FC4}" dt="2026-04-08T17:35:33.712" v="11482"/>
        <pc:sldMkLst>
          <pc:docMk/>
          <pc:sldMk cId="1510169759" sldId="321"/>
        </pc:sldMkLst>
        <pc:spChg chg="mod">
          <ac:chgData name="Diggory Fenteay" userId="0341865c17ff8ef3" providerId="LiveId" clId="{6D11981F-076D-4616-B6D4-061272232FC4}" dt="2026-04-08T16:44:00.350" v="11080" actId="20577"/>
          <ac:spMkLst>
            <pc:docMk/>
            <pc:sldMk cId="1510169759" sldId="321"/>
            <ac:spMk id="2" creationId="{4BE74A9E-482D-A859-B6E9-209CDA9F1F20}"/>
          </ac:spMkLst>
        </pc:spChg>
        <pc:spChg chg="del">
          <ac:chgData name="Diggory Fenteay" userId="0341865c17ff8ef3" providerId="LiveId" clId="{6D11981F-076D-4616-B6D4-061272232FC4}" dt="2026-04-08T16:52:17.381" v="11086" actId="478"/>
          <ac:spMkLst>
            <pc:docMk/>
            <pc:sldMk cId="1510169759" sldId="321"/>
            <ac:spMk id="3" creationId="{2853FB33-2B9A-5D86-264D-EF43E58C0CFC}"/>
          </ac:spMkLst>
        </pc:spChg>
        <pc:spChg chg="del mod">
          <ac:chgData name="Diggory Fenteay" userId="0341865c17ff8ef3" providerId="LiveId" clId="{6D11981F-076D-4616-B6D4-061272232FC4}" dt="2026-04-08T16:45:08.089" v="11084" actId="478"/>
          <ac:spMkLst>
            <pc:docMk/>
            <pc:sldMk cId="1510169759" sldId="321"/>
            <ac:spMk id="4" creationId="{86ECFFF0-D198-320E-BD27-8057640CF525}"/>
          </ac:spMkLst>
        </pc:spChg>
        <pc:picChg chg="del">
          <ac:chgData name="Diggory Fenteay" userId="0341865c17ff8ef3" providerId="LiveId" clId="{6D11981F-076D-4616-B6D4-061272232FC4}" dt="2026-04-08T16:45:08.530" v="11085" actId="478"/>
          <ac:picMkLst>
            <pc:docMk/>
            <pc:sldMk cId="1510169759" sldId="321"/>
            <ac:picMk id="5" creationId="{A2DBCE4F-2706-2F0F-8397-00F9098D8C79}"/>
          </ac:picMkLst>
        </pc:picChg>
        <pc:picChg chg="add mod modCrop">
          <ac:chgData name="Diggory Fenteay" userId="0341865c17ff8ef3" providerId="LiveId" clId="{6D11981F-076D-4616-B6D4-061272232FC4}" dt="2026-04-08T16:52:35.142" v="11090" actId="1076"/>
          <ac:picMkLst>
            <pc:docMk/>
            <pc:sldMk cId="1510169759" sldId="321"/>
            <ac:picMk id="7" creationId="{C0AE9788-182A-7F53-3F76-D3779FE97398}"/>
          </ac:picMkLst>
        </pc:picChg>
        <pc:picChg chg="del">
          <ac:chgData name="Diggory Fenteay" userId="0341865c17ff8ef3" providerId="LiveId" clId="{6D11981F-076D-4616-B6D4-061272232FC4}" dt="2026-04-08T16:45:05.309" v="11081" actId="478"/>
          <ac:picMkLst>
            <pc:docMk/>
            <pc:sldMk cId="1510169759" sldId="321"/>
            <ac:picMk id="2054" creationId="{B63F4AD0-1DC2-9CAC-2DD5-9C7D2E071EF4}"/>
          </ac:picMkLst>
        </pc:picChg>
        <pc:cxnChg chg="del">
          <ac:chgData name="Diggory Fenteay" userId="0341865c17ff8ef3" providerId="LiveId" clId="{6D11981F-076D-4616-B6D4-061272232FC4}" dt="2026-04-08T16:45:06.349" v="11082" actId="478"/>
          <ac:cxnSpMkLst>
            <pc:docMk/>
            <pc:sldMk cId="1510169759" sldId="321"/>
            <ac:cxnSpMk id="13" creationId="{F3CD1925-DDDA-C3E1-74BA-CC4A4BF1A8C7}"/>
          </ac:cxnSpMkLst>
        </pc:cxnChg>
      </pc:sldChg>
      <pc:sldChg chg="addSp delSp modSp add mod modTransition modNotesTx">
        <pc:chgData name="Diggory Fenteay" userId="0341865c17ff8ef3" providerId="LiveId" clId="{6D11981F-076D-4616-B6D4-061272232FC4}" dt="2026-04-08T17:35:33.712" v="11482"/>
        <pc:sldMkLst>
          <pc:docMk/>
          <pc:sldMk cId="822754742" sldId="322"/>
        </pc:sldMkLst>
        <pc:spChg chg="mod">
          <ac:chgData name="Diggory Fenteay" userId="0341865c17ff8ef3" providerId="LiveId" clId="{6D11981F-076D-4616-B6D4-061272232FC4}" dt="2026-04-08T17:03:21.266" v="11236" actId="20577"/>
          <ac:spMkLst>
            <pc:docMk/>
            <pc:sldMk cId="822754742" sldId="322"/>
            <ac:spMk id="2" creationId="{DB96AD2B-80E8-5D25-66CE-638FC612A043}"/>
          </ac:spMkLst>
        </pc:spChg>
        <pc:spChg chg="add mod">
          <ac:chgData name="Diggory Fenteay" userId="0341865c17ff8ef3" providerId="LiveId" clId="{6D11981F-076D-4616-B6D4-061272232FC4}" dt="2026-04-08T17:02:38.507" v="11211" actId="20577"/>
          <ac:spMkLst>
            <pc:docMk/>
            <pc:sldMk cId="822754742" sldId="322"/>
            <ac:spMk id="4" creationId="{11F41BB0-BCAA-8D00-7923-BA50AF6C2B15}"/>
          </ac:spMkLst>
        </pc:spChg>
        <pc:graphicFrameChg chg="add mod modGraphic">
          <ac:chgData name="Diggory Fenteay" userId="0341865c17ff8ef3" providerId="LiveId" clId="{6D11981F-076D-4616-B6D4-061272232FC4}" dt="2026-04-08T17:24:50.212" v="11412" actId="2711"/>
          <ac:graphicFrameMkLst>
            <pc:docMk/>
            <pc:sldMk cId="822754742" sldId="322"/>
            <ac:graphicFrameMk id="3" creationId="{FD09B153-02F4-B10E-1499-BED74ED1F0F6}"/>
          </ac:graphicFrameMkLst>
        </pc:graphicFrameChg>
        <pc:picChg chg="del">
          <ac:chgData name="Diggory Fenteay" userId="0341865c17ff8ef3" providerId="LiveId" clId="{6D11981F-076D-4616-B6D4-061272232FC4}" dt="2026-04-08T16:58:44.167" v="11099" actId="478"/>
          <ac:picMkLst>
            <pc:docMk/>
            <pc:sldMk cId="822754742" sldId="322"/>
            <ac:picMk id="7" creationId="{A2A60054-C4AD-3759-26A9-A3F2EE08BAE0}"/>
          </ac:picMkLst>
        </pc:picChg>
      </pc:sldChg>
      <pc:sldChg chg="addSp delSp modSp add mod modTransition modNotesTx">
        <pc:chgData name="Diggory Fenteay" userId="0341865c17ff8ef3" providerId="LiveId" clId="{6D11981F-076D-4616-B6D4-061272232FC4}" dt="2026-04-08T17:35:33.712" v="11482"/>
        <pc:sldMkLst>
          <pc:docMk/>
          <pc:sldMk cId="884266084" sldId="323"/>
        </pc:sldMkLst>
        <pc:spChg chg="mod">
          <ac:chgData name="Diggory Fenteay" userId="0341865c17ff8ef3" providerId="LiveId" clId="{6D11981F-076D-4616-B6D4-061272232FC4}" dt="2026-04-08T17:21:09.459" v="11364" actId="20577"/>
          <ac:spMkLst>
            <pc:docMk/>
            <pc:sldMk cId="884266084" sldId="323"/>
            <ac:spMk id="2" creationId="{D6163082-6A9B-27EB-1D2A-753F9949A613}"/>
          </ac:spMkLst>
        </pc:spChg>
        <pc:spChg chg="del">
          <ac:chgData name="Diggory Fenteay" userId="0341865c17ff8ef3" providerId="LiveId" clId="{6D11981F-076D-4616-B6D4-061272232FC4}" dt="2026-04-08T17:20:22.037" v="11312" actId="478"/>
          <ac:spMkLst>
            <pc:docMk/>
            <pc:sldMk cId="884266084" sldId="323"/>
            <ac:spMk id="4" creationId="{AC88C39C-8FCD-70E4-5054-84BC10F70911}"/>
          </ac:spMkLst>
        </pc:spChg>
        <pc:graphicFrameChg chg="del">
          <ac:chgData name="Diggory Fenteay" userId="0341865c17ff8ef3" providerId="LiveId" clId="{6D11981F-076D-4616-B6D4-061272232FC4}" dt="2026-04-08T17:20:19.871" v="11311" actId="478"/>
          <ac:graphicFrameMkLst>
            <pc:docMk/>
            <pc:sldMk cId="884266084" sldId="323"/>
            <ac:graphicFrameMk id="3" creationId="{EF94B74B-D226-28C4-BCCE-9C6F4106C680}"/>
          </ac:graphicFrameMkLst>
        </pc:graphicFrameChg>
        <pc:picChg chg="add mod modCrop">
          <ac:chgData name="Diggory Fenteay" userId="0341865c17ff8ef3" providerId="LiveId" clId="{6D11981F-076D-4616-B6D4-061272232FC4}" dt="2026-04-08T17:21:03.559" v="11322" actId="1076"/>
          <ac:picMkLst>
            <pc:docMk/>
            <pc:sldMk cId="884266084" sldId="323"/>
            <ac:picMk id="6" creationId="{E5CF3895-6E33-D376-5EE5-7FBFDE31AE37}"/>
          </ac:picMkLst>
        </pc:picChg>
      </pc:sldChg>
      <pc:sldChg chg="addSp delSp modSp add mod modTransition modNotesTx">
        <pc:chgData name="Diggory Fenteay" userId="0341865c17ff8ef3" providerId="LiveId" clId="{6D11981F-076D-4616-B6D4-061272232FC4}" dt="2026-04-08T17:35:33.712" v="11482"/>
        <pc:sldMkLst>
          <pc:docMk/>
          <pc:sldMk cId="2877212965" sldId="324"/>
        </pc:sldMkLst>
        <pc:spChg chg="mod">
          <ac:chgData name="Diggory Fenteay" userId="0341865c17ff8ef3" providerId="LiveId" clId="{6D11981F-076D-4616-B6D4-061272232FC4}" dt="2026-04-08T17:23:15.433" v="11398" actId="20577"/>
          <ac:spMkLst>
            <pc:docMk/>
            <pc:sldMk cId="2877212965" sldId="324"/>
            <ac:spMk id="2" creationId="{C79D02CF-8776-E2AA-0D15-7237B3ABBE10}"/>
          </ac:spMkLst>
        </pc:spChg>
        <pc:spChg chg="add mod">
          <ac:chgData name="Diggory Fenteay" userId="0341865c17ff8ef3" providerId="LiveId" clId="{6D11981F-076D-4616-B6D4-061272232FC4}" dt="2026-04-08T17:23:48.977" v="11402" actId="5793"/>
          <ac:spMkLst>
            <pc:docMk/>
            <pc:sldMk cId="2877212965" sldId="324"/>
            <ac:spMk id="3" creationId="{EDD3FE77-F959-B403-4A35-9227239643EB}"/>
          </ac:spMkLst>
        </pc:spChg>
        <pc:spChg chg="add">
          <ac:chgData name="Diggory Fenteay" userId="0341865c17ff8ef3" providerId="LiveId" clId="{6D11981F-076D-4616-B6D4-061272232FC4}" dt="2026-04-08T17:23:54.342" v="11403"/>
          <ac:spMkLst>
            <pc:docMk/>
            <pc:sldMk cId="2877212965" sldId="324"/>
            <ac:spMk id="4" creationId="{97E1B930-324E-3F13-23C4-3A79E220CEC9}"/>
          </ac:spMkLst>
        </pc:spChg>
        <pc:spChg chg="add mod">
          <ac:chgData name="Diggory Fenteay" userId="0341865c17ff8ef3" providerId="LiveId" clId="{6D11981F-076D-4616-B6D4-061272232FC4}" dt="2026-04-08T17:25:37.030" v="11427" actId="1076"/>
          <ac:spMkLst>
            <pc:docMk/>
            <pc:sldMk cId="2877212965" sldId="324"/>
            <ac:spMk id="5" creationId="{4138F9E7-BB19-B155-A814-135ABA1C5409}"/>
          </ac:spMkLst>
        </pc:spChg>
        <pc:picChg chg="del">
          <ac:chgData name="Diggory Fenteay" userId="0341865c17ff8ef3" providerId="LiveId" clId="{6D11981F-076D-4616-B6D4-061272232FC4}" dt="2026-04-08T17:23:38.900" v="11399" actId="478"/>
          <ac:picMkLst>
            <pc:docMk/>
            <pc:sldMk cId="2877212965" sldId="324"/>
            <ac:picMk id="6" creationId="{14F19609-72E4-919B-5DBE-B0D0073CB9D8}"/>
          </ac:picMkLst>
        </pc:picChg>
      </pc:sldChg>
      <pc:sldMasterChg chg="delSldLayout">
        <pc:chgData name="Diggory Fenteay" userId="0341865c17ff8ef3" providerId="LiveId" clId="{6D11981F-076D-4616-B6D4-061272232FC4}" dt="2026-04-08T17:26:19.213" v="11433" actId="47"/>
        <pc:sldMasterMkLst>
          <pc:docMk/>
          <pc:sldMasterMk cId="0" sldId="2147483680"/>
        </pc:sldMasterMkLst>
        <pc:sldLayoutChg chg="del">
          <pc:chgData name="Diggory Fenteay" userId="0341865c17ff8ef3" providerId="LiveId" clId="{6D11981F-076D-4616-B6D4-061272232FC4}" dt="2026-03-25T09:39:44.341" v="664" actId="2696"/>
          <pc:sldLayoutMkLst>
            <pc:docMk/>
            <pc:sldMasterMk cId="0" sldId="2147483680"/>
            <pc:sldLayoutMk cId="0" sldId="2147483649"/>
          </pc:sldLayoutMkLst>
        </pc:sldLayoutChg>
        <pc:sldLayoutChg chg="del">
          <pc:chgData name="Diggory Fenteay" userId="0341865c17ff8ef3" providerId="LiveId" clId="{6D11981F-076D-4616-B6D4-061272232FC4}" dt="2026-03-25T09:45:10.598" v="729" actId="47"/>
          <pc:sldLayoutMkLst>
            <pc:docMk/>
            <pc:sldMasterMk cId="0" sldId="2147483680"/>
            <pc:sldLayoutMk cId="0" sldId="2147483651"/>
          </pc:sldLayoutMkLst>
        </pc:sldLayoutChg>
        <pc:sldLayoutChg chg="del">
          <pc:chgData name="Diggory Fenteay" userId="0341865c17ff8ef3" providerId="LiveId" clId="{6D11981F-076D-4616-B6D4-061272232FC4}" dt="2026-04-08T17:26:19.213" v="11433" actId="47"/>
          <pc:sldLayoutMkLst>
            <pc:docMk/>
            <pc:sldMasterMk cId="0" sldId="2147483680"/>
            <pc:sldLayoutMk cId="0" sldId="2147483653"/>
          </pc:sldLayoutMkLst>
        </pc:sldLayoutChg>
        <pc:sldLayoutChg chg="del">
          <pc:chgData name="Diggory Fenteay" userId="0341865c17ff8ef3" providerId="LiveId" clId="{6D11981F-076D-4616-B6D4-061272232FC4}" dt="2026-03-25T09:45:10.598" v="729" actId="47"/>
          <pc:sldLayoutMkLst>
            <pc:docMk/>
            <pc:sldMasterMk cId="0" sldId="2147483680"/>
            <pc:sldLayoutMk cId="0" sldId="2147483656"/>
          </pc:sldLayoutMkLst>
        </pc:sldLayoutChg>
        <pc:sldLayoutChg chg="del">
          <pc:chgData name="Diggory Fenteay" userId="0341865c17ff8ef3" providerId="LiveId" clId="{6D11981F-076D-4616-B6D4-061272232FC4}" dt="2026-03-25T09:45:10.598" v="729" actId="47"/>
          <pc:sldLayoutMkLst>
            <pc:docMk/>
            <pc:sldMasterMk cId="0" sldId="2147483680"/>
            <pc:sldLayoutMk cId="0" sldId="2147483657"/>
          </pc:sldLayoutMkLst>
        </pc:sldLayoutChg>
        <pc:sldLayoutChg chg="del">
          <pc:chgData name="Diggory Fenteay" userId="0341865c17ff8ef3" providerId="LiveId" clId="{6D11981F-076D-4616-B6D4-061272232FC4}" dt="2026-03-24T06:46:29.469" v="420" actId="2696"/>
          <pc:sldLayoutMkLst>
            <pc:docMk/>
            <pc:sldMasterMk cId="0" sldId="2147483680"/>
            <pc:sldLayoutMk cId="0" sldId="2147483661"/>
          </pc:sldLayoutMkLst>
        </pc:sldLayoutChg>
        <pc:sldLayoutChg chg="del">
          <pc:chgData name="Diggory Fenteay" userId="0341865c17ff8ef3" providerId="LiveId" clId="{6D11981F-076D-4616-B6D4-061272232FC4}" dt="2026-03-25T09:45:10.598" v="729" actId="47"/>
          <pc:sldLayoutMkLst>
            <pc:docMk/>
            <pc:sldMasterMk cId="0" sldId="2147483680"/>
            <pc:sldLayoutMk cId="0" sldId="2147483662"/>
          </pc:sldLayoutMkLst>
        </pc:sldLayoutChg>
        <pc:sldLayoutChg chg="del">
          <pc:chgData name="Diggory Fenteay" userId="0341865c17ff8ef3" providerId="LiveId" clId="{6D11981F-076D-4616-B6D4-061272232FC4}" dt="2026-03-25T09:45:10.598" v="729" actId="47"/>
          <pc:sldLayoutMkLst>
            <pc:docMk/>
            <pc:sldMasterMk cId="0" sldId="2147483680"/>
            <pc:sldLayoutMk cId="0" sldId="2147483663"/>
          </pc:sldLayoutMkLst>
        </pc:sldLayoutChg>
        <pc:sldLayoutChg chg="del">
          <pc:chgData name="Diggory Fenteay" userId="0341865c17ff8ef3" providerId="LiveId" clId="{6D11981F-076D-4616-B6D4-061272232FC4}" dt="2026-03-25T09:45:10.598" v="729" actId="47"/>
          <pc:sldLayoutMkLst>
            <pc:docMk/>
            <pc:sldMasterMk cId="0" sldId="2147483680"/>
            <pc:sldLayoutMk cId="0" sldId="2147483664"/>
          </pc:sldLayoutMkLst>
        </pc:sldLayoutChg>
        <pc:sldLayoutChg chg="del">
          <pc:chgData name="Diggory Fenteay" userId="0341865c17ff8ef3" providerId="LiveId" clId="{6D11981F-076D-4616-B6D4-061272232FC4}" dt="2026-03-25T09:45:10.598" v="729" actId="47"/>
          <pc:sldLayoutMkLst>
            <pc:docMk/>
            <pc:sldMasterMk cId="0" sldId="2147483680"/>
            <pc:sldLayoutMk cId="0" sldId="2147483665"/>
          </pc:sldLayoutMkLst>
        </pc:sldLayoutChg>
        <pc:sldLayoutChg chg="del">
          <pc:chgData name="Diggory Fenteay" userId="0341865c17ff8ef3" providerId="LiveId" clId="{6D11981F-076D-4616-B6D4-061272232FC4}" dt="2026-03-25T09:45:10.598" v="729" actId="47"/>
          <pc:sldLayoutMkLst>
            <pc:docMk/>
            <pc:sldMasterMk cId="0" sldId="2147483680"/>
            <pc:sldLayoutMk cId="0" sldId="2147483666"/>
          </pc:sldLayoutMkLst>
        </pc:sldLayoutChg>
        <pc:sldLayoutChg chg="del">
          <pc:chgData name="Diggory Fenteay" userId="0341865c17ff8ef3" providerId="LiveId" clId="{6D11981F-076D-4616-B6D4-061272232FC4}" dt="2026-03-25T09:45:10.598" v="729" actId="47"/>
          <pc:sldLayoutMkLst>
            <pc:docMk/>
            <pc:sldMasterMk cId="0" sldId="2147483680"/>
            <pc:sldLayoutMk cId="0" sldId="2147483667"/>
          </pc:sldLayoutMkLst>
        </pc:sldLayoutChg>
        <pc:sldLayoutChg chg="del">
          <pc:chgData name="Diggory Fenteay" userId="0341865c17ff8ef3" providerId="LiveId" clId="{6D11981F-076D-4616-B6D4-061272232FC4}" dt="2026-03-25T09:45:10.598" v="729" actId="47"/>
          <pc:sldLayoutMkLst>
            <pc:docMk/>
            <pc:sldMasterMk cId="0" sldId="2147483680"/>
            <pc:sldLayoutMk cId="0" sldId="2147483668"/>
          </pc:sldLayoutMkLst>
        </pc:sldLayoutChg>
        <pc:sldLayoutChg chg="del">
          <pc:chgData name="Diggory Fenteay" userId="0341865c17ff8ef3" providerId="LiveId" clId="{6D11981F-076D-4616-B6D4-061272232FC4}" dt="2026-03-23T08:50:57.921" v="82" actId="2696"/>
          <pc:sldLayoutMkLst>
            <pc:docMk/>
            <pc:sldMasterMk cId="0" sldId="2147483680"/>
            <pc:sldLayoutMk cId="0" sldId="2147483669"/>
          </pc:sldLayoutMkLst>
        </pc:sldLayoutChg>
        <pc:sldLayoutChg chg="del">
          <pc:chgData name="Diggory Fenteay" userId="0341865c17ff8ef3" providerId="LiveId" clId="{6D11981F-076D-4616-B6D4-061272232FC4}" dt="2026-03-25T09:45:10.598" v="729" actId="47"/>
          <pc:sldLayoutMkLst>
            <pc:docMk/>
            <pc:sldMasterMk cId="0" sldId="2147483680"/>
            <pc:sldLayoutMk cId="0" sldId="2147483670"/>
          </pc:sldLayoutMkLst>
        </pc:sldLayoutChg>
        <pc:sldLayoutChg chg="del">
          <pc:chgData name="Diggory Fenteay" userId="0341865c17ff8ef3" providerId="LiveId" clId="{6D11981F-076D-4616-B6D4-061272232FC4}" dt="2026-03-25T09:45:10.598" v="729" actId="47"/>
          <pc:sldLayoutMkLst>
            <pc:docMk/>
            <pc:sldMasterMk cId="0" sldId="2147483680"/>
            <pc:sldLayoutMk cId="0" sldId="2147483671"/>
          </pc:sldLayoutMkLst>
        </pc:sldLayoutChg>
        <pc:sldLayoutChg chg="del">
          <pc:chgData name="Diggory Fenteay" userId="0341865c17ff8ef3" providerId="LiveId" clId="{6D11981F-076D-4616-B6D4-061272232FC4}" dt="2026-03-25T09:45:10.598" v="729" actId="47"/>
          <pc:sldLayoutMkLst>
            <pc:docMk/>
            <pc:sldMasterMk cId="0" sldId="2147483680"/>
            <pc:sldLayoutMk cId="0" sldId="2147483672"/>
          </pc:sldLayoutMkLst>
        </pc:sldLayoutChg>
        <pc:sldLayoutChg chg="del">
          <pc:chgData name="Diggory Fenteay" userId="0341865c17ff8ef3" providerId="LiveId" clId="{6D11981F-076D-4616-B6D4-061272232FC4}" dt="2026-03-25T09:45:10.598" v="729" actId="47"/>
          <pc:sldLayoutMkLst>
            <pc:docMk/>
            <pc:sldMasterMk cId="0" sldId="2147483680"/>
            <pc:sldLayoutMk cId="0" sldId="2147483677"/>
          </pc:sldLayoutMkLst>
        </pc:sldLayoutChg>
        <pc:sldLayoutChg chg="del">
          <pc:chgData name="Diggory Fenteay" userId="0341865c17ff8ef3" providerId="LiveId" clId="{6D11981F-076D-4616-B6D4-061272232FC4}" dt="2026-03-25T09:45:10.598" v="729" actId="47"/>
          <pc:sldLayoutMkLst>
            <pc:docMk/>
            <pc:sldMasterMk cId="0" sldId="2147483680"/>
            <pc:sldLayoutMk cId="0" sldId="2147483678"/>
          </pc:sldLayoutMkLst>
        </pc:sldLayoutChg>
      </pc:sldMasterChg>
      <pc:sldMasterChg chg="del delSldLayout">
        <pc:chgData name="Diggory Fenteay" userId="0341865c17ff8ef3" providerId="LiveId" clId="{6D11981F-076D-4616-B6D4-061272232FC4}" dt="2026-03-25T09:45:10.598" v="729" actId="47"/>
        <pc:sldMasterMkLst>
          <pc:docMk/>
          <pc:sldMasterMk cId="0" sldId="2147483681"/>
        </pc:sldMasterMkLst>
        <pc:sldLayoutChg chg="del">
          <pc:chgData name="Diggory Fenteay" userId="0341865c17ff8ef3" providerId="LiveId" clId="{6D11981F-076D-4616-B6D4-061272232FC4}" dt="2026-03-25T09:45:10.598" v="729" actId="47"/>
          <pc:sldLayoutMkLst>
            <pc:docMk/>
            <pc:sldMasterMk cId="0" sldId="2147483681"/>
            <pc:sldLayoutMk cId="0" sldId="214748367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CC848FC9-0C8F-8131-B213-57D839143AA6}"/>
            </a:ext>
          </a:extLst>
        </p:cNvPr>
        <p:cNvGrpSpPr/>
        <p:nvPr/>
      </p:nvGrpSpPr>
      <p:grpSpPr>
        <a:xfrm>
          <a:off x="0" y="0"/>
          <a:ext cx="0" cy="0"/>
          <a:chOff x="0" y="0"/>
          <a:chExt cx="0" cy="0"/>
        </a:xfrm>
      </p:grpSpPr>
      <p:sp>
        <p:nvSpPr>
          <p:cNvPr id="2180" name="Google Shape;2180;g804e9800b4_0_1151:notes">
            <a:extLst>
              <a:ext uri="{FF2B5EF4-FFF2-40B4-BE49-F238E27FC236}">
                <a16:creationId xmlns:a16="http://schemas.microsoft.com/office/drawing/2014/main" id="{43EF18F6-074C-175C-EC0C-99C5220D2D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a:extLst>
              <a:ext uri="{FF2B5EF4-FFF2-40B4-BE49-F238E27FC236}">
                <a16:creationId xmlns:a16="http://schemas.microsoft.com/office/drawing/2014/main" id="{7A1F52CE-9F2F-3E9A-8C07-9D7ACFD060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3901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a:extLst>
            <a:ext uri="{FF2B5EF4-FFF2-40B4-BE49-F238E27FC236}">
              <a16:creationId xmlns:a16="http://schemas.microsoft.com/office/drawing/2014/main" id="{B2ADAB73-566C-4B11-F061-B1D626F93D62}"/>
            </a:ext>
          </a:extLst>
        </p:cNvPr>
        <p:cNvGrpSpPr/>
        <p:nvPr/>
      </p:nvGrpSpPr>
      <p:grpSpPr>
        <a:xfrm>
          <a:off x="0" y="0"/>
          <a:ext cx="0" cy="0"/>
          <a:chOff x="0" y="0"/>
          <a:chExt cx="0" cy="0"/>
        </a:xfrm>
      </p:grpSpPr>
      <p:sp>
        <p:nvSpPr>
          <p:cNvPr id="2159" name="Google Shape;2159;g804e9800b4_0_1104:notes">
            <a:extLst>
              <a:ext uri="{FF2B5EF4-FFF2-40B4-BE49-F238E27FC236}">
                <a16:creationId xmlns:a16="http://schemas.microsoft.com/office/drawing/2014/main" id="{FF963D10-6D88-0DAB-0294-A67239F3FC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a:extLst>
              <a:ext uri="{FF2B5EF4-FFF2-40B4-BE49-F238E27FC236}">
                <a16:creationId xmlns:a16="http://schemas.microsoft.com/office/drawing/2014/main" id="{4321DA96-A222-D1C6-A4EA-5AB3EE0E1C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a:t>Hãy nhìn vào bảng so sánh '3 loại segmentation':</a:t>
            </a:r>
          </a:p>
          <a:p>
            <a:pPr marL="158750" indent="0">
              <a:buNone/>
            </a:pPr>
            <a:r>
              <a:rPr lang="vi-VN"/>
              <a:t>Với </a:t>
            </a:r>
            <a:r>
              <a:rPr lang="vi-VN" b="1"/>
              <a:t>Image classification</a:t>
            </a:r>
            <a:r>
              <a:rPr lang="vi-VN"/>
              <a:t>, chúng ta chỉ biết bức ảnh này chứa một 'con mắt', mà không biết vị trí của nó.</a:t>
            </a:r>
          </a:p>
          <a:p>
            <a:pPr marL="158750" indent="0">
              <a:buNone/>
            </a:pPr>
            <a:r>
              <a:rPr lang="vi-VN"/>
              <a:t>Với </a:t>
            </a:r>
            <a:r>
              <a:rPr lang="vi-VN" b="1"/>
              <a:t>Object detection</a:t>
            </a:r>
            <a:r>
              <a:rPr lang="vi-VN"/>
              <a:t>, chúng ta biết đó là con mắt và còn khoanh vùng được vị trí của nó bằng một khung bao (bounding box), thậm chí là với độ tin cậy.</a:t>
            </a:r>
          </a:p>
          <a:p>
            <a:pPr marL="158750" indent="0">
              <a:buNone/>
            </a:pPr>
            <a:r>
              <a:rPr lang="vi-VN"/>
              <a:t>Và mức độ chi tiết nhất là </a:t>
            </a:r>
            <a:r>
              <a:rPr lang="vi-VN" b="1"/>
              <a:t>Semantic segmentation</a:t>
            </a:r>
            <a:r>
              <a:rPr lang="vi-VN"/>
              <a:t>. Ở đây, chúng ta không chỉ khoanh vùng mà còn tô màu cho </a:t>
            </a:r>
            <a:r>
              <a:rPr lang="vi-VN" i="1"/>
              <a:t>từng pixel</a:t>
            </a:r>
            <a:r>
              <a:rPr lang="vi-VN"/>
              <a:t> của bức ảnh, phân loại chính xác xem mỗi pixel thuộc về lớp nào (như 'Nền', 'Củng mạc', hay 'Giác mạc').</a:t>
            </a:r>
          </a:p>
          <a:p>
            <a:pPr marL="0" lvl="0" indent="0" algn="l" rtl="0">
              <a:spcBef>
                <a:spcPts val="0"/>
              </a:spcBef>
              <a:spcAft>
                <a:spcPts val="0"/>
              </a:spcAft>
              <a:buNone/>
            </a:pPr>
            <a:endParaRPr lang="vi-VN"/>
          </a:p>
        </p:txBody>
      </p:sp>
    </p:spTree>
    <p:extLst>
      <p:ext uri="{BB962C8B-B14F-4D97-AF65-F5344CB8AC3E}">
        <p14:creationId xmlns:p14="http://schemas.microsoft.com/office/powerpoint/2010/main" val="3043514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a:extLst>
            <a:ext uri="{FF2B5EF4-FFF2-40B4-BE49-F238E27FC236}">
              <a16:creationId xmlns:a16="http://schemas.microsoft.com/office/drawing/2014/main" id="{F565EB89-A29C-22A6-54F6-235084708BE8}"/>
            </a:ext>
          </a:extLst>
        </p:cNvPr>
        <p:cNvGrpSpPr/>
        <p:nvPr/>
      </p:nvGrpSpPr>
      <p:grpSpPr>
        <a:xfrm>
          <a:off x="0" y="0"/>
          <a:ext cx="0" cy="0"/>
          <a:chOff x="0" y="0"/>
          <a:chExt cx="0" cy="0"/>
        </a:xfrm>
      </p:grpSpPr>
      <p:sp>
        <p:nvSpPr>
          <p:cNvPr id="2159" name="Google Shape;2159;g804e9800b4_0_1104:notes">
            <a:extLst>
              <a:ext uri="{FF2B5EF4-FFF2-40B4-BE49-F238E27FC236}">
                <a16:creationId xmlns:a16="http://schemas.microsoft.com/office/drawing/2014/main" id="{08C6A49D-245B-1A8B-B19F-A824CAB2F0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a:extLst>
              <a:ext uri="{FF2B5EF4-FFF2-40B4-BE49-F238E27FC236}">
                <a16:creationId xmlns:a16="http://schemas.microsoft.com/office/drawing/2014/main" id="{D1DBEBF5-9D30-0904-9DEF-F86929715A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a:t>Tiếp nối khái niệm Semantic Segmentation, hãy cùng nhìn lại bức tranh toàn cảnh để hiểu tại sao chúng ta lại cần đến TT-SFUDA. Lộ trình phát triển của các mô hình AI giải quyết những bài toán liên tiếp nhau.</a:t>
            </a:r>
          </a:p>
          <a:p>
            <a:pPr marL="158750" indent="0">
              <a:buNone/>
            </a:pPr>
            <a:r>
              <a:rPr lang="vi-VN"/>
              <a:t>Ban đầu, chúng ta có </a:t>
            </a:r>
            <a:r>
              <a:rPr lang="vi-VN" b="1"/>
              <a:t>NN (Neural Network)</a:t>
            </a:r>
            <a:r>
              <a:rPr lang="vi-VN"/>
              <a:t> làm nền tảng, nhưng khi áp dụng cho ảnh, nó làm phẳng dữ liệu và phá vỡ cấu trúc không gian 2D. Để giải quyết, </a:t>
            </a:r>
            <a:r>
              <a:rPr lang="vi-VN" b="1"/>
              <a:t>CNN</a:t>
            </a:r>
            <a:r>
              <a:rPr lang="vi-VN"/>
              <a:t> ra đời giúp nhận dạng được không gian. Tuy nhiên, CNN tiêu chuẩn chủ yếu dùng để phân loại, nó không chỉ ra được vị trí chính xác của từng pixel.</a:t>
            </a:r>
          </a:p>
          <a:p>
            <a:pPr marL="158750" indent="0">
              <a:buNone/>
            </a:pPr>
            <a:r>
              <a:rPr lang="vi-VN"/>
              <a:t>Sự xuất hiện của </a:t>
            </a:r>
            <a:r>
              <a:rPr lang="vi-VN" b="1"/>
              <a:t>U-Net</a:t>
            </a:r>
            <a:r>
              <a:rPr lang="vi-VN"/>
              <a:t> đã giải quyết triệt để bài toán này, tạo ra cuộc cách mạng trong Phân vùng ngữ nghĩa. Nhưng một vấn đề lớn ở thực tế nảy sinh: U-Net hoạt động cực kỳ kém khi gặp môi trường mới (Domain Shift). Để khắc phục, </a:t>
            </a:r>
            <a:r>
              <a:rPr lang="vi-VN" b="1"/>
              <a:t>UDA</a:t>
            </a:r>
            <a:r>
              <a:rPr lang="vi-VN"/>
              <a:t> (Unsupervised Domain Adaptation) ra đời giúp mô hình 'thích nghi' với miền dữ liệu mới.</a:t>
            </a:r>
          </a:p>
          <a:p>
            <a:pPr marL="158750" indent="0">
              <a:buNone/>
            </a:pPr>
            <a:r>
              <a:rPr lang="vi-VN"/>
              <a:t>Tưởng chừng UDA đã là giải pháp tốt, nhưng nó lại yêu cầu phải truy cập vào cả Dữ liệu nguồn (Source data) và Dữ liệu đích (Target data) cùng lúc. Trong thực tế, đặc biệt là y tế, việc chia sẻ dữ liệu gốc vi phạm nghiêm trọng các quy định bảo mật như luật HIPAA. Đó là lý do </a:t>
            </a:r>
            <a:r>
              <a:rPr lang="vi-VN" b="1"/>
              <a:t>SFUDA</a:t>
            </a:r>
            <a:r>
              <a:rPr lang="vi-VN"/>
              <a:t> (Source-Free UDA) xuất hiện: chỉ dùng mô hình đã pre-train mà không cần dữ liệu nguồn.</a:t>
            </a:r>
          </a:p>
          <a:p>
            <a:pPr marL="158750" indent="0">
              <a:buNone/>
            </a:pPr>
            <a:r>
              <a:rPr lang="vi-VN"/>
              <a:t>Dù vậy, SFUDA vẫn tồn tại điểm yếu chí mạng: nó thường dựa vào nhãn giả (pseudo-labels) để tự huấn luyện, dẫn đến lỗi 'Thiên kiến xác nhận' (Confirmation Bias) - mô hình tự củng cố những dự đoán sai của chính nó. Và để vá lỗ hổng cuối cùng này, </a:t>
            </a:r>
            <a:r>
              <a:rPr lang="vi-VN" b="1"/>
              <a:t>TT-SFUDA</a:t>
            </a:r>
            <a:r>
              <a:rPr lang="vi-VN"/>
              <a:t> chính thức trở thành giải pháp hoàn chỉnh nhất hiện nay, vừa bảo mật, vừa thích nghi theo thời gian thực (Test-time) mà không bị kẹt trong các dự đoán sai lệch.</a:t>
            </a:r>
          </a:p>
          <a:p>
            <a:pPr marL="0" lvl="0" indent="0" algn="l" rtl="0">
              <a:spcBef>
                <a:spcPts val="0"/>
              </a:spcBef>
              <a:spcAft>
                <a:spcPts val="0"/>
              </a:spcAft>
              <a:buNone/>
            </a:pPr>
            <a:endParaRPr lang="vi-VN"/>
          </a:p>
        </p:txBody>
      </p:sp>
    </p:spTree>
    <p:extLst>
      <p:ext uri="{BB962C8B-B14F-4D97-AF65-F5344CB8AC3E}">
        <p14:creationId xmlns:p14="http://schemas.microsoft.com/office/powerpoint/2010/main" val="396484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p:cNvGrpSpPr/>
        <p:nvPr/>
      </p:nvGrpSpPr>
      <p:grpSpPr>
        <a:xfrm>
          <a:off x="0" y="0"/>
          <a:ext cx="0" cy="0"/>
          <a:chOff x="0" y="0"/>
          <a:chExt cx="0" cy="0"/>
        </a:xfrm>
      </p:grpSpPr>
      <p:sp>
        <p:nvSpPr>
          <p:cNvPr id="2180" name="Google Shape;2180;g804e9800b4_0_1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a:t>Nhìn vào bảng so sánh này, chúng ta có thể thấy sự phát triển của AI thực chất là một quá trình 'vá lỗi' liên tục.</a:t>
            </a:r>
          </a:p>
          <a:p>
            <a:pPr marL="158750" indent="0">
              <a:buNone/>
            </a:pPr>
            <a:r>
              <a:rPr lang="vi-VN"/>
              <a:t>Ở những thế hệ đầu tiên từ NN đến CNN, chúng ta chật vật với việc làm sao để máy tính hiểu được không gian bức ảnh. U-Net ra đời như một vị cứutinh cho bài toán phân vùng pixel, nhưng nó lại quá 'ngây thơ' trước sự thay đổi của môi trường thực tế – hiện tượng Domain Shift.</a:t>
            </a:r>
          </a:p>
          <a:p>
            <a:pPr marL="158750" indent="0">
              <a:buNone/>
            </a:pPr>
            <a:r>
              <a:rPr lang="vi-VN"/>
              <a:t>Để mô hình 'trưởng thành' và tự thích nghi, UDA được phát triển. Tuy nhiên, ở môi trường thực tế như bệnh viện hay các công ty yêu cầu bảo mật cao, bạn không thể vác dữ liệu gốc đi khắp nơi được. SFUDA giải quyết bài toán bảo mật bằng cách loại bỏ hoàn toàn việc cần dữ liệu nguồn.</a:t>
            </a:r>
          </a:p>
          <a:p>
            <a:pPr marL="158750" indent="0">
              <a:buNone/>
            </a:pPr>
            <a:r>
              <a:rPr lang="vi-VN"/>
              <a:t>Dù vậy, SFUDA vẫn giống như một người tự học từ những cuốn sách có lỗi sai – nó sinh ra nhãn giả (pseudo-labels) sai và tự học lại cái sai đó (Confirmation Bias). Và dòng cuối cùng của bảng này chính là lý do chúng ta có mặt ở đây hôm nay: </a:t>
            </a:r>
            <a:r>
              <a:rPr lang="vi-VN" b="1"/>
              <a:t>TT-SFUDA</a:t>
            </a:r>
            <a:r>
              <a:rPr lang="vi-VN"/>
              <a:t>. Nó vừa bảo mật, vừa sửa được lỗi học vẹt, và đặc biệt là nó thích nghi ngay lập tức tại thời điểm Test-time.</a:t>
            </a: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p:cNvGrpSpPr/>
        <p:nvPr/>
      </p:nvGrpSpPr>
      <p:grpSpPr>
        <a:xfrm>
          <a:off x="0" y="0"/>
          <a:ext cx="0" cy="0"/>
          <a:chOff x="0" y="0"/>
          <a:chExt cx="0" cy="0"/>
        </a:xfrm>
      </p:grpSpPr>
      <p:sp>
        <p:nvSpPr>
          <p:cNvPr id="2238" name="Google Shape;2238;g86fa6133bc_4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a:t>Đây là sơ đồ kiến trúc hoàn chỉnh của TT-SFUDA được trích xuất trực tiếp từ mã nguồn. Nhìn vào đây, mọi người có thể thấy quy trình được chia làm 2 giai đoạn chính rất rõ ràng.</a:t>
            </a:r>
          </a:p>
          <a:p>
            <a:pPr marL="158750" indent="0">
              <a:buNone/>
            </a:pPr>
            <a:r>
              <a:rPr lang="vi-VN"/>
              <a:t>Ở </a:t>
            </a:r>
            <a:r>
              <a:rPr lang="vi-VN" b="1"/>
              <a:t>Stage I (màu cam)</a:t>
            </a:r>
            <a:r>
              <a:rPr lang="vi-VN"/>
              <a:t>, ảnh đầu vào sẽ được nhân bản thành nhiều góc độ khác nhau. Chúng ta đưa nó qua Source Model – lúc này đã bị khóa trọng số. Source Model sẽ nhả ra 2 thứ: dự đoán ban đầu (Pseudo label) và mức độ tự tin của nó (Entropy map). Chìa khóa nằm ở khối màu vàng </a:t>
            </a:r>
            <a:r>
              <a:rPr lang="vi-VN" b="1"/>
              <a:t>Selective Voting</a:t>
            </a:r>
            <a:r>
              <a:rPr lang="vi-VN"/>
              <a:t>: nó dùng Entropy để lọc bỏ những chỗ Source Model đang 'đoán mò', giữ lại những chỗ chắc chắn nhất để tạo ra một nhãn giả chất lượng cao gọi là Enhanced Pseudo GT.</a:t>
            </a:r>
          </a:p>
          <a:p>
            <a:pPr marL="158750" indent="0">
              <a:buNone/>
            </a:pPr>
            <a:r>
              <a:rPr lang="vi-VN"/>
              <a:t>Sau khi có nhãn tốt, chúng ta chuyển sang </a:t>
            </a:r>
            <a:r>
              <a:rPr lang="vi-VN" b="1"/>
              <a:t>Stage II (màu xanh nhạt)</a:t>
            </a:r>
            <a:r>
              <a:rPr lang="vi-VN"/>
              <a:t>. Đây là lúc mô hình thực sự thích nghi. Một bức ảnh sẽ được đi qua 2 bộ lọc: một bên bị bóp méo nhẹ (Weak Aug), một bên bóp méo mạnh (Strong Aug). Mô hình đích (Target Model) phải tự học cách đưa ra kết quả đồng nhất giữa 2 phiên bản này. Quá trình cập nhật kiến thức mới được kiểm soát bằng một cơ chế gọi là EMA, giúp mô hình thích nghi từ từ mà không bị 'quên' đinhững kiến thức nền tảng ban đầu.</a:t>
            </a: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b="1" err="1"/>
              <a:t>Dịch</a:t>
            </a:r>
            <a:r>
              <a:rPr lang="en-US" b="1"/>
              <a:t> </a:t>
            </a:r>
            <a:r>
              <a:rPr lang="en-US" b="1" err="1"/>
              <a:t>chuyển</a:t>
            </a:r>
            <a:r>
              <a:rPr lang="en-US" b="1"/>
              <a:t> </a:t>
            </a:r>
            <a:r>
              <a:rPr lang="en-US" b="1" err="1"/>
              <a:t>Miền</a:t>
            </a:r>
            <a:r>
              <a:rPr lang="en-US" b="1"/>
              <a:t> (Domain Shift):</a:t>
            </a:r>
            <a:endParaRPr lang="en-US" sz="1100" b="1" i="0" u="none" strike="noStrike" cap="none">
              <a:solidFill>
                <a:srgbClr val="000000"/>
              </a:solidFill>
              <a:effectLst/>
              <a:latin typeface="Arial"/>
              <a:ea typeface="Arial"/>
              <a:cs typeface="Arial"/>
              <a:sym typeface="Arial"/>
            </a:endParaRPr>
          </a:p>
          <a:p>
            <a:pPr marL="158750" indent="0">
              <a:buNone/>
            </a:pPr>
            <a:r>
              <a:rPr lang="en-US" sz="1100" b="0" i="0" u="none" strike="noStrike" cap="none">
                <a:solidFill>
                  <a:srgbClr val="000000"/>
                </a:solidFill>
                <a:effectLst/>
                <a:latin typeface="Arial"/>
                <a:ea typeface="Arial"/>
                <a:cs typeface="Arial"/>
                <a:sym typeface="Arial"/>
              </a:rPr>
              <a:t>P</a:t>
            </a:r>
            <a:r>
              <a:rPr lang="vi-VN" sz="1100" b="0" i="0" u="none" strike="noStrike" cap="none">
                <a:solidFill>
                  <a:srgbClr val="000000"/>
                </a:solidFill>
                <a:effectLst/>
                <a:latin typeface="Arial"/>
                <a:ea typeface="Arial"/>
                <a:cs typeface="Arial"/>
                <a:sym typeface="Arial"/>
              </a:rPr>
              <a:t>hía bên trái, chúng ta có </a:t>
            </a:r>
            <a:r>
              <a:rPr lang="vi-VN" sz="1100" b="1" i="0" u="none" strike="noStrike" cap="none">
                <a:solidFill>
                  <a:srgbClr val="000000"/>
                </a:solidFill>
                <a:effectLst/>
                <a:latin typeface="Arial"/>
                <a:ea typeface="Arial"/>
                <a:cs typeface="Arial"/>
                <a:sym typeface="Arial"/>
              </a:rPr>
              <a:t>Miền Nguồn (Source Domain </a:t>
            </a:r>
            <a:r>
              <a:rPr lang="vi-VN" sz="1100" b="0" i="0" u="none" strike="noStrike" cap="none">
                <a:solidFill>
                  <a:srgbClr val="000000"/>
                </a:solidFill>
                <a:effectLst/>
                <a:latin typeface="Arial"/>
                <a:ea typeface="Arial"/>
                <a:cs typeface="Arial"/>
                <a:sym typeface="Arial"/>
              </a:rPr>
              <a:t>Đây là tập dữ liệu huấn luyện lý tưởng mà chúng ta có, ví dụ như từ 'Bệnh viện</a:t>
            </a:r>
            <a:r>
              <a:rPr lang="en-US" sz="1100" b="0" i="0" u="none" strike="noStrike" cap="none">
                <a:solidFill>
                  <a:srgbClr val="000000"/>
                </a:solidFill>
                <a:effectLst/>
                <a:latin typeface="Arial"/>
                <a:ea typeface="Arial"/>
                <a:cs typeface="Arial"/>
                <a:sym typeface="Arial"/>
              </a:rPr>
              <a:t> </a:t>
            </a:r>
            <a:r>
              <a:rPr lang="vi-VN" sz="1100" b="0" i="0" u="none" strike="noStrike" cap="none">
                <a:solidFill>
                  <a:srgbClr val="000000"/>
                </a:solidFill>
                <a:effectLst/>
                <a:latin typeface="Arial"/>
                <a:ea typeface="Arial"/>
                <a:cs typeface="Arial"/>
                <a:sym typeface="Arial"/>
              </a:rPr>
              <a:t>A'. Như bạn thấy trên đồ thị phân phối</a:t>
            </a:r>
            <a:r>
              <a:rPr lang="en-US" sz="1100" b="0" i="0" u="none" strike="noStrike" cap="none">
                <a:solidFill>
                  <a:srgbClr val="000000"/>
                </a:solidFill>
                <a:effectLst/>
                <a:latin typeface="Arial"/>
                <a:ea typeface="Arial"/>
                <a:cs typeface="Arial"/>
                <a:sym typeface="Arial"/>
              </a:rPr>
              <a:t>,</a:t>
            </a:r>
            <a:r>
              <a:rPr lang="vi-VN" sz="1100" b="0" i="0" u="none" strike="noStrike" cap="none">
                <a:solidFill>
                  <a:srgbClr val="000000"/>
                </a:solidFill>
                <a:effectLst/>
                <a:latin typeface="Arial"/>
                <a:ea typeface="Arial"/>
                <a:cs typeface="Arial"/>
                <a:sym typeface="Arial"/>
              </a:rPr>
              <a:t>dữ liệu này rất tập trung và đồng nhất. Hình ảnh đáy mắt minh họa ở đây rất rõ nét, được chụp từ máy mới.</a:t>
            </a:r>
            <a:r>
              <a:rPr lang="en-US" sz="1100" b="0" i="0" u="none" strike="noStrike" cap="none">
                <a:solidFill>
                  <a:srgbClr val="000000"/>
                </a:solidFill>
                <a:effectLst/>
                <a:latin typeface="Arial"/>
                <a:ea typeface="Arial"/>
                <a:cs typeface="Arial"/>
                <a:sym typeface="Arial"/>
              </a:rPr>
              <a:t> </a:t>
            </a:r>
            <a:r>
              <a:rPr lang="vi-VN" sz="1100" b="0" i="0" u="none" strike="noStrike" cap="none">
                <a:solidFill>
                  <a:srgbClr val="000000"/>
                </a:solidFill>
                <a:effectLst/>
                <a:latin typeface="Arial"/>
                <a:ea typeface="Arial"/>
                <a:cs typeface="Arial"/>
                <a:sym typeface="Arial"/>
              </a:rPr>
              <a:t>Nhờ dữ liệu chất lượng cao này, mô hình của chúng ta đạt hiệu suất cực kỳ ấn tượng, lên tới </a:t>
            </a:r>
            <a:r>
              <a:rPr lang="vi-VN" sz="1100" b="1" i="0" u="none" strike="noStrike" cap="none">
                <a:solidFill>
                  <a:srgbClr val="000000"/>
                </a:solidFill>
                <a:effectLst/>
                <a:latin typeface="Arial"/>
                <a:ea typeface="Arial"/>
                <a:cs typeface="Arial"/>
                <a:sym typeface="Arial"/>
              </a:rPr>
              <a:t>95%</a:t>
            </a:r>
            <a:r>
              <a:rPr lang="vi-VN" sz="1100" b="0" i="0" u="none" strike="noStrike" cap="none">
                <a:solidFill>
                  <a:srgbClr val="000000"/>
                </a:solidFill>
                <a:effectLst/>
                <a:latin typeface="Arial"/>
                <a:ea typeface="Arial"/>
                <a:cs typeface="Arial"/>
                <a:sym typeface="Arial"/>
              </a:rPr>
              <a:t>.</a:t>
            </a:r>
            <a:r>
              <a:rPr lang="en-US" sz="1100" b="0" i="0" u="none" strike="noStrike" cap="none">
                <a:solidFill>
                  <a:srgbClr val="000000"/>
                </a:solidFill>
                <a:effectLst/>
                <a:latin typeface="Arial"/>
                <a:ea typeface="Arial"/>
                <a:cs typeface="Arial"/>
                <a:sym typeface="Arial"/>
              </a:rPr>
              <a:t> </a:t>
            </a:r>
            <a:r>
              <a:rPr lang="vi-VN" sz="1100" b="0" i="0" u="none" strike="noStrike" cap="none">
                <a:solidFill>
                  <a:srgbClr val="000000"/>
                </a:solidFill>
                <a:effectLst/>
                <a:latin typeface="Arial"/>
                <a:ea typeface="Arial"/>
                <a:cs typeface="Arial"/>
                <a:sym typeface="Arial"/>
              </a:rPr>
              <a:t>Tuy nhiên, vấn đề nảy sinh khi chúng ta mang mô hình này đến một môi trường thực tế khác — </a:t>
            </a:r>
            <a:r>
              <a:rPr lang="vi-VN" sz="1100" b="1" i="0" u="none" strike="noStrike" cap="none">
                <a:solidFill>
                  <a:srgbClr val="000000"/>
                </a:solidFill>
                <a:effectLst/>
                <a:latin typeface="Arial"/>
                <a:ea typeface="Arial"/>
                <a:cs typeface="Arial"/>
                <a:sym typeface="Arial"/>
              </a:rPr>
              <a:t>Miền Đích (Target Domain</a:t>
            </a:r>
            <a:r>
              <a:rPr lang="en-US" sz="1100" b="1" i="0" u="none" strike="noStrike" cap="none">
                <a:solidFill>
                  <a:srgbClr val="000000"/>
                </a:solidFill>
                <a:effectLst/>
                <a:latin typeface="Arial"/>
                <a:ea typeface="Arial"/>
                <a:cs typeface="Arial"/>
                <a:sym typeface="Arial"/>
              </a:rPr>
              <a:t>)</a:t>
            </a:r>
            <a:r>
              <a:rPr lang="vi-VN" sz="1100" b="0" i="0" u="none" strike="noStrike" cap="none">
                <a:solidFill>
                  <a:srgbClr val="000000"/>
                </a:solidFill>
                <a:effectLst/>
                <a:latin typeface="Arial"/>
                <a:ea typeface="Arial"/>
                <a:cs typeface="Arial"/>
                <a:sym typeface="Arial"/>
              </a:rPr>
              <a:t>ở phía bên phải, ví dụ như 'Bệnh viện B'. Tại đây, máy chụp đã cũ, hình ảnh bị mờ, nhiễu và ám màu.</a:t>
            </a:r>
            <a:r>
              <a:rPr lang="en-US" sz="1100" b="0" i="0" u="none" strike="noStrike" cap="none">
                <a:solidFill>
                  <a:srgbClr val="000000"/>
                </a:solidFill>
                <a:effectLst/>
                <a:latin typeface="Arial"/>
                <a:ea typeface="Arial"/>
                <a:cs typeface="Arial"/>
                <a:sym typeface="Arial"/>
              </a:rPr>
              <a:t> </a:t>
            </a:r>
            <a:r>
              <a:rPr lang="vi-VN" sz="1100" b="0" i="0" u="none" strike="noStrike" cap="none">
                <a:solidFill>
                  <a:srgbClr val="000000"/>
                </a:solidFill>
                <a:effectLst/>
                <a:latin typeface="Arial"/>
                <a:ea typeface="Arial"/>
                <a:cs typeface="Arial"/>
                <a:sym typeface="Arial"/>
              </a:rPr>
              <a:t>Sự khác biệt về đặc trưng hình ảnh đầu vào này được biểu diễn toán học bằng phương trình </a:t>
            </a:r>
            <a:r>
              <a:rPr lang="en-US" sz="1100" b="1" i="0" u="none" strike="noStrike" cap="none" err="1">
                <a:solidFill>
                  <a:srgbClr val="000000"/>
                </a:solidFill>
                <a:effectLst/>
                <a:latin typeface="Arial"/>
                <a:ea typeface="Arial"/>
                <a:cs typeface="Arial"/>
                <a:sym typeface="Arial"/>
              </a:rPr>
              <a:t>Px</a:t>
            </a:r>
            <a:r>
              <a:rPr lang="en-US" sz="1100" b="1" i="0" u="none" strike="noStrike" cap="none">
                <a:solidFill>
                  <a:srgbClr val="000000"/>
                </a:solidFill>
                <a:effectLst/>
                <a:latin typeface="Arial"/>
                <a:ea typeface="Arial"/>
                <a:cs typeface="Arial"/>
                <a:sym typeface="Arial"/>
              </a:rPr>
              <a:t> </a:t>
            </a:r>
            <a:r>
              <a:rPr lang="en-US" sz="1100" b="1" i="0" u="none" strike="noStrike" cap="none" err="1">
                <a:solidFill>
                  <a:srgbClr val="000000"/>
                </a:solidFill>
                <a:effectLst/>
                <a:latin typeface="Arial"/>
                <a:ea typeface="Arial"/>
                <a:cs typeface="Arial"/>
                <a:sym typeface="Arial"/>
              </a:rPr>
              <a:t>khác</a:t>
            </a:r>
            <a:r>
              <a:rPr lang="en-US" sz="1100" b="1" i="0" u="none" strike="noStrike" cap="none">
                <a:solidFill>
                  <a:srgbClr val="000000"/>
                </a:solidFill>
                <a:effectLst/>
                <a:latin typeface="Arial"/>
                <a:ea typeface="Arial"/>
                <a:cs typeface="Arial"/>
                <a:sym typeface="Arial"/>
              </a:rPr>
              <a:t> Pt. </a:t>
            </a:r>
            <a:r>
              <a:rPr lang="vi-VN" sz="1100" b="0" i="0" u="none" strike="noStrike" cap="none">
                <a:solidFill>
                  <a:srgbClr val="000000"/>
                </a:solidFill>
                <a:effectLst/>
                <a:latin typeface="Arial"/>
                <a:ea typeface="Arial"/>
                <a:cs typeface="Arial"/>
                <a:sym typeface="Arial"/>
              </a:rPr>
              <a:t>Đồ thị phân phối của Miền Đích đã dịch chuyển hoàn toàn so với Miền Nguồn. Khoảng trống giữa hai đỉnh đồi này chính là 'Domain Gap'.</a:t>
            </a:r>
          </a:p>
          <a:p>
            <a:pPr marL="158750" indent="0">
              <a:buNone/>
            </a:pPr>
            <a:r>
              <a:rPr lang="vi-VN" sz="1100" b="0" i="0" u="none" strike="noStrike" cap="none">
                <a:solidFill>
                  <a:srgbClr val="000000"/>
                </a:solidFill>
                <a:effectLst/>
                <a:latin typeface="Arial"/>
                <a:ea typeface="Arial"/>
                <a:cs typeface="Arial"/>
                <a:sym typeface="Arial"/>
              </a:rPr>
              <a:t>Kết quả là gì? Như hình ảnh ở giữa minh họa, mô hình của chúng ta 'bị ngợp' trước dữ liệu lạ. Nó sụp đổ hoàn toàn khi gặp hình ảnh mờ từ Miền Đích, và hiệu suất tụt dốc thê thảm, chỉ còn </a:t>
            </a:r>
            <a:r>
              <a:rPr lang="vi-VN" sz="1100" b="1" i="0" u="none" strike="noStrike" cap="none">
                <a:solidFill>
                  <a:srgbClr val="000000"/>
                </a:solidFill>
                <a:effectLst/>
                <a:latin typeface="Arial"/>
                <a:ea typeface="Arial"/>
                <a:cs typeface="Arial"/>
                <a:sym typeface="Arial"/>
              </a:rPr>
              <a:t>55%</a:t>
            </a:r>
            <a:r>
              <a:rPr lang="vi-VN" sz="1100" b="0" i="0" u="none" strike="noStrike" cap="none">
                <a:solidFill>
                  <a:srgbClr val="000000"/>
                </a:solidFill>
                <a:effectLst/>
                <a:latin typeface="Arial"/>
                <a:ea typeface="Arial"/>
                <a:cs typeface="Arial"/>
                <a:sym typeface="Arial"/>
              </a:rPr>
              <a:t>.</a:t>
            </a:r>
          </a:p>
          <a:p>
            <a:pPr marL="158750" indent="0">
              <a:buNone/>
            </a:pPr>
            <a:endParaRPr lang="en-US"/>
          </a:p>
          <a:p>
            <a:pPr marL="158750" indent="0">
              <a:buNone/>
            </a:pPr>
            <a:endParaRPr lang="en-US"/>
          </a:p>
          <a:p>
            <a:pPr marL="158750" indent="0">
              <a:buNone/>
            </a:pPr>
            <a:r>
              <a:rPr lang="vi-VN" sz="1100" b="1" i="0" u="none" strike="noStrike" cap="none">
                <a:solidFill>
                  <a:srgbClr val="000000"/>
                </a:solidFill>
                <a:effectLst/>
                <a:latin typeface="Arial"/>
                <a:ea typeface="Arial"/>
                <a:cs typeface="Arial"/>
                <a:sym typeface="Arial"/>
              </a:rPr>
              <a:t>Học thích nghi Miền (Domain Adaptation)</a:t>
            </a:r>
            <a:r>
              <a:rPr lang="en-US" sz="1100" b="1" i="0" u="none" strike="noStrike" cap="none">
                <a:solidFill>
                  <a:srgbClr val="000000"/>
                </a:solidFill>
                <a:effectLst/>
                <a:latin typeface="Arial"/>
                <a:ea typeface="Arial"/>
                <a:cs typeface="Arial"/>
                <a:sym typeface="Arial"/>
              </a:rPr>
              <a:t>:</a:t>
            </a:r>
            <a:endParaRPr lang="vi-VN" sz="1100" b="0" i="0" u="none" strike="noStrike" cap="none">
              <a:solidFill>
                <a:srgbClr val="000000"/>
              </a:solidFill>
              <a:effectLst/>
              <a:latin typeface="Arial"/>
              <a:ea typeface="Arial"/>
              <a:cs typeface="Arial"/>
              <a:sym typeface="Arial"/>
            </a:endParaRPr>
          </a:p>
          <a:p>
            <a:pPr marL="158750" indent="0">
              <a:buNone/>
            </a:pPr>
            <a:r>
              <a:rPr lang="vi-VN" sz="1100" b="0" i="0" u="none" strike="noStrike" cap="none">
                <a:solidFill>
                  <a:srgbClr val="000000"/>
                </a:solidFill>
                <a:effectLst/>
                <a:latin typeface="Arial"/>
                <a:ea typeface="Arial"/>
                <a:cs typeface="Arial"/>
                <a:sym typeface="Arial"/>
              </a:rPr>
              <a:t>Quá trình này được minh họa như một bộ 'hộp số' học tập. Chúng ta không thể sử dụng dữ liệu Miền Nguồn nữa (do bảo mật), nhưng chúng ta vẫn tận dụng </a:t>
            </a:r>
            <a:r>
              <a:rPr lang="vi-VN" sz="1100" b="1" i="0" u="none" strike="noStrike" cap="none">
                <a:solidFill>
                  <a:srgbClr val="000000"/>
                </a:solidFill>
                <a:effectLst/>
                <a:latin typeface="Arial"/>
                <a:ea typeface="Arial"/>
                <a:cs typeface="Arial"/>
                <a:sym typeface="Arial"/>
              </a:rPr>
              <a:t>tri thức Pre-trained</a:t>
            </a:r>
            <a:r>
              <a:rPr lang="vi-VN" sz="1100" b="0" i="0" u="none" strike="noStrike" cap="none">
                <a:solidFill>
                  <a:srgbClr val="000000"/>
                </a:solidFill>
                <a:effectLst/>
                <a:latin typeface="Arial"/>
                <a:ea typeface="Arial"/>
                <a:cs typeface="Arial"/>
                <a:sym typeface="Arial"/>
              </a:rPr>
              <a:t> từ mô hình nguồn.</a:t>
            </a:r>
          </a:p>
          <a:p>
            <a:pPr marL="158750" indent="0">
              <a:buNone/>
            </a:pPr>
            <a:r>
              <a:rPr lang="vi-VN" sz="1100" b="0" i="0" u="none" strike="noStrike" cap="none">
                <a:solidFill>
                  <a:srgbClr val="000000"/>
                </a:solidFill>
                <a:effectLst/>
                <a:latin typeface="Arial"/>
                <a:ea typeface="Arial"/>
                <a:cs typeface="Arial"/>
                <a:sym typeface="Arial"/>
              </a:rPr>
              <a:t>Dữ liệu đầu vào chính cho quá trình này là </a:t>
            </a:r>
            <a:r>
              <a:rPr lang="vi-VN" sz="1100" b="1" i="0" u="none" strike="noStrike" cap="none">
                <a:solidFill>
                  <a:srgbClr val="000000"/>
                </a:solidFill>
                <a:effectLst/>
                <a:latin typeface="Arial"/>
                <a:ea typeface="Arial"/>
                <a:cs typeface="Arial"/>
                <a:sym typeface="Arial"/>
              </a:rPr>
              <a:t>Dữ liệu Miền Đích ($\mathcal{D}_T$)</a:t>
            </a:r>
            <a:r>
              <a:rPr lang="vi-VN" sz="1100" b="0" i="0" u="none" strike="noStrike" cap="none">
                <a:solidFill>
                  <a:srgbClr val="000000"/>
                </a:solidFill>
                <a:effectLst/>
                <a:latin typeface="Arial"/>
                <a:ea typeface="Arial"/>
                <a:cs typeface="Arial"/>
                <a:sym typeface="Arial"/>
              </a:rPr>
              <a:t> — những bức ảnh mờ mà mô hình vừa nhận diện sai, và quan trọng nhất là chúng </a:t>
            </a:r>
            <a:r>
              <a:rPr lang="vi-VN" sz="1100" b="1" i="0" u="none" strike="noStrike" cap="none">
                <a:solidFill>
                  <a:srgbClr val="000000"/>
                </a:solidFill>
                <a:effectLst/>
                <a:latin typeface="Arial"/>
                <a:ea typeface="Arial"/>
                <a:cs typeface="Arial"/>
                <a:sym typeface="Arial"/>
              </a:rPr>
              <a:t>không hề có nhãn</a:t>
            </a:r>
            <a:r>
              <a:rPr lang="vi-VN" sz="1100" b="0" i="0" u="none" strike="noStrike" cap="none">
                <a:solidFill>
                  <a:srgbClr val="000000"/>
                </a:solidFill>
                <a:effectLst/>
                <a:latin typeface="Arial"/>
                <a:ea typeface="Arial"/>
                <a:cs typeface="Arial"/>
                <a:sym typeface="Arial"/>
              </a:rPr>
              <a:t>.</a:t>
            </a:r>
          </a:p>
          <a:p>
            <a:pPr marL="158750" indent="0">
              <a:buNone/>
            </a:pPr>
            <a:r>
              <a:rPr lang="vi-VN" sz="1100" b="0" i="0" u="none" strike="noStrike" cap="none">
                <a:solidFill>
                  <a:srgbClr val="000000"/>
                </a:solidFill>
                <a:effectLst/>
                <a:latin typeface="Arial"/>
                <a:ea typeface="Arial"/>
                <a:cs typeface="Arial"/>
                <a:sym typeface="Arial"/>
              </a:rPr>
              <a:t>Thuật toán DA lúc này phải đóng vai trò 'người hướng dẫn' để mô hình tự sửa mình. Nó sử dụng các kỹ thuật như </a:t>
            </a:r>
            <a:r>
              <a:rPr lang="vi-VN" sz="1100" b="1" i="0" u="none" strike="noStrike" cap="none">
                <a:solidFill>
                  <a:srgbClr val="000000"/>
                </a:solidFill>
                <a:effectLst/>
                <a:latin typeface="Arial"/>
                <a:ea typeface="Arial"/>
                <a:cs typeface="Arial"/>
                <a:sym typeface="Arial"/>
              </a:rPr>
              <a:t>Pseudo-labeling</a:t>
            </a:r>
            <a:r>
              <a:rPr lang="vi-VN" sz="1100" b="0" i="0" u="none" strike="noStrike" cap="none">
                <a:solidFill>
                  <a:srgbClr val="000000"/>
                </a:solidFill>
                <a:effectLst/>
                <a:latin typeface="Arial"/>
                <a:ea typeface="Arial"/>
                <a:cs typeface="Arial"/>
                <a:sym typeface="Arial"/>
              </a:rPr>
              <a:t> (gán nhãn giả từ những dự đoán đáng tin cậy) hoặc </a:t>
            </a:r>
            <a:r>
              <a:rPr lang="vi-VN" sz="1100" b="1" i="0" u="none" strike="noStrike" cap="none">
                <a:solidFill>
                  <a:srgbClr val="000000"/>
                </a:solidFill>
                <a:effectLst/>
                <a:latin typeface="Arial"/>
                <a:ea typeface="Arial"/>
                <a:cs typeface="Arial"/>
                <a:sym typeface="Arial"/>
              </a:rPr>
              <a:t>Entropy Minimization</a:t>
            </a:r>
            <a:r>
              <a:rPr lang="vi-VN" sz="1100" b="0" i="0" u="none" strike="noStrike" cap="none">
                <a:solidFill>
                  <a:srgbClr val="000000"/>
                </a:solidFill>
                <a:effectLst/>
                <a:latin typeface="Arial"/>
                <a:ea typeface="Arial"/>
                <a:cs typeface="Arial"/>
                <a:sym typeface="Arial"/>
              </a:rPr>
              <a:t> (ép mô hình phải bớt 'phân vân' khi đưa ra dự đoán). Quá trình này về cơ bản là dạy mô hình cách 'tìm ra quy luật' của Miền Đích dựa trên kiến thức nền tảng đã có.</a:t>
            </a:r>
            <a:endParaRPr lang="en-US" sz="1100" b="0" i="0" u="none" strike="noStrike" cap="none">
              <a:solidFill>
                <a:srgbClr val="000000"/>
              </a:solidFill>
              <a:effectLst/>
              <a:latin typeface="Arial"/>
              <a:ea typeface="Arial"/>
              <a:cs typeface="Arial"/>
              <a:sym typeface="Arial"/>
            </a:endParaRPr>
          </a:p>
          <a:p>
            <a:pPr marL="158750" indent="0">
              <a:buNone/>
            </a:pPr>
            <a:endParaRPr lang="en-US" sz="1100" b="0" i="0" u="none" strike="noStrike" cap="none">
              <a:solidFill>
                <a:srgbClr val="000000"/>
              </a:solidFill>
              <a:effectLst/>
              <a:latin typeface="Arial"/>
              <a:ea typeface="Arial"/>
              <a:cs typeface="Arial"/>
              <a:sym typeface="Arial"/>
            </a:endParaRPr>
          </a:p>
          <a:p>
            <a:pPr marL="158750" indent="0">
              <a:buNone/>
            </a:pPr>
            <a:r>
              <a:rPr lang="en-US" b="1"/>
              <a:t>After Adaptation:</a:t>
            </a:r>
          </a:p>
          <a:p>
            <a:pPr marL="158750" indent="0">
              <a:buNone/>
            </a:pPr>
            <a:r>
              <a:rPr lang="vi-VN" sz="1100" b="0" i="0" u="none" strike="noStrike" cap="none">
                <a:solidFill>
                  <a:srgbClr val="000000"/>
                </a:solidFill>
                <a:effectLst/>
                <a:latin typeface="Arial"/>
                <a:ea typeface="Arial"/>
                <a:cs typeface="Arial"/>
                <a:sym typeface="Arial"/>
              </a:rPr>
              <a:t>Chúng ta có một </a:t>
            </a:r>
            <a:r>
              <a:rPr lang="vi-VN" sz="1100" b="1" i="0" u="none" strike="noStrike" cap="none">
                <a:solidFill>
                  <a:srgbClr val="000000"/>
                </a:solidFill>
                <a:effectLst/>
                <a:latin typeface="Arial"/>
                <a:ea typeface="Arial"/>
                <a:cs typeface="Arial"/>
                <a:sym typeface="Arial"/>
              </a:rPr>
              <a:t>Mô hình &amp; Miền Đích đã Thích nghi</a:t>
            </a:r>
            <a:r>
              <a:rPr lang="vi-VN" sz="1100" b="0" i="0" u="none" strike="noStrike" cap="none">
                <a:solidFill>
                  <a:srgbClr val="000000"/>
                </a:solidFill>
                <a:effectLst/>
                <a:latin typeface="Arial"/>
                <a:ea typeface="Arial"/>
                <a:cs typeface="Arial"/>
                <a:sym typeface="Arial"/>
              </a:rPr>
              <a:t>. Hãy nhìn lại những bức ảnh mờ từ Miền Đích ban đầu. Giờ đây, mô hình không chỉ nhận diện được, mà còn tạo ra các mặt nạ phân vùng xanh (masks) </a:t>
            </a:r>
            <a:r>
              <a:rPr lang="vi-VN" sz="1100" b="1" i="0" u="none" strike="noStrike" cap="none">
                <a:solidFill>
                  <a:srgbClr val="000000"/>
                </a:solidFill>
                <a:effectLst/>
                <a:latin typeface="Arial"/>
                <a:ea typeface="Arial"/>
                <a:cs typeface="Arial"/>
                <a:sym typeface="Arial"/>
              </a:rPr>
              <a:t>chính xác</a:t>
            </a:r>
            <a:r>
              <a:rPr lang="vi-VN" sz="1100" b="0" i="0" u="none" strike="noStrike" cap="none">
                <a:solidFill>
                  <a:srgbClr val="000000"/>
                </a:solidFill>
                <a:effectLst/>
                <a:latin typeface="Arial"/>
                <a:ea typeface="Arial"/>
                <a:cs typeface="Arial"/>
                <a:sym typeface="Arial"/>
              </a:rPr>
              <a:t> đến từng pixel, đúng như hình ảnh minh họa.</a:t>
            </a:r>
          </a:p>
          <a:p>
            <a:pPr marL="158750" indent="0">
              <a:buNone/>
            </a:pPr>
            <a:r>
              <a:rPr lang="vi-VN" sz="1100" b="0" i="0" u="none" strike="noStrike" cap="none">
                <a:solidFill>
                  <a:srgbClr val="000000"/>
                </a:solidFill>
                <a:effectLst/>
                <a:latin typeface="Arial"/>
                <a:ea typeface="Arial"/>
                <a:cs typeface="Arial"/>
                <a:sym typeface="Arial"/>
              </a:rPr>
              <a:t>Sự thay đổi quan trọng nhất được thể hiện trên đồ thị phân phối. Bạn thấy hai đường cong phân phối dữ liệu (xanh và đỏ) giờ đây đã </a:t>
            </a:r>
            <a:r>
              <a:rPr lang="vi-VN" sz="1100" b="1" i="0" u="none" strike="noStrike" cap="none">
                <a:solidFill>
                  <a:srgbClr val="000000"/>
                </a:solidFill>
                <a:effectLst/>
                <a:latin typeface="Arial"/>
                <a:ea typeface="Arial"/>
                <a:cs typeface="Arial"/>
                <a:sym typeface="Arial"/>
              </a:rPr>
              <a:t>trùng nhau gần như hoàn toàn</a:t>
            </a:r>
            <a:r>
              <a:rPr lang="vi-VN" sz="1100" b="0" i="0" u="none" strike="noStrike" cap="none">
                <a:solidFill>
                  <a:srgbClr val="000000"/>
                </a:solidFill>
                <a:effectLst/>
                <a:latin typeface="Arial"/>
                <a:ea typeface="Arial"/>
                <a:cs typeface="Arial"/>
                <a:sym typeface="Arial"/>
              </a:rPr>
              <a:t> (</a:t>
            </a:r>
            <a:r>
              <a:rPr lang="en-US" sz="1100" b="0" i="0" u="none" strike="noStrike" cap="none">
                <a:solidFill>
                  <a:srgbClr val="000000"/>
                </a:solidFill>
                <a:effectLst/>
                <a:latin typeface="Arial"/>
                <a:ea typeface="Arial"/>
                <a:cs typeface="Arial"/>
                <a:sym typeface="Arial"/>
              </a:rPr>
              <a:t>Ps </a:t>
            </a:r>
            <a:r>
              <a:rPr lang="en-US" sz="1100" b="0" i="0" u="none" strike="noStrike" cap="none" err="1">
                <a:solidFill>
                  <a:srgbClr val="000000"/>
                </a:solidFill>
                <a:effectLst/>
                <a:latin typeface="Arial"/>
                <a:ea typeface="Arial"/>
                <a:cs typeface="Arial"/>
                <a:sym typeface="Arial"/>
              </a:rPr>
              <a:t>xấp</a:t>
            </a:r>
            <a:r>
              <a:rPr lang="en-US" sz="1100" b="0" i="0" u="none" strike="noStrike" cap="none">
                <a:solidFill>
                  <a:srgbClr val="000000"/>
                </a:solidFill>
                <a:effectLst/>
                <a:latin typeface="Arial"/>
                <a:ea typeface="Arial"/>
                <a:cs typeface="Arial"/>
                <a:sym typeface="Arial"/>
              </a:rPr>
              <a:t> </a:t>
            </a:r>
            <a:r>
              <a:rPr lang="en-US" sz="1100" b="0" i="0" u="none" strike="noStrike" cap="none" err="1">
                <a:solidFill>
                  <a:srgbClr val="000000"/>
                </a:solidFill>
                <a:effectLst/>
                <a:latin typeface="Arial"/>
                <a:ea typeface="Arial"/>
                <a:cs typeface="Arial"/>
                <a:sym typeface="Arial"/>
              </a:rPr>
              <a:t>sỉ</a:t>
            </a:r>
            <a:r>
              <a:rPr lang="en-US" sz="1100" b="0" i="0" u="none" strike="noStrike" cap="none">
                <a:solidFill>
                  <a:srgbClr val="000000"/>
                </a:solidFill>
                <a:effectLst/>
                <a:latin typeface="Arial"/>
                <a:ea typeface="Arial"/>
                <a:cs typeface="Arial"/>
                <a:sym typeface="Arial"/>
              </a:rPr>
              <a:t> PT). </a:t>
            </a:r>
            <a:r>
              <a:rPr lang="vi-VN" sz="1100" b="0" i="0" u="none" strike="noStrike" cap="none">
                <a:solidFill>
                  <a:srgbClr val="000000"/>
                </a:solidFill>
                <a:effectLst/>
                <a:latin typeface="Arial"/>
                <a:ea typeface="Arial"/>
                <a:cs typeface="Arial"/>
                <a:sym typeface="Arial"/>
              </a:rPr>
              <a:t>Thuật toán DA đã thành công trong việc căn chỉnh các đặc trưng của Miền Đích về phía Miền Nguồn, xóa bỏ 'Domain Gap'.</a:t>
            </a:r>
          </a:p>
          <a:p>
            <a:pPr marL="158750" indent="0">
              <a:buNone/>
            </a:pPr>
            <a:r>
              <a:rPr lang="vi-VN" sz="1100" b="0" i="0" u="none" strike="noStrike" cap="none">
                <a:solidFill>
                  <a:srgbClr val="000000"/>
                </a:solidFill>
                <a:effectLst/>
                <a:latin typeface="Arial"/>
                <a:ea typeface="Arial"/>
                <a:cs typeface="Arial"/>
                <a:sym typeface="Arial"/>
              </a:rPr>
              <a:t>Kèm theo đó, chúng ta có một dấu check xanh lớn: Hiệu suất được cải thiện rõ rệt từ 55% lên </a:t>
            </a:r>
            <a:r>
              <a:rPr lang="vi-VN" sz="1100" b="1" i="0" u="none" strike="noStrike" cap="none">
                <a:solidFill>
                  <a:srgbClr val="000000"/>
                </a:solidFill>
                <a:effectLst/>
                <a:latin typeface="Arial"/>
                <a:ea typeface="Arial"/>
                <a:cs typeface="Arial"/>
                <a:sym typeface="Arial"/>
              </a:rPr>
              <a:t>~90%</a:t>
            </a:r>
            <a:r>
              <a:rPr lang="vi-VN" sz="1100" b="0" i="0" u="none" strike="noStrike" cap="none">
                <a:solidFill>
                  <a:srgbClr val="000000"/>
                </a:solidFill>
                <a:effectLst/>
                <a:latin typeface="Arial"/>
                <a:ea typeface="Arial"/>
                <a:cs typeface="Arial"/>
                <a:sym typeface="Arial"/>
              </a:rPr>
              <a:t>.</a:t>
            </a:r>
          </a:p>
          <a:p>
            <a:pPr marL="158750" indent="0">
              <a:buNone/>
            </a:pPr>
            <a:endParaRPr lang="vi-VN" sz="1100" b="1" i="0" u="none" strike="noStrike" cap="none">
              <a:solidFill>
                <a:srgbClr val="000000"/>
              </a:solidFill>
              <a:effectLst/>
              <a:latin typeface="Arial"/>
              <a:ea typeface="Arial"/>
              <a:cs typeface="Arial"/>
              <a:sym typeface="Arial"/>
            </a:endParaRPr>
          </a:p>
          <a:p>
            <a:pPr marL="158750" indent="0">
              <a:buNone/>
            </a:pPr>
            <a:endParaRPr lang="en-US"/>
          </a:p>
        </p:txBody>
      </p:sp>
    </p:spTree>
    <p:extLst>
      <p:ext uri="{BB962C8B-B14F-4D97-AF65-F5344CB8AC3E}">
        <p14:creationId xmlns:p14="http://schemas.microsoft.com/office/powerpoint/2010/main" val="781717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a:extLst>
            <a:ext uri="{FF2B5EF4-FFF2-40B4-BE49-F238E27FC236}">
              <a16:creationId xmlns:a16="http://schemas.microsoft.com/office/drawing/2014/main" id="{FF04B526-5F79-4D51-B24D-894E0F6B7596}"/>
            </a:ext>
          </a:extLst>
        </p:cNvPr>
        <p:cNvGrpSpPr/>
        <p:nvPr/>
      </p:nvGrpSpPr>
      <p:grpSpPr>
        <a:xfrm>
          <a:off x="0" y="0"/>
          <a:ext cx="0" cy="0"/>
          <a:chOff x="0" y="0"/>
          <a:chExt cx="0" cy="0"/>
        </a:xfrm>
      </p:grpSpPr>
      <p:sp>
        <p:nvSpPr>
          <p:cNvPr id="2238" name="Google Shape;2238;g86fa6133bc_4_126:notes">
            <a:extLst>
              <a:ext uri="{FF2B5EF4-FFF2-40B4-BE49-F238E27FC236}">
                <a16:creationId xmlns:a16="http://schemas.microsoft.com/office/drawing/2014/main" id="{A196A37C-D51B-D49B-1F7B-1E0871FA85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a:extLst>
              <a:ext uri="{FF2B5EF4-FFF2-40B4-BE49-F238E27FC236}">
                <a16:creationId xmlns:a16="http://schemas.microsoft.com/office/drawing/2014/main" id="{986F6A6D-589B-BFF8-834C-9A580048FC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a:t>Đây là sơ đồ kiến trúc hoàn chỉnh của TT-SFUDA được trích xuất trực tiếp từ mã nguồn. Nhìn vào đây, mọi người có thể thấy quy trình được chia làm 2 giai đoạn chính rất rõ ràng.</a:t>
            </a:r>
          </a:p>
          <a:p>
            <a:pPr marL="158750" indent="0">
              <a:buNone/>
            </a:pPr>
            <a:r>
              <a:rPr lang="vi-VN"/>
              <a:t>Ở </a:t>
            </a:r>
            <a:r>
              <a:rPr lang="vi-VN" b="1"/>
              <a:t>Stage I (màu cam)</a:t>
            </a:r>
            <a:r>
              <a:rPr lang="vi-VN"/>
              <a:t>, ảnh đầu vào sẽ được nhân bản thành nhiều góc độ khác nhau. Chúng ta đưa nó qua Source Model – lúc này đã bị khóa trọng số. Source Model sẽ nhả ra 2 thứ: dự đoán ban đầu (Pseudo label) và mức độ tự tin của nó (Entropy map). Chìa khóa nằm ở khối màu vàng </a:t>
            </a:r>
            <a:r>
              <a:rPr lang="vi-VN" b="1"/>
              <a:t>Selective Voting</a:t>
            </a:r>
            <a:r>
              <a:rPr lang="vi-VN"/>
              <a:t>: nó dùng Entropy để lọc bỏ những chỗ Source Model đang 'đoán mò', giữ lại những chỗ chắc chắn nhất để tạo ra một nhãn giả chất lượng cao gọi là Enhanced Pseudo GT.</a:t>
            </a:r>
          </a:p>
          <a:p>
            <a:pPr marL="158750" indent="0">
              <a:buNone/>
            </a:pPr>
            <a:r>
              <a:rPr lang="vi-VN"/>
              <a:t>Sau khi có nhãn tốt, chúng ta chuyển sang </a:t>
            </a:r>
            <a:r>
              <a:rPr lang="vi-VN" b="1"/>
              <a:t>Stage II (màu xanh nhạt)</a:t>
            </a:r>
            <a:r>
              <a:rPr lang="vi-VN"/>
              <a:t>. Đây là lúc mô hình thực sự thích nghi. Một bức ảnh sẽ được đi qua 2 bộ lọc: một bên bị bóp méo nhẹ (Weak Aug), một bên bóp méo mạnh (Strong Aug). Mô hình đích (Target Model) phải tự học cách đưa ra kết quả đồng nhất giữa 2 phiên bản này. Quá trình cập nhật kiến thức mới được kiểm soát bằng một cơ chế gọi là EMA, giúp mô hình thích nghi từ từ mà không bị 'quên' đinhững kiến thức nền tảng ban đầu.</a:t>
            </a:r>
          </a:p>
          <a:p>
            <a:pPr marL="0" lvl="0" indent="0" algn="l" rtl="0">
              <a:spcBef>
                <a:spcPts val="0"/>
              </a:spcBef>
              <a:spcAft>
                <a:spcPts val="0"/>
              </a:spcAft>
              <a:buNone/>
            </a:pPr>
            <a:endParaRPr/>
          </a:p>
        </p:txBody>
      </p:sp>
    </p:spTree>
    <p:extLst>
      <p:ext uri="{BB962C8B-B14F-4D97-AF65-F5344CB8AC3E}">
        <p14:creationId xmlns:p14="http://schemas.microsoft.com/office/powerpoint/2010/main" val="188386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a:extLst>
            <a:ext uri="{FF2B5EF4-FFF2-40B4-BE49-F238E27FC236}">
              <a16:creationId xmlns:a16="http://schemas.microsoft.com/office/drawing/2014/main" id="{1BB8A6B9-7BD8-B5D0-35B9-CA0D3397CFD5}"/>
            </a:ext>
          </a:extLst>
        </p:cNvPr>
        <p:cNvGrpSpPr/>
        <p:nvPr/>
      </p:nvGrpSpPr>
      <p:grpSpPr>
        <a:xfrm>
          <a:off x="0" y="0"/>
          <a:ext cx="0" cy="0"/>
          <a:chOff x="0" y="0"/>
          <a:chExt cx="0" cy="0"/>
        </a:xfrm>
      </p:grpSpPr>
      <p:sp>
        <p:nvSpPr>
          <p:cNvPr id="2238" name="Google Shape;2238;g86fa6133bc_4_126:notes">
            <a:extLst>
              <a:ext uri="{FF2B5EF4-FFF2-40B4-BE49-F238E27FC236}">
                <a16:creationId xmlns:a16="http://schemas.microsoft.com/office/drawing/2014/main" id="{BB3656C5-62AE-C48B-6319-DC8B308778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a:extLst>
              <a:ext uri="{FF2B5EF4-FFF2-40B4-BE49-F238E27FC236}">
                <a16:creationId xmlns:a16="http://schemas.microsoft.com/office/drawing/2014/main" id="{ABDC4AD4-7E01-8B89-F6D4-1A4FAE7A6E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a:solidFill>
                  <a:srgbClr val="000000"/>
                </a:solidFill>
                <a:effectLst/>
                <a:latin typeface="Arial"/>
                <a:ea typeface="Arial"/>
                <a:cs typeface="Arial"/>
                <a:sym typeface="Arial"/>
              </a:rPr>
              <a:t>M</a:t>
            </a:r>
            <a:r>
              <a:rPr lang="vi-VN" sz="1100" b="0" i="0" u="none" strike="noStrike" cap="none">
                <a:solidFill>
                  <a:srgbClr val="000000"/>
                </a:solidFill>
                <a:effectLst/>
                <a:latin typeface="Arial"/>
                <a:ea typeface="Arial"/>
                <a:cs typeface="Arial"/>
                <a:sym typeface="Arial"/>
              </a:rPr>
              <a:t>ột bức ảnh sẽ được nhân bản thành nhiều phiên bản khác nhau (Data Augmenter) — có thể thêm nhiễu, thay đổi độ sáng. Đưa đống ảnh này qua Source Model (mô hình đã khóa trọng số), nó sẽ nhả ra các nhãn giả (Pseudo label). Nhưng làm sao biết nhãn nào đúng, nhãn nào sai?</a:t>
            </a:r>
          </a:p>
          <a:p>
            <a:pPr marL="158750" indent="0">
              <a:buNone/>
            </a:pPr>
            <a:r>
              <a:rPr lang="vi-VN" sz="1100" b="0" i="0" u="none" strike="noStrike" cap="none">
                <a:solidFill>
                  <a:srgbClr val="000000"/>
                </a:solidFill>
                <a:effectLst/>
                <a:latin typeface="Arial"/>
                <a:ea typeface="Arial"/>
                <a:cs typeface="Arial"/>
                <a:sym typeface="Arial"/>
              </a:rPr>
              <a:t>Chìa khóa nằm ở công thức tính </a:t>
            </a:r>
            <a:r>
              <a:rPr lang="vi-VN" sz="1100" b="1" i="0" u="none" strike="noStrike" cap="none">
                <a:solidFill>
                  <a:srgbClr val="000000"/>
                </a:solidFill>
                <a:effectLst/>
                <a:latin typeface="Arial"/>
                <a:ea typeface="Arial"/>
                <a:cs typeface="Arial"/>
                <a:sym typeface="Arial"/>
              </a:rPr>
              <a:t>Entropy</a:t>
            </a:r>
            <a:r>
              <a:rPr lang="vi-VN" sz="1100" b="0" i="0" u="none" strike="noStrike" cap="none">
                <a:solidFill>
                  <a:srgbClr val="000000"/>
                </a:solidFill>
                <a:effectLst/>
                <a:latin typeface="Arial"/>
                <a:ea typeface="Arial"/>
                <a:cs typeface="Arial"/>
                <a:sym typeface="Arial"/>
              </a:rPr>
              <a:t> $H(p)$. Công thức này giúp đo lường mức độ tự tin của mô hình. Nếu tại một điểm ảnh, mô hình lúc đoán là mạch máu, lúc đoán là nền, thì Entropy sẽ rất cao.</a:t>
            </a:r>
          </a:p>
          <a:p>
            <a:pPr marL="0" lvl="0" indent="0" algn="l" rtl="0">
              <a:spcBef>
                <a:spcPts val="0"/>
              </a:spcBef>
              <a:spcAft>
                <a:spcPts val="0"/>
              </a:spcAft>
              <a:buNone/>
            </a:pPr>
            <a:endParaRPr/>
          </a:p>
        </p:txBody>
      </p:sp>
    </p:spTree>
    <p:extLst>
      <p:ext uri="{BB962C8B-B14F-4D97-AF65-F5344CB8AC3E}">
        <p14:creationId xmlns:p14="http://schemas.microsoft.com/office/powerpoint/2010/main" val="30068716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a:extLst>
            <a:ext uri="{FF2B5EF4-FFF2-40B4-BE49-F238E27FC236}">
              <a16:creationId xmlns:a16="http://schemas.microsoft.com/office/drawing/2014/main" id="{33334ED8-6DFB-27B1-B289-5DD4FF44AA9A}"/>
            </a:ext>
          </a:extLst>
        </p:cNvPr>
        <p:cNvGrpSpPr/>
        <p:nvPr/>
      </p:nvGrpSpPr>
      <p:grpSpPr>
        <a:xfrm>
          <a:off x="0" y="0"/>
          <a:ext cx="0" cy="0"/>
          <a:chOff x="0" y="0"/>
          <a:chExt cx="0" cy="0"/>
        </a:xfrm>
      </p:grpSpPr>
      <p:sp>
        <p:nvSpPr>
          <p:cNvPr id="2238" name="Google Shape;2238;g86fa6133bc_4_126:notes">
            <a:extLst>
              <a:ext uri="{FF2B5EF4-FFF2-40B4-BE49-F238E27FC236}">
                <a16:creationId xmlns:a16="http://schemas.microsoft.com/office/drawing/2014/main" id="{1BE114F6-480F-C0EC-332B-70B6C5BDA3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a:extLst>
              <a:ext uri="{FF2B5EF4-FFF2-40B4-BE49-F238E27FC236}">
                <a16:creationId xmlns:a16="http://schemas.microsoft.com/office/drawing/2014/main" id="{DC70BD42-01EC-B5B5-98FF-C306B072D1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C</a:t>
            </a:r>
            <a:r>
              <a:rPr lang="vi-VN"/>
              <a:t>ơ chế </a:t>
            </a:r>
            <a:r>
              <a:rPr lang="vi-VN" b="1"/>
              <a:t>Selective Voting</a:t>
            </a:r>
            <a:r>
              <a:rPr lang="vi-VN"/>
              <a:t> (Bỏ phiếu có chọn lọc). Thuật toán sẽ quét qua các nhãn giả, thấy chỗ nào Entropy cao (tức là mô hình đang 'đoán mò') thì nó thẳng tay vứt bỏ vị trí đó. Nó chỉ giữ lại những vùng pixel mà mô hình luôn dự đoán giống nhau qua các góc độ ảnh khác nhau. Kết quả là chúng ta thu được </a:t>
            </a:r>
            <a:r>
              <a:rPr lang="vi-VN" b="1"/>
              <a:t>Enhanced Pseudo GT</a:t>
            </a:r>
            <a:r>
              <a:rPr lang="vi-VN"/>
              <a:t> - một bản nhãn giả đã được lọc sạch nhiễu.</a:t>
            </a: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vi-VN"/>
              <a:t>Cuối cùng, chúng ta lấy cái nhãn sạch này để dạy cho Target Model (mô hình màu xanh lá). Quá trình dạy sử dụng hàm </a:t>
            </a:r>
            <a:r>
              <a:rPr lang="vi-VN" sz="1100" b="0" i="0" u="none" strike="noStrike" cap="none">
                <a:solidFill>
                  <a:srgbClr val="000000"/>
                </a:solidFill>
                <a:effectLst/>
                <a:latin typeface="Arial"/>
                <a:ea typeface="Arial"/>
                <a:cs typeface="Arial"/>
                <a:sym typeface="Arial"/>
              </a:rPr>
              <a:t>L_{Seg}</a:t>
            </a:r>
            <a:r>
              <a:rPr lang="vi-VN"/>
              <a:t> để mô hình học theo nhãn, và hàm </a:t>
            </a:r>
            <a:r>
              <a:rPr lang="vi-VN" sz="1100" b="0" i="0" u="none" strike="noStrike" cap="none">
                <a:solidFill>
                  <a:srgbClr val="000000"/>
                </a:solidFill>
                <a:effectLst/>
                <a:latin typeface="Arial"/>
                <a:ea typeface="Arial"/>
                <a:cs typeface="Arial"/>
                <a:sym typeface="Arial"/>
              </a:rPr>
              <a:t>L_{EEM}</a:t>
            </a:r>
            <a:r>
              <a:rPr lang="vi-VN"/>
              <a:t> để ép mô hình phải luôn đưa ra kết quả tự tin, giảm thiểu sự mông lung.</a:t>
            </a:r>
            <a:endParaRPr/>
          </a:p>
        </p:txBody>
      </p:sp>
    </p:spTree>
    <p:extLst>
      <p:ext uri="{BB962C8B-B14F-4D97-AF65-F5344CB8AC3E}">
        <p14:creationId xmlns:p14="http://schemas.microsoft.com/office/powerpoint/2010/main" val="36489263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a:extLst>
            <a:ext uri="{FF2B5EF4-FFF2-40B4-BE49-F238E27FC236}">
              <a16:creationId xmlns:a16="http://schemas.microsoft.com/office/drawing/2014/main" id="{16F37451-658A-79DC-56F9-A0202EF59048}"/>
            </a:ext>
          </a:extLst>
        </p:cNvPr>
        <p:cNvGrpSpPr/>
        <p:nvPr/>
      </p:nvGrpSpPr>
      <p:grpSpPr>
        <a:xfrm>
          <a:off x="0" y="0"/>
          <a:ext cx="0" cy="0"/>
          <a:chOff x="0" y="0"/>
          <a:chExt cx="0" cy="0"/>
        </a:xfrm>
      </p:grpSpPr>
      <p:sp>
        <p:nvSpPr>
          <p:cNvPr id="2238" name="Google Shape;2238;g86fa6133bc_4_126:notes">
            <a:extLst>
              <a:ext uri="{FF2B5EF4-FFF2-40B4-BE49-F238E27FC236}">
                <a16:creationId xmlns:a16="http://schemas.microsoft.com/office/drawing/2014/main" id="{A94C7FE7-CC75-80AC-46DC-CD6E9B1F0C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a:extLst>
              <a:ext uri="{FF2B5EF4-FFF2-40B4-BE49-F238E27FC236}">
                <a16:creationId xmlns:a16="http://schemas.microsoft.com/office/drawing/2014/main" id="{C4F5A30B-615E-7E4A-6373-97BDD7569C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sz="1100" b="0" i="0" u="none" strike="noStrike" cap="none">
                <a:solidFill>
                  <a:srgbClr val="000000"/>
                </a:solidFill>
                <a:effectLst/>
                <a:latin typeface="Arial"/>
                <a:ea typeface="Arial"/>
                <a:cs typeface="Arial"/>
                <a:sym typeface="Arial"/>
              </a:rPr>
              <a:t>Vậy Target Model (mô hình đích) sẽ học từ cái nhãn sạch đó như thế nào? Nó dựa vào hàm mất mát gồm 2 thành phần chính.</a:t>
            </a:r>
          </a:p>
          <a:p>
            <a:pPr marL="158750" indent="0">
              <a:buNone/>
            </a:pPr>
            <a:r>
              <a:rPr lang="vi-VN" sz="1100" b="0" i="0" u="none" strike="noStrike" cap="none">
                <a:solidFill>
                  <a:srgbClr val="000000"/>
                </a:solidFill>
                <a:effectLst/>
                <a:latin typeface="Arial"/>
                <a:ea typeface="Arial"/>
                <a:cs typeface="Arial"/>
                <a:sym typeface="Arial"/>
              </a:rPr>
              <a:t>Thành phần thứ nhất là </a:t>
            </a:r>
            <a:r>
              <a:rPr lang="vi-VN" sz="1100" b="1" i="0" u="none" strike="noStrike" cap="none">
                <a:solidFill>
                  <a:srgbClr val="000000"/>
                </a:solidFill>
                <a:effectLst/>
                <a:latin typeface="Arial"/>
                <a:ea typeface="Arial"/>
                <a:cs typeface="Arial"/>
                <a:sym typeface="Arial"/>
              </a:rPr>
              <a:t>L_{Seg}</a:t>
            </a:r>
            <a:r>
              <a:rPr lang="vi-VN" sz="1100" b="0" i="0" u="none" strike="noStrike" cap="none">
                <a:solidFill>
                  <a:srgbClr val="000000"/>
                </a:solidFill>
                <a:effectLst/>
                <a:latin typeface="Arial"/>
                <a:ea typeface="Arial"/>
                <a:cs typeface="Arial"/>
                <a:sym typeface="Arial"/>
              </a:rPr>
              <a:t>. Nếu nhìn vào công thức, các bạn sẽ nhận ra đây chính là hàm Cross-Entropy quen thuộc. Nhiệm vụ của nó rất đơn giản: So sánh dự đoán hiện tại của Target Model với cái nhãn sạch mà chúng ta vừa chắt lọc ra. Dự đoán càng lệch so với</a:t>
            </a:r>
            <a:r>
              <a:rPr lang="en-US" sz="1100" b="0" i="0" u="none" strike="noStrike" cap="none">
                <a:solidFill>
                  <a:srgbClr val="000000"/>
                </a:solidFill>
                <a:effectLst/>
                <a:latin typeface="Arial"/>
                <a:ea typeface="Arial"/>
                <a:cs typeface="Arial"/>
                <a:sym typeface="Arial"/>
              </a:rPr>
              <a:t>, </a:t>
            </a:r>
            <a:r>
              <a:rPr lang="vi-VN" sz="1100" b="0" i="0" u="none" strike="noStrike" cap="none">
                <a:solidFill>
                  <a:srgbClr val="000000"/>
                </a:solidFill>
                <a:effectLst/>
                <a:latin typeface="Arial"/>
                <a:ea typeface="Arial"/>
                <a:cs typeface="Arial"/>
                <a:sym typeface="Arial"/>
              </a:rPr>
              <a:t>loss càng cao, ép mô hình phải điều chỉnh trọng số.</a:t>
            </a:r>
          </a:p>
        </p:txBody>
      </p:sp>
    </p:spTree>
    <p:extLst>
      <p:ext uri="{BB962C8B-B14F-4D97-AF65-F5344CB8AC3E}">
        <p14:creationId xmlns:p14="http://schemas.microsoft.com/office/powerpoint/2010/main" val="35718868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a:extLst>
            <a:ext uri="{FF2B5EF4-FFF2-40B4-BE49-F238E27FC236}">
              <a16:creationId xmlns:a16="http://schemas.microsoft.com/office/drawing/2014/main" id="{58B6B282-4FD1-E413-0F73-DC9015ADF4E0}"/>
            </a:ext>
          </a:extLst>
        </p:cNvPr>
        <p:cNvGrpSpPr/>
        <p:nvPr/>
      </p:nvGrpSpPr>
      <p:grpSpPr>
        <a:xfrm>
          <a:off x="0" y="0"/>
          <a:ext cx="0" cy="0"/>
          <a:chOff x="0" y="0"/>
          <a:chExt cx="0" cy="0"/>
        </a:xfrm>
      </p:grpSpPr>
      <p:sp>
        <p:nvSpPr>
          <p:cNvPr id="2238" name="Google Shape;2238;g86fa6133bc_4_126:notes">
            <a:extLst>
              <a:ext uri="{FF2B5EF4-FFF2-40B4-BE49-F238E27FC236}">
                <a16:creationId xmlns:a16="http://schemas.microsoft.com/office/drawing/2014/main" id="{BC168EB6-A871-B65A-1326-B0FA94E509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a:extLst>
              <a:ext uri="{FF2B5EF4-FFF2-40B4-BE49-F238E27FC236}">
                <a16:creationId xmlns:a16="http://schemas.microsoft.com/office/drawing/2014/main" id="{7EECFD7F-7EE4-C5F3-9E77-7822DEFDE3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a:t>Thành phần thứ hai, thú vị hơn, là </a:t>
            </a:r>
            <a:r>
              <a:rPr lang="vi-VN" sz="1100" b="1" i="0" u="none" strike="noStrike" cap="none">
                <a:solidFill>
                  <a:srgbClr val="000000"/>
                </a:solidFill>
                <a:effectLst/>
                <a:latin typeface="Arial"/>
                <a:ea typeface="Arial"/>
                <a:cs typeface="Arial"/>
                <a:sym typeface="Arial"/>
              </a:rPr>
              <a:t>L_{EEM}</a:t>
            </a:r>
            <a:r>
              <a:rPr lang="vi-VN"/>
              <a:t>. Mọi người có nhớ chúng ta đã tạo ra </a:t>
            </a:r>
            <a:r>
              <a:rPr lang="vi-VN" sz="1100" b="0" i="0" u="none" strike="noStrike" cap="none">
                <a:solidFill>
                  <a:srgbClr val="000000"/>
                </a:solidFill>
                <a:effectLst/>
                <a:latin typeface="Arial"/>
                <a:ea typeface="Arial"/>
                <a:cs typeface="Arial"/>
                <a:sym typeface="Arial"/>
              </a:rPr>
              <a:t>$K$</a:t>
            </a:r>
            <a:r>
              <a:rPr lang="vi-VN"/>
              <a:t> phiên bản ảnh bóp méo khác nhau không? Đầu tiên, chúng ta tính trung bình cộng xác suất dự đoán của mô hình trên tất cả </a:t>
            </a:r>
            <a:r>
              <a:rPr lang="vi-VN" sz="1100" b="0" i="0" u="none" strike="noStrike" cap="none">
                <a:solidFill>
                  <a:srgbClr val="000000"/>
                </a:solidFill>
                <a:effectLst/>
                <a:latin typeface="Arial"/>
                <a:ea typeface="Arial"/>
                <a:cs typeface="Arial"/>
                <a:sym typeface="Arial"/>
              </a:rPr>
              <a:t>$K$</a:t>
            </a:r>
            <a:r>
              <a:rPr lang="vi-VN"/>
              <a:t> phiên bản đó, gọi là </a:t>
            </a:r>
            <a:r>
              <a:rPr lang="en-US" sz="1100" b="0" i="0" u="none" strike="noStrike" cap="none">
                <a:solidFill>
                  <a:srgbClr val="000000"/>
                </a:solidFill>
                <a:effectLst/>
                <a:latin typeface="Arial"/>
                <a:cs typeface="Arial"/>
                <a:sym typeface="Arial"/>
              </a:rPr>
              <a:t>p </a:t>
            </a:r>
            <a:r>
              <a:rPr lang="en-US" sz="1100" b="0" i="0" u="none" strike="noStrike" cap="none" err="1">
                <a:solidFill>
                  <a:srgbClr val="000000"/>
                </a:solidFill>
                <a:effectLst/>
                <a:latin typeface="Arial"/>
                <a:cs typeface="Arial"/>
                <a:sym typeface="Arial"/>
              </a:rPr>
              <a:t>gạch</a:t>
            </a:r>
            <a:r>
              <a:rPr lang="en-US" sz="1100" b="0" i="0" u="none" strike="noStrike" cap="none">
                <a:solidFill>
                  <a:srgbClr val="000000"/>
                </a:solidFill>
                <a:effectLst/>
                <a:latin typeface="Arial"/>
                <a:cs typeface="Arial"/>
                <a:sym typeface="Arial"/>
              </a:rPr>
              <a:t> </a:t>
            </a:r>
            <a:r>
              <a:rPr lang="en-US" sz="1100" b="0" i="0" u="none" strike="noStrike" cap="none" err="1">
                <a:solidFill>
                  <a:srgbClr val="000000"/>
                </a:solidFill>
                <a:effectLst/>
                <a:latin typeface="Arial"/>
                <a:cs typeface="Arial"/>
                <a:sym typeface="Arial"/>
              </a:rPr>
              <a:t>ngang</a:t>
            </a:r>
            <a:r>
              <a:rPr lang="vi-VN"/>
              <a:t>. Sau đó, chúng ta tính tính Entropy của cái trung bình này. Việc giảm thiểu hàm </a:t>
            </a:r>
            <a:r>
              <a:rPr lang="vi-VN" sz="1100" b="0" i="0" u="none" strike="noStrike" cap="none">
                <a:solidFill>
                  <a:srgbClr val="000000"/>
                </a:solidFill>
                <a:effectLst/>
                <a:latin typeface="Arial"/>
                <a:ea typeface="Arial"/>
                <a:cs typeface="Arial"/>
                <a:sym typeface="Arial"/>
              </a:rPr>
              <a:t>L_{EEM}</a:t>
            </a:r>
            <a:r>
              <a:rPr lang="vi-VN"/>
              <a:t> mang lại lợi ích kép: Nó vừa ép mô hình phải dự đoán </a:t>
            </a:r>
            <a:r>
              <a:rPr lang="vi-VN" sz="1100" b="1" i="0" u="none" strike="noStrike" cap="none">
                <a:solidFill>
                  <a:srgbClr val="000000"/>
                </a:solidFill>
                <a:effectLst/>
                <a:latin typeface="Arial"/>
                <a:ea typeface="Arial"/>
                <a:cs typeface="Arial"/>
                <a:sym typeface="Arial"/>
              </a:rPr>
              <a:t>giống nhau</a:t>
            </a:r>
            <a:r>
              <a:rPr lang="vi-VN"/>
              <a:t> bất kể ảnh bị lật hay đổi màu (tính nhất quán), vừa ép mô hình phải </a:t>
            </a:r>
            <a:r>
              <a:rPr lang="vi-VN" sz="1100" b="1" i="0" u="none" strike="noStrike" cap="none">
                <a:solidFill>
                  <a:srgbClr val="000000"/>
                </a:solidFill>
                <a:effectLst/>
                <a:latin typeface="Arial"/>
                <a:ea typeface="Arial"/>
                <a:cs typeface="Arial"/>
                <a:sym typeface="Arial"/>
              </a:rPr>
              <a:t>tự tin</a:t>
            </a:r>
            <a:r>
              <a:rPr lang="vi-VN"/>
              <a:t> với dự đoán đó (xác suất phải rất cao hoặc rất thấp, không được mông lung 50/50).</a:t>
            </a:r>
            <a:endParaRPr lang="vi-VN" sz="1100" b="0" i="0" u="none" strike="noStrike" cap="none">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14455190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a:extLst>
            <a:ext uri="{FF2B5EF4-FFF2-40B4-BE49-F238E27FC236}">
              <a16:creationId xmlns:a16="http://schemas.microsoft.com/office/drawing/2014/main" id="{03D0C0A2-963F-1E97-F7F1-F24918F65923}"/>
            </a:ext>
          </a:extLst>
        </p:cNvPr>
        <p:cNvGrpSpPr/>
        <p:nvPr/>
      </p:nvGrpSpPr>
      <p:grpSpPr>
        <a:xfrm>
          <a:off x="0" y="0"/>
          <a:ext cx="0" cy="0"/>
          <a:chOff x="0" y="0"/>
          <a:chExt cx="0" cy="0"/>
        </a:xfrm>
      </p:grpSpPr>
      <p:sp>
        <p:nvSpPr>
          <p:cNvPr id="2238" name="Google Shape;2238;g86fa6133bc_4_126:notes">
            <a:extLst>
              <a:ext uri="{FF2B5EF4-FFF2-40B4-BE49-F238E27FC236}">
                <a16:creationId xmlns:a16="http://schemas.microsoft.com/office/drawing/2014/main" id="{10DD9F47-7955-D10A-3A91-744B6C8621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a:extLst>
              <a:ext uri="{FF2B5EF4-FFF2-40B4-BE49-F238E27FC236}">
                <a16:creationId xmlns:a16="http://schemas.microsoft.com/office/drawing/2014/main" id="{0C8CC7B8-6C4E-3ABF-0D89-B774BBD1C3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sz="1100" b="0" i="0" u="none" strike="noStrike" cap="none">
                <a:solidFill>
                  <a:srgbClr val="000000"/>
                </a:solidFill>
                <a:effectLst/>
                <a:latin typeface="Arial"/>
                <a:ea typeface="Arial"/>
                <a:cs typeface="Arial"/>
                <a:sym typeface="Arial"/>
              </a:rPr>
              <a:t>Khi bước sang Stage II, mô hình đã có trong tay những nhãn giả chất lượng từ Stage I. Bây giờ là lúc nó thực sự thích nghi với môi trường mới. Sơ đồ này</a:t>
            </a:r>
            <a:r>
              <a:rPr lang="en-US" sz="1100" b="0" i="0" u="none" strike="noStrike" cap="none">
                <a:solidFill>
                  <a:srgbClr val="000000"/>
                </a:solidFill>
                <a:effectLst/>
                <a:latin typeface="Arial"/>
                <a:ea typeface="Arial"/>
                <a:cs typeface="Arial"/>
                <a:sym typeface="Arial"/>
              </a:rPr>
              <a:t> </a:t>
            </a:r>
            <a:r>
              <a:rPr lang="vi-VN" sz="1100" b="0" i="0" u="none" strike="noStrike" cap="none">
                <a:solidFill>
                  <a:srgbClr val="000000"/>
                </a:solidFill>
                <a:effectLst/>
                <a:latin typeface="Arial"/>
                <a:ea typeface="Arial"/>
                <a:cs typeface="Arial"/>
                <a:sym typeface="Arial"/>
              </a:rPr>
              <a:t>hoạt động theo cơ chế </a:t>
            </a:r>
            <a:r>
              <a:rPr lang="vi-VN" sz="1100" b="1" i="0" u="none" strike="noStrike" cap="none">
                <a:solidFill>
                  <a:srgbClr val="000000"/>
                </a:solidFill>
                <a:effectLst/>
                <a:latin typeface="Arial"/>
                <a:ea typeface="Arial"/>
                <a:cs typeface="Arial"/>
                <a:sym typeface="Arial"/>
              </a:rPr>
              <a:t>Thầy - Trò</a:t>
            </a:r>
            <a:r>
              <a:rPr lang="vi-VN" sz="1100" b="0" i="0" u="none" strike="noStrike" cap="none">
                <a:solidFill>
                  <a:srgbClr val="000000"/>
                </a:solidFill>
                <a:effectLst/>
                <a:latin typeface="Arial"/>
                <a:ea typeface="Arial"/>
                <a:cs typeface="Arial"/>
                <a:sym typeface="Arial"/>
              </a:rPr>
              <a:t> rất phổ biến trong học bán giám sát.</a:t>
            </a:r>
          </a:p>
          <a:p>
            <a:pPr marL="158750" indent="0">
              <a:buNone/>
            </a:pPr>
            <a:r>
              <a:rPr lang="vi-VN" sz="1100" b="0" i="0" u="none" strike="noStrike" cap="none">
                <a:solidFill>
                  <a:srgbClr val="000000"/>
                </a:solidFill>
                <a:effectLst/>
                <a:latin typeface="Arial"/>
                <a:ea typeface="Arial"/>
                <a:cs typeface="Arial"/>
                <a:sym typeface="Arial"/>
              </a:rPr>
              <a:t>Bức ảnh đầu vào sẽ bị chia làm 2 nhánh. Nhánh trên bị biến đổi rất nhẹ (Weak Aug) đưa qua mô hình 'Thầy' để lấy một dự đoán chuẩn xác làm chuẩn.</a:t>
            </a:r>
            <a:r>
              <a:rPr lang="en-US" sz="1100" b="0" i="0" u="none" strike="noStrike" cap="none">
                <a:solidFill>
                  <a:srgbClr val="000000"/>
                </a:solidFill>
                <a:effectLst/>
                <a:latin typeface="Arial"/>
                <a:ea typeface="Arial"/>
                <a:cs typeface="Arial"/>
                <a:sym typeface="Arial"/>
              </a:rPr>
              <a:t> </a:t>
            </a:r>
            <a:r>
              <a:rPr lang="vi-VN" sz="1100" b="0" i="0" u="none" strike="noStrike" cap="none">
                <a:solidFill>
                  <a:srgbClr val="000000"/>
                </a:solidFill>
                <a:effectLst/>
                <a:latin typeface="Arial"/>
                <a:ea typeface="Arial"/>
                <a:cs typeface="Arial"/>
                <a:sym typeface="Arial"/>
              </a:rPr>
              <a:t>Nhánh dưới bị bóp méo rất mạnh (Strong Aug) đưa qua mô hình 'Trò'. Trách nhiệm của mô hình Trò là: Dù ảnh có bị làm mờ, thêm nhiễu cỡ nào, nó vẫn phải học cách khôi phục lại được kết quả y hệt như mô hình Thầy. Điều này được kiểm soát bởi hàm </a:t>
            </a:r>
            <a:r>
              <a:rPr lang="vi-VN" sz="1100" b="1" i="0" u="none" strike="noStrike" cap="none">
                <a:solidFill>
                  <a:srgbClr val="000000"/>
                </a:solidFill>
                <a:effectLst/>
                <a:latin typeface="Arial"/>
                <a:ea typeface="Arial"/>
                <a:cs typeface="Arial"/>
                <a:sym typeface="Arial"/>
              </a:rPr>
              <a:t>$L_{Seg}$</a:t>
            </a:r>
            <a:r>
              <a:rPr lang="vi-VN" sz="1100" b="0" i="0" u="none" strike="noStrike" cap="none">
                <a:solidFill>
                  <a:srgbClr val="000000"/>
                </a:solidFill>
                <a:effectLst/>
                <a:latin typeface="Arial"/>
                <a:ea typeface="Arial"/>
                <a:cs typeface="Arial"/>
                <a:sym typeface="Arial"/>
              </a:rPr>
              <a:t>. Đồng thời, hàm </a:t>
            </a:r>
            <a:r>
              <a:rPr lang="vi-VN" sz="1100" b="1" i="0" u="none" strike="noStrike" cap="none">
                <a:solidFill>
                  <a:srgbClr val="000000"/>
                </a:solidFill>
                <a:effectLst/>
                <a:latin typeface="Arial"/>
                <a:ea typeface="Arial"/>
                <a:cs typeface="Arial"/>
                <a:sym typeface="Arial"/>
              </a:rPr>
              <a:t>$L_{AC}$</a:t>
            </a:r>
            <a:r>
              <a:rPr lang="vi-VN" sz="1100" b="0" i="0" u="none" strike="noStrike" cap="none">
                <a:solidFill>
                  <a:srgbClr val="000000"/>
                </a:solidFill>
                <a:effectLst/>
                <a:latin typeface="Arial"/>
                <a:ea typeface="Arial"/>
                <a:cs typeface="Arial"/>
                <a:sym typeface="Arial"/>
              </a:rPr>
              <a:t> đảm bảo rằng cách hai mô hình 'nhìn' nhận các đường nét bên trong cũng phải nhất quán với nhau.</a:t>
            </a:r>
          </a:p>
          <a:p>
            <a:pPr marL="158750" indent="0">
              <a:buNone/>
            </a:pPr>
            <a:r>
              <a:rPr lang="vi-VN" sz="1100" b="0" i="0" u="none" strike="noStrike" cap="none">
                <a:solidFill>
                  <a:srgbClr val="000000"/>
                </a:solidFill>
                <a:effectLst/>
                <a:latin typeface="Arial"/>
                <a:ea typeface="Arial"/>
                <a:cs typeface="Arial"/>
                <a:sym typeface="Arial"/>
              </a:rPr>
              <a:t>Nhưng điểm thiên tài nhất của Stage II nằm ở mũi tên màu cam: </a:t>
            </a:r>
            <a:r>
              <a:rPr lang="vi-VN" sz="1100" b="1" i="0" u="none" strike="noStrike" cap="none">
                <a:solidFill>
                  <a:srgbClr val="000000"/>
                </a:solidFill>
                <a:effectLst/>
                <a:latin typeface="Arial"/>
                <a:ea typeface="Arial"/>
                <a:cs typeface="Arial"/>
                <a:sym typeface="Arial"/>
              </a:rPr>
              <a:t>Cơ chế EMA</a:t>
            </a:r>
            <a:r>
              <a:rPr lang="vi-VN" sz="1100" b="0" i="0" u="none" strike="noStrike" cap="none">
                <a:solidFill>
                  <a:srgbClr val="000000"/>
                </a:solidFill>
                <a:effectLst/>
                <a:latin typeface="Arial"/>
                <a:ea typeface="Arial"/>
                <a:cs typeface="Arial"/>
                <a:sym typeface="Arial"/>
              </a:rPr>
              <a:t>. Khi chúng ta cập nhật AI ngay trong lúc nó đang chạy thực tế (Test-time), rủi ro lớn nhất là nó học sai một vài tấm ảnh rồi 'tẩu hỏa nhập ma', quên sạch kiến thức cũ. Công thức EMA giải quyết bài toán này. Thay vì copy toàn bộ kiến thức mới của Trò cho Thầy, nó chỉ lấy $1\%$ kiến thức mới cộng với $99\%$ kiến thức cũ ($\alpha = 0.99$). Giống như một vị thiền sư, mô hình Thầy cập nhật kiến thức cực kỳ chậm rãi và điềm tĩnh, giúp toàn bộ hệ thống cực kỳ ổn định và chống nhiễu tuyệt đối.</a:t>
            </a:r>
          </a:p>
          <a:p>
            <a:pPr marL="0" lvl="0" indent="0" algn="l" rtl="0">
              <a:spcBef>
                <a:spcPts val="0"/>
              </a:spcBef>
              <a:spcAft>
                <a:spcPts val="0"/>
              </a:spcAft>
              <a:buNone/>
            </a:pPr>
            <a:endParaRPr/>
          </a:p>
        </p:txBody>
      </p:sp>
    </p:spTree>
    <p:extLst>
      <p:ext uri="{BB962C8B-B14F-4D97-AF65-F5344CB8AC3E}">
        <p14:creationId xmlns:p14="http://schemas.microsoft.com/office/powerpoint/2010/main" val="3202990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a:extLst>
            <a:ext uri="{FF2B5EF4-FFF2-40B4-BE49-F238E27FC236}">
              <a16:creationId xmlns:a16="http://schemas.microsoft.com/office/drawing/2014/main" id="{FDF155A0-D9F2-B485-8596-4F30474CCBED}"/>
            </a:ext>
          </a:extLst>
        </p:cNvPr>
        <p:cNvGrpSpPr/>
        <p:nvPr/>
      </p:nvGrpSpPr>
      <p:grpSpPr>
        <a:xfrm>
          <a:off x="0" y="0"/>
          <a:ext cx="0" cy="0"/>
          <a:chOff x="0" y="0"/>
          <a:chExt cx="0" cy="0"/>
        </a:xfrm>
      </p:grpSpPr>
      <p:sp>
        <p:nvSpPr>
          <p:cNvPr id="2238" name="Google Shape;2238;g86fa6133bc_4_126:notes">
            <a:extLst>
              <a:ext uri="{FF2B5EF4-FFF2-40B4-BE49-F238E27FC236}">
                <a16:creationId xmlns:a16="http://schemas.microsoft.com/office/drawing/2014/main" id="{77F41E41-FA03-2E4B-6D27-E76085AF1E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a:extLst>
              <a:ext uri="{FF2B5EF4-FFF2-40B4-BE49-F238E27FC236}">
                <a16:creationId xmlns:a16="http://schemas.microsoft.com/office/drawing/2014/main" id="{CE3330CD-2C9E-59F1-D0FD-3A9E6C6C6C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sz="1100" b="0" i="0" u="none" strike="noStrike" cap="none">
                <a:solidFill>
                  <a:srgbClr val="000000"/>
                </a:solidFill>
                <a:effectLst/>
                <a:latin typeface="Arial"/>
                <a:ea typeface="Arial"/>
                <a:cs typeface="Arial"/>
                <a:sym typeface="Arial"/>
              </a:rPr>
              <a:t>Để hiểu tại sao Stage II lại giúp mô hình thích nghi cực kỳ tốt với môi trường mới, chúng ta cần nhìn sâu vào 'động lực' ép nó phải học, thông qua 2 hàm Loss này.</a:t>
            </a:r>
          </a:p>
          <a:p>
            <a:pPr marL="158750" indent="0">
              <a:buNone/>
            </a:pPr>
            <a:r>
              <a:rPr lang="vi-VN" sz="1100" b="0" i="0" u="none" strike="noStrike" cap="none">
                <a:solidFill>
                  <a:srgbClr val="000000"/>
                </a:solidFill>
                <a:effectLst/>
                <a:latin typeface="Arial"/>
                <a:ea typeface="Arial"/>
                <a:cs typeface="Arial"/>
                <a:sym typeface="Arial"/>
              </a:rPr>
              <a:t>Đầu tiên là </a:t>
            </a:r>
            <a:r>
              <a:rPr lang="vi-VN" sz="1100" b="1" i="0" u="none" strike="noStrike" cap="none">
                <a:solidFill>
                  <a:srgbClr val="000000"/>
                </a:solidFill>
                <a:effectLst/>
                <a:latin typeface="Arial"/>
                <a:ea typeface="Arial"/>
                <a:cs typeface="Arial"/>
                <a:sym typeface="Arial"/>
              </a:rPr>
              <a:t>$L_{Seg}$</a:t>
            </a:r>
            <a:r>
              <a:rPr lang="vi-VN" sz="1100" b="0" i="0" u="none" strike="noStrike" cap="none">
                <a:solidFill>
                  <a:srgbClr val="000000"/>
                </a:solidFill>
                <a:effectLst/>
                <a:latin typeface="Arial"/>
                <a:ea typeface="Arial"/>
                <a:cs typeface="Arial"/>
                <a:sym typeface="Arial"/>
              </a:rPr>
              <a:t>. Mọi người có thể thấy đây là hàm Cross-Entropy. Tuy nhiên, điểm đặc biệt nằm ở 2 biến số. Nó lấy </a:t>
            </a:r>
            <a:r>
              <a:rPr lang="vi-VN" sz="1100" b="1" i="0" u="none" strike="noStrike" cap="none">
                <a:solidFill>
                  <a:srgbClr val="000000"/>
                </a:solidFill>
                <a:effectLst/>
                <a:latin typeface="Arial"/>
                <a:ea typeface="Arial"/>
                <a:cs typeface="Arial"/>
                <a:sym typeface="Arial"/>
              </a:rPr>
              <a:t>nhãn hat{y}^{weak} của người Thầy</a:t>
            </a:r>
            <a:r>
              <a:rPr lang="vi-VN" sz="1100" b="0" i="0" u="none" strike="noStrike" cap="none">
                <a:solidFill>
                  <a:srgbClr val="000000"/>
                </a:solidFill>
                <a:effectLst/>
                <a:latin typeface="Arial"/>
                <a:ea typeface="Arial"/>
                <a:cs typeface="Arial"/>
                <a:sym typeface="Arial"/>
              </a:rPr>
              <a:t> (nhìn ảnh rõ) làm chuẩn mực, và ép </a:t>
            </a:r>
            <a:r>
              <a:rPr lang="vi-VN" sz="1100" b="1" i="0" u="none" strike="noStrike" cap="none">
                <a:solidFill>
                  <a:srgbClr val="000000"/>
                </a:solidFill>
                <a:effectLst/>
                <a:latin typeface="Arial"/>
                <a:ea typeface="Arial"/>
                <a:cs typeface="Arial"/>
                <a:sym typeface="Arial"/>
              </a:rPr>
              <a:t>dự đoán p^{strong}$ của người Trò</a:t>
            </a:r>
            <a:r>
              <a:rPr lang="vi-VN" sz="1100" b="0" i="0" u="none" strike="noStrike" cap="none">
                <a:solidFill>
                  <a:srgbClr val="000000"/>
                </a:solidFill>
                <a:effectLst/>
                <a:latin typeface="Arial"/>
                <a:ea typeface="Arial"/>
                <a:cs typeface="Arial"/>
                <a:sym typeface="Arial"/>
              </a:rPr>
              <a:t> (nhìn ảnh mờ, nhiễu) phải giống hệt như vậy. Về mặt ý nghĩa, giống như chúng ta đang đeo một cặp kính râm và dính bùn cho mô hình Trò, bắt nó phải nhận diện đúng mạch máu như khi không đeo kính. Điều này ép mô hình từ bỏ việc học vẹt màu sắc, mà phải học cấu trúc hình học cốt lõi của vật thể.</a:t>
            </a:r>
          </a:p>
          <a:p>
            <a:pPr marL="0" lvl="0" indent="0" algn="l" rtl="0">
              <a:spcBef>
                <a:spcPts val="0"/>
              </a:spcBef>
              <a:spcAft>
                <a:spcPts val="0"/>
              </a:spcAft>
              <a:buNone/>
            </a:pPr>
            <a:endParaRPr lang="vi-VN"/>
          </a:p>
          <a:p>
            <a:pPr marL="0" lvl="0" indent="0" algn="l" rtl="0">
              <a:spcBef>
                <a:spcPts val="0"/>
              </a:spcBef>
              <a:spcAft>
                <a:spcPts val="0"/>
              </a:spcAft>
              <a:buNone/>
            </a:pPr>
            <a:endParaRPr/>
          </a:p>
        </p:txBody>
      </p:sp>
    </p:spTree>
    <p:extLst>
      <p:ext uri="{BB962C8B-B14F-4D97-AF65-F5344CB8AC3E}">
        <p14:creationId xmlns:p14="http://schemas.microsoft.com/office/powerpoint/2010/main" val="167033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a:extLst>
            <a:ext uri="{FF2B5EF4-FFF2-40B4-BE49-F238E27FC236}">
              <a16:creationId xmlns:a16="http://schemas.microsoft.com/office/drawing/2014/main" id="{A799C7C0-7148-C18C-2802-791B443D0452}"/>
            </a:ext>
          </a:extLst>
        </p:cNvPr>
        <p:cNvGrpSpPr/>
        <p:nvPr/>
      </p:nvGrpSpPr>
      <p:grpSpPr>
        <a:xfrm>
          <a:off x="0" y="0"/>
          <a:ext cx="0" cy="0"/>
          <a:chOff x="0" y="0"/>
          <a:chExt cx="0" cy="0"/>
        </a:xfrm>
      </p:grpSpPr>
      <p:sp>
        <p:nvSpPr>
          <p:cNvPr id="2238" name="Google Shape;2238;g86fa6133bc_4_126:notes">
            <a:extLst>
              <a:ext uri="{FF2B5EF4-FFF2-40B4-BE49-F238E27FC236}">
                <a16:creationId xmlns:a16="http://schemas.microsoft.com/office/drawing/2014/main" id="{8DAE86C1-7D81-22AA-05F3-52C874DE75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a:extLst>
              <a:ext uri="{FF2B5EF4-FFF2-40B4-BE49-F238E27FC236}">
                <a16:creationId xmlns:a16="http://schemas.microsoft.com/office/drawing/2014/main" id="{57D07917-F1C7-BB67-6D13-607EC1FCF2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sz="1100" b="0" i="0" u="none" strike="noStrike" cap="none">
                <a:solidFill>
                  <a:srgbClr val="000000"/>
                </a:solidFill>
                <a:effectLst/>
                <a:latin typeface="Arial"/>
                <a:ea typeface="Arial"/>
                <a:cs typeface="Arial"/>
                <a:sym typeface="Arial"/>
              </a:rPr>
              <a:t>Thế nhưng, chỉ có L_{Seg} là chưa đủ. Nếu chỉ nhìn vào kết quả cuối cùng, đôi khi mô hình Trò 'đoán mò' trúng thì sao? Đó là lý do </a:t>
            </a:r>
            <a:r>
              <a:rPr lang="vi-VN" sz="1100" b="1" i="0" u="none" strike="noStrike" cap="none">
                <a:solidFill>
                  <a:srgbClr val="000000"/>
                </a:solidFill>
                <a:effectLst/>
                <a:latin typeface="Arial"/>
                <a:ea typeface="Arial"/>
                <a:cs typeface="Arial"/>
                <a:sym typeface="Arial"/>
              </a:rPr>
              <a:t>L_{AC} (Augmentation Consistency Loss)</a:t>
            </a:r>
            <a:r>
              <a:rPr lang="vi-VN" sz="1100" b="0" i="0" u="none" strike="noStrike" cap="none">
                <a:solidFill>
                  <a:srgbClr val="000000"/>
                </a:solidFill>
                <a:effectLst/>
                <a:latin typeface="Arial"/>
                <a:ea typeface="Arial"/>
                <a:cs typeface="Arial"/>
                <a:sym typeface="Arial"/>
              </a:rPr>
              <a:t> xuất hiện. Hàm này không so sánh kết quả cuối, mà nó thọc sâu vào các lớp ẩn bên trong mạng Neural (Feature maps).</a:t>
            </a:r>
          </a:p>
          <a:p>
            <a:pPr marL="158750" indent="0">
              <a:buNone/>
            </a:pPr>
            <a:r>
              <a:rPr lang="vi-VN" sz="1100" b="0" i="0" u="none" strike="noStrike" cap="none">
                <a:solidFill>
                  <a:srgbClr val="000000"/>
                </a:solidFill>
                <a:effectLst/>
                <a:latin typeface="Arial"/>
                <a:ea typeface="Arial"/>
                <a:cs typeface="Arial"/>
                <a:sym typeface="Arial"/>
              </a:rPr>
              <a:t>Nó tính khoảng cách (L2) giữa đặc trưng mà người Thầy trích xuất được (f^{weak}) và đặc trưng người Trò trích xuất được (f^{strong}). Hàm L_{AC} ép buộc rằng: Cùng một bức ảnh đáy mắt, dù bị thêm nhiễu hay đổi màu, thì 'cách suy nghĩ' hay cách trích xuất đường nét ở các tầng sâu của mô hình phải hoàn toàn y hệt nhau. Sự kết hợp giữa L_{Seg} (ép đúng kết quả) và L_{AC} (ép đúng tư duy) chính là chìa khóa tạo nên sự vững chắc của TT-SFUDA trên mọi miền dữ liệu mới.</a:t>
            </a:r>
          </a:p>
          <a:p>
            <a:pPr marL="0" lvl="0" indent="0" algn="l" rtl="0">
              <a:spcBef>
                <a:spcPts val="0"/>
              </a:spcBef>
              <a:spcAft>
                <a:spcPts val="0"/>
              </a:spcAft>
              <a:buNone/>
            </a:pPr>
            <a:endParaRPr/>
          </a:p>
        </p:txBody>
      </p:sp>
    </p:spTree>
    <p:extLst>
      <p:ext uri="{BB962C8B-B14F-4D97-AF65-F5344CB8AC3E}">
        <p14:creationId xmlns:p14="http://schemas.microsoft.com/office/powerpoint/2010/main" val="2430829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a:extLst>
            <a:ext uri="{FF2B5EF4-FFF2-40B4-BE49-F238E27FC236}">
              <a16:creationId xmlns:a16="http://schemas.microsoft.com/office/drawing/2014/main" id="{87DB4A23-2E28-7E55-78ED-1955D2239557}"/>
            </a:ext>
          </a:extLst>
        </p:cNvPr>
        <p:cNvGrpSpPr/>
        <p:nvPr/>
      </p:nvGrpSpPr>
      <p:grpSpPr>
        <a:xfrm>
          <a:off x="0" y="0"/>
          <a:ext cx="0" cy="0"/>
          <a:chOff x="0" y="0"/>
          <a:chExt cx="0" cy="0"/>
        </a:xfrm>
      </p:grpSpPr>
      <p:sp>
        <p:nvSpPr>
          <p:cNvPr id="2238" name="Google Shape;2238;g86fa6133bc_4_126:notes">
            <a:extLst>
              <a:ext uri="{FF2B5EF4-FFF2-40B4-BE49-F238E27FC236}">
                <a16:creationId xmlns:a16="http://schemas.microsoft.com/office/drawing/2014/main" id="{1B71B8D2-737F-8256-72B3-48A7A89A8B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a:extLst>
              <a:ext uri="{FF2B5EF4-FFF2-40B4-BE49-F238E27FC236}">
                <a16:creationId xmlns:a16="http://schemas.microsoft.com/office/drawing/2014/main" id="{05B24496-101B-6C82-C2F7-B5CFAD9019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a:solidFill>
                  <a:srgbClr val="000000"/>
                </a:solidFill>
                <a:effectLst/>
                <a:latin typeface="Arial"/>
                <a:ea typeface="Arial"/>
                <a:cs typeface="Arial"/>
                <a:sym typeface="Arial"/>
              </a:rPr>
              <a:t>Đ</a:t>
            </a:r>
            <a:r>
              <a:rPr lang="vi-VN" sz="1100" b="0" i="0" u="none" strike="noStrike" cap="none">
                <a:solidFill>
                  <a:srgbClr val="000000"/>
                </a:solidFill>
                <a:effectLst/>
                <a:latin typeface="Arial"/>
                <a:ea typeface="Arial"/>
                <a:cs typeface="Arial"/>
                <a:sym typeface="Arial"/>
              </a:rPr>
              <a:t>ây là trái tim của Stage I: Cơ chế Selective Voting. Để dễ hình dung, hãy tưởng tượng chúng ta có một hội đồng gồm 5 vị bác sĩ (đại diện cho 5 phiên bản ảnh bóp méo khác nhau) đang chẩn đoán cùng một điểm ảnh xem nó là mạch máu hay là nền.</a:t>
            </a:r>
          </a:p>
          <a:p>
            <a:pPr marL="158750" indent="0">
              <a:buNone/>
            </a:pPr>
            <a:r>
              <a:rPr lang="vi-VN" sz="1100" b="0" i="0" u="none" strike="noStrike" cap="none">
                <a:solidFill>
                  <a:srgbClr val="000000"/>
                </a:solidFill>
                <a:effectLst/>
                <a:latin typeface="Arial"/>
                <a:ea typeface="Arial"/>
                <a:cs typeface="Arial"/>
                <a:sym typeface="Arial"/>
              </a:rPr>
              <a:t>Mỗi bác sĩ sẽ đưa ra 2 thứ: Một tờ phiếu ghi kết quả chẩn đoán (Pseudo label), và một chỉ số tự tin (Selective Entropy).</a:t>
            </a:r>
          </a:p>
          <a:p>
            <a:pPr marL="158750" indent="0">
              <a:buNone/>
            </a:pPr>
            <a:r>
              <a:rPr lang="vi-VN" sz="1100" b="0" i="0" u="none" strike="noStrike" cap="none">
                <a:solidFill>
                  <a:srgbClr val="000000"/>
                </a:solidFill>
                <a:effectLst/>
                <a:latin typeface="Arial"/>
                <a:ea typeface="Arial"/>
                <a:cs typeface="Arial"/>
                <a:sym typeface="Arial"/>
              </a:rPr>
              <a:t>Quá trình bỏ phiếu diễn ra rất nghiêm ngặt. Bước 1, chúng ta nhìn vào chỉ số tự tin. Nếu vị bác sĩ nào đang phân vân, chẩn đoán với Entropy quá cao (vượt ngưỡng $\tau$), chúng ta sẽ vứt luôn tờ phiếu của người đó vào thùng rác. Như hình minh họa trên slide, các ô xám trên lưới lưới Entropy chính là những điểm bị loại bỏ.</a:t>
            </a:r>
          </a:p>
          <a:p>
            <a:pPr marL="158750" indent="0">
              <a:buNone/>
            </a:pPr>
            <a:r>
              <a:rPr lang="vi-VN" sz="1100" b="0" i="0" u="none" strike="noStrike" cap="none">
                <a:solidFill>
                  <a:srgbClr val="000000"/>
                </a:solidFill>
                <a:effectLst/>
                <a:latin typeface="Arial"/>
                <a:ea typeface="Arial"/>
                <a:cs typeface="Arial"/>
                <a:sym typeface="Arial"/>
              </a:rPr>
              <a:t>Bước 2, với những tờ phiếu hợp lệ còn lại, chúng ta đếm số lượng. Nếu 4/5 bác sĩ đều tự tin khẳng định điểm đó là mạch máu, điểm đó chính thức được tô màu trắng vào </a:t>
            </a:r>
            <a:r>
              <a:rPr lang="vi-VN" sz="1100" b="1" i="0" u="none" strike="noStrike" cap="none">
                <a:solidFill>
                  <a:srgbClr val="000000"/>
                </a:solidFill>
                <a:effectLst/>
                <a:latin typeface="Arial"/>
                <a:ea typeface="Arial"/>
                <a:cs typeface="Arial"/>
                <a:sym typeface="Arial"/>
              </a:rPr>
              <a:t>Enhanced Pseudo GT</a:t>
            </a:r>
            <a:r>
              <a:rPr lang="vi-VN" sz="1100" b="0" i="0" u="none" strike="noStrike" cap="none">
                <a:solidFill>
                  <a:srgbClr val="000000"/>
                </a:solidFill>
                <a:effectLst/>
                <a:latin typeface="Arial"/>
                <a:ea typeface="Arial"/>
                <a:cs typeface="Arial"/>
                <a:sym typeface="Arial"/>
              </a:rPr>
              <a:t>. Ngược lại, nếu kết quả quá lộn xộn, điểm đó sẽ bị bỏ qua hoàn toàn, không đưa vào quá trình huấn luyện.</a:t>
            </a:r>
          </a:p>
        </p:txBody>
      </p:sp>
    </p:spTree>
    <p:extLst>
      <p:ext uri="{BB962C8B-B14F-4D97-AF65-F5344CB8AC3E}">
        <p14:creationId xmlns:p14="http://schemas.microsoft.com/office/powerpoint/2010/main" val="29449789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a:extLst>
            <a:ext uri="{FF2B5EF4-FFF2-40B4-BE49-F238E27FC236}">
              <a16:creationId xmlns:a16="http://schemas.microsoft.com/office/drawing/2014/main" id="{B74815F7-606F-901C-8856-05565D23722F}"/>
            </a:ext>
          </a:extLst>
        </p:cNvPr>
        <p:cNvGrpSpPr/>
        <p:nvPr/>
      </p:nvGrpSpPr>
      <p:grpSpPr>
        <a:xfrm>
          <a:off x="0" y="0"/>
          <a:ext cx="0" cy="0"/>
          <a:chOff x="0" y="0"/>
          <a:chExt cx="0" cy="0"/>
        </a:xfrm>
      </p:grpSpPr>
      <p:sp>
        <p:nvSpPr>
          <p:cNvPr id="2238" name="Google Shape;2238;g86fa6133bc_4_126:notes">
            <a:extLst>
              <a:ext uri="{FF2B5EF4-FFF2-40B4-BE49-F238E27FC236}">
                <a16:creationId xmlns:a16="http://schemas.microsoft.com/office/drawing/2014/main" id="{79D10BF4-AE34-4137-2C70-A24F55B06D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a:extLst>
              <a:ext uri="{FF2B5EF4-FFF2-40B4-BE49-F238E27FC236}">
                <a16:creationId xmlns:a16="http://schemas.microsoft.com/office/drawing/2014/main" id="{F16A3946-9C63-2015-14C3-5256BA5674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a:t>Nhờ công thức toán học này, mô hình thà chấp nhận bỏ sót một vài điểm khó, chứ tuyệt đối không học từ những dự đoán sai lệch, giúp bảo vệ tính toàn vẹn của dữ liệu huấn luyện.</a:t>
            </a:r>
          </a:p>
          <a:p>
            <a:pPr marL="158750" indent="0">
              <a:buNone/>
            </a:pPr>
            <a:r>
              <a:rPr lang="en-US"/>
              <a:t>Đ</a:t>
            </a:r>
            <a:r>
              <a:rPr lang="vi-VN"/>
              <a:t>ể hiểu rõ hơn sức mạnh của cơ chế Selective Voting mà chúng ta vừa phân tích ở slide trước, xin mời mọi người nhìn lên màn hình. Hình ảnh này mô phỏng chính xác cách thuật toán làm sạch một vùng ảnh đang bị nhiễu. Quá trình này diễn ra qua 3 bước, tương ứng với 3 lưới ảnh từ trái qua phải.</a:t>
            </a:r>
            <a:endParaRPr lang="en-US"/>
          </a:p>
          <a:p>
            <a:pPr marL="158750" indent="0">
              <a:buNone/>
            </a:pPr>
            <a:r>
              <a:rPr lang="vi-VN" sz="1100" b="1" i="1" u="none" strike="noStrike" cap="none">
                <a:solidFill>
                  <a:srgbClr val="000000"/>
                </a:solidFill>
                <a:effectLst/>
                <a:latin typeface="Arial"/>
                <a:ea typeface="Arial"/>
                <a:cs typeface="Arial"/>
                <a:sym typeface="Arial"/>
              </a:rPr>
              <a:t>Bước 1: Nhìn vào hình đầu tiên bên trái - 'Bản đồ Entropy'.</a:t>
            </a:r>
            <a:endParaRPr lang="vi-VN" sz="1100" b="0" i="0" u="none" strike="noStrike" cap="none">
              <a:solidFill>
                <a:srgbClr val="000000"/>
              </a:solidFill>
              <a:effectLst/>
              <a:latin typeface="Arial"/>
              <a:ea typeface="Arial"/>
              <a:cs typeface="Arial"/>
              <a:sym typeface="Arial"/>
            </a:endParaRPr>
          </a:p>
          <a:p>
            <a:pPr marL="158750" indent="0">
              <a:buNone/>
            </a:pPr>
            <a:r>
              <a:rPr lang="vi-VN" sz="1100" b="0" i="1" u="none" strike="noStrike" cap="none">
                <a:solidFill>
                  <a:srgbClr val="000000"/>
                </a:solidFill>
                <a:effectLst/>
                <a:latin typeface="Arial"/>
                <a:ea typeface="Arial"/>
                <a:cs typeface="Arial"/>
                <a:sym typeface="Arial"/>
              </a:rPr>
              <a:t>Đây là mức độ tự tin của mô hình nguồn. Các ô màu xanh lam ở giữa đại diện cho những điểm ảnh mà mô hình cực kỳ tự tin (ví dụ: nó chắc chắn đây là trung tâm của mạch máu). Ngược lại, các vùng màu đỏ và cam bao quanh là những vùng mô hình đang 'phân vân', thường là ở phần rìa của đối tượng hoặc vùng bị mờ (như chú thích bên dưới: 'Nhiễu/Biên'). Dấu 'X' trên các ô này biểu thị rằng Entropy tại đó đã vượt qua ngưỡng an toàn $\tau$ (tau).</a:t>
            </a:r>
            <a:endParaRPr lang="vi-VN" sz="1100" b="0" i="0" u="none" strike="noStrike" cap="none">
              <a:solidFill>
                <a:srgbClr val="000000"/>
              </a:solidFill>
              <a:effectLst/>
              <a:latin typeface="Arial"/>
              <a:ea typeface="Arial"/>
              <a:cs typeface="Arial"/>
              <a:sym typeface="Arial"/>
            </a:endParaRPr>
          </a:p>
          <a:p>
            <a:pPr marL="158750" indent="0">
              <a:buNone/>
            </a:pPr>
            <a:r>
              <a:rPr lang="vi-VN" sz="1100" b="1" i="1" u="none" strike="noStrike" cap="none">
                <a:solidFill>
                  <a:srgbClr val="000000"/>
                </a:solidFill>
                <a:effectLst/>
                <a:latin typeface="Arial"/>
                <a:ea typeface="Arial"/>
                <a:cs typeface="Arial"/>
                <a:sym typeface="Arial"/>
              </a:rPr>
              <a:t>Bước 2: Nhìn sang hình ở giữa - 'Nhãn giả thô'.</a:t>
            </a:r>
            <a:endParaRPr lang="vi-VN" sz="1100" b="0" i="0" u="none" strike="noStrike" cap="none">
              <a:solidFill>
                <a:srgbClr val="000000"/>
              </a:solidFill>
              <a:effectLst/>
              <a:latin typeface="Arial"/>
              <a:ea typeface="Arial"/>
              <a:cs typeface="Arial"/>
              <a:sym typeface="Arial"/>
            </a:endParaRPr>
          </a:p>
          <a:p>
            <a:pPr marL="158750" indent="0">
              <a:buNone/>
            </a:pPr>
            <a:r>
              <a:rPr lang="vi-VN" sz="1100" b="0" i="1" u="none" strike="noStrike" cap="none">
                <a:solidFill>
                  <a:srgbClr val="000000"/>
                </a:solidFill>
                <a:effectLst/>
                <a:latin typeface="Arial"/>
                <a:ea typeface="Arial"/>
                <a:cs typeface="Arial"/>
                <a:sym typeface="Arial"/>
              </a:rPr>
              <a:t>Đây là kết quả dự đoán ban đầu của mô hình. Như mọi người thấy, nó nhận diện được khối vật thể màu đen ở giữa, nhưng xung quanh lại dính đầy những điểm đen lộn xộn. Đây chính là 'nhiễu' sinh ra do sự khác biệt về miền dữ liệu (Domain Shift) mà chúng ta đã nói ở đầu chương trình. Nếu chúng ta lấy thẳng cái nhãn rác này đi huấn luyện, mô hình sẽ học sai hoàn toàn.</a:t>
            </a:r>
            <a:endParaRPr lang="vi-VN" sz="1100" b="0" i="0" u="none" strike="noStrike" cap="none">
              <a:solidFill>
                <a:srgbClr val="000000"/>
              </a:solidFill>
              <a:effectLst/>
              <a:latin typeface="Arial"/>
              <a:ea typeface="Arial"/>
              <a:cs typeface="Arial"/>
              <a:sym typeface="Arial"/>
            </a:endParaRPr>
          </a:p>
          <a:p>
            <a:pPr marL="158750" indent="0">
              <a:buNone/>
            </a:pPr>
            <a:r>
              <a:rPr lang="vi-VN" sz="1100" b="1" i="1" u="none" strike="noStrike" cap="none">
                <a:solidFill>
                  <a:srgbClr val="000000"/>
                </a:solidFill>
                <a:effectLst/>
                <a:latin typeface="Arial"/>
                <a:ea typeface="Arial"/>
                <a:cs typeface="Arial"/>
                <a:sym typeface="Arial"/>
              </a:rPr>
              <a:t>Bước 3: Sự kết hợp tạo ra 'Nhãn giả nâng cao' (Hình thứ 3 bên phải).</a:t>
            </a:r>
            <a:endParaRPr lang="vi-VN" sz="1100" b="0" i="0" u="none" strike="noStrike" cap="none">
              <a:solidFill>
                <a:srgbClr val="000000"/>
              </a:solidFill>
              <a:effectLst/>
              <a:latin typeface="Arial"/>
              <a:ea typeface="Arial"/>
              <a:cs typeface="Arial"/>
              <a:sym typeface="Arial"/>
            </a:endParaRPr>
          </a:p>
          <a:p>
            <a:pPr marL="158750" indent="0">
              <a:buNone/>
            </a:pPr>
            <a:r>
              <a:rPr lang="vi-VN" sz="1100" b="0" i="1" u="none" strike="noStrike" cap="none">
                <a:solidFill>
                  <a:srgbClr val="000000"/>
                </a:solidFill>
                <a:effectLst/>
                <a:latin typeface="Arial"/>
                <a:ea typeface="Arial"/>
                <a:cs typeface="Arial"/>
                <a:sym typeface="Arial"/>
              </a:rPr>
              <a:t>Đây là lúc phép thuật xảy ra. Thuật toán sẽ chồng Bản đồ Entropy lên Nhãn giả thô. Luật chơi rất đơn giản: Bất kỳ điểm ảnh nào nằm ở vùng màuđỏ/cam(Entropy cao) bên hình 1, bất kể bên hình 2 nó đoán là đen hay trắng, thuật toán đều </a:t>
            </a:r>
            <a:r>
              <a:rPr lang="vi-VN" sz="1100" b="1" i="1" u="none" strike="noStrike" cap="none">
                <a:solidFill>
                  <a:srgbClr val="000000"/>
                </a:solidFill>
                <a:effectLst/>
                <a:latin typeface="Arial"/>
                <a:ea typeface="Arial"/>
                <a:cs typeface="Arial"/>
                <a:sym typeface="Arial"/>
              </a:rPr>
              <a:t>xóa trắng</a:t>
            </a:r>
            <a:r>
              <a:rPr lang="vi-VN" sz="1100" b="0" i="1" u="none" strike="noStrike" cap="none">
                <a:solidFill>
                  <a:srgbClr val="000000"/>
                </a:solidFill>
                <a:effectLst/>
                <a:latin typeface="Arial"/>
                <a:ea typeface="Arial"/>
                <a:cs typeface="Arial"/>
                <a:sym typeface="Arial"/>
              </a:rPr>
              <a:t> nó đi. Kết quả là ở hình thứ 3, các bạn thấy một vòng tròn màu xám bao quanh vật thể. Các điểm màu xám này chính là những pixel bị loại bỏ (như chú thích: 'Bị loại bỏ do Entropy &gt; $\tau$').</a:t>
            </a:r>
            <a:endParaRPr lang="vi-VN" sz="1100" b="0" i="0" u="none" strike="noStrike" cap="none">
              <a:solidFill>
                <a:srgbClr val="000000"/>
              </a:solidFill>
              <a:effectLst/>
              <a:latin typeface="Arial"/>
              <a:ea typeface="Arial"/>
              <a:cs typeface="Arial"/>
              <a:sym typeface="Arial"/>
            </a:endParaRPr>
          </a:p>
          <a:p>
            <a:pPr marL="158750" indent="0">
              <a:buNone/>
            </a:pPr>
            <a:r>
              <a:rPr lang="vi-VN" sz="1100" b="1" i="1" u="none" strike="noStrike" cap="none">
                <a:solidFill>
                  <a:srgbClr val="000000"/>
                </a:solidFill>
                <a:effectLst/>
                <a:latin typeface="Arial"/>
                <a:ea typeface="Arial"/>
                <a:cs typeface="Arial"/>
                <a:sym typeface="Arial"/>
              </a:rPr>
              <a:t>Kết luận:</a:t>
            </a:r>
            <a:r>
              <a:rPr lang="vi-VN" sz="1100" b="0" i="0" u="none" strike="noStrike" cap="none">
                <a:solidFill>
                  <a:srgbClr val="000000"/>
                </a:solidFill>
                <a:effectLst/>
                <a:latin typeface="Arial"/>
                <a:ea typeface="Arial"/>
                <a:cs typeface="Arial"/>
                <a:sym typeface="Arial"/>
              </a:rPr>
              <a:t> </a:t>
            </a:r>
            <a:r>
              <a:rPr lang="vi-VN" sz="1100" b="0" i="1" u="none" strike="noStrike" cap="none">
                <a:solidFill>
                  <a:srgbClr val="000000"/>
                </a:solidFill>
                <a:effectLst/>
                <a:latin typeface="Arial"/>
                <a:ea typeface="Arial"/>
                <a:cs typeface="Arial"/>
                <a:sym typeface="Arial"/>
              </a:rPr>
              <a:t>Nhờ nhát cắt tàn nhẫn nhưng chính xác này, cái nhãn giả thô đầy nhiễu ở giữa đã biến thành một cái nhãn sạch sẽ ở bên phải. Mô hình bây giờ chỉ tập trung học từ cái lõi đen chắc chắn nhất ở giữa. Cơ chế này giống như việc chúng ta thà học ít nhưng học đúng, còn hơn là cố học nhồi nhét rồi bị sai lệch kiến thức.</a:t>
            </a:r>
            <a:endParaRPr lang="vi-VN" sz="1100" b="0" i="0" u="none" strike="noStrike" cap="none">
              <a:solidFill>
                <a:srgbClr val="000000"/>
              </a:solidFill>
              <a:effectLst/>
              <a:latin typeface="Arial"/>
              <a:ea typeface="Arial"/>
              <a:cs typeface="Arial"/>
              <a:sym typeface="Arial"/>
            </a:endParaRPr>
          </a:p>
          <a:p>
            <a:pPr marL="158750" indent="0">
              <a:buNone/>
            </a:pPr>
            <a:endParaRPr lang="vi-VN" sz="1100" b="0" i="0" u="none" strike="noStrike" cap="none">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30749260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a:extLst>
            <a:ext uri="{FF2B5EF4-FFF2-40B4-BE49-F238E27FC236}">
              <a16:creationId xmlns:a16="http://schemas.microsoft.com/office/drawing/2014/main" id="{E94CD4C7-4FA6-F101-B7E0-9EE2BA7D2115}"/>
            </a:ext>
          </a:extLst>
        </p:cNvPr>
        <p:cNvGrpSpPr/>
        <p:nvPr/>
      </p:nvGrpSpPr>
      <p:grpSpPr>
        <a:xfrm>
          <a:off x="0" y="0"/>
          <a:ext cx="0" cy="0"/>
          <a:chOff x="0" y="0"/>
          <a:chExt cx="0" cy="0"/>
        </a:xfrm>
      </p:grpSpPr>
      <p:sp>
        <p:nvSpPr>
          <p:cNvPr id="2238" name="Google Shape;2238;g86fa6133bc_4_126:notes">
            <a:extLst>
              <a:ext uri="{FF2B5EF4-FFF2-40B4-BE49-F238E27FC236}">
                <a16:creationId xmlns:a16="http://schemas.microsoft.com/office/drawing/2014/main" id="{BA21B2E1-E647-DB8D-1F89-538636B5EC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a:extLst>
              <a:ext uri="{FF2B5EF4-FFF2-40B4-BE49-F238E27FC236}">
                <a16:creationId xmlns:a16="http://schemas.microsoft.com/office/drawing/2014/main" id="{CBBDDA7D-0154-70F8-3902-6FF1AE3D05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a:t>C</a:t>
            </a:r>
            <a:r>
              <a:rPr lang="vi-VN"/>
              <a:t>húng ta sẽ xem xét cách thức thiết lập môi trường thực nghiệm để đánh giá TT-SFUDA. Dựa trên codebase chính thức, chúng ta tập trung vào bài toán phân vùng ảnh 2D, cụ thể là cấu trúc đáy mắt từ lệnh chạy thực tế.</a:t>
            </a:r>
          </a:p>
          <a:p>
            <a:pPr marL="158750" indent="0">
              <a:buNone/>
            </a:pPr>
            <a:r>
              <a:rPr lang="vi-VN"/>
              <a:t>Để tạo ra một bài toán 'Dịch chuyển miền' thực sự hóc búa, chúng ta sử dụng cặp dữ liệu HRF và RITE. HRF đóng vai trò là Miền Nguồn. Đây là bộ dữ liệu có độ phân giải cực kỳ cao, giống như chúng ta cho mô hình học trong một điều kiện phòng lab lý tưởng nhất.</a:t>
            </a:r>
          </a:p>
          <a:p>
            <a:pPr marL="158750" indent="0">
              <a:buNone/>
            </a:pPr>
            <a:r>
              <a:rPr lang="vi-VN"/>
              <a:t>Tuy nhiên, khi mang mô hình đó ra thực tế, chúng ta test nó trên bộ dữ liệu RITE (Miền Đích). RITE có cấu trúc màu sắc, kích thước và độ nhiễu khác hẳn HRF. Thách thức đặt ra là: Làm sao một mô hình quen nhìn ảnh siêu nét có thể phân vùng chính xác những mạch máu li ti trên một bức ảnh mờ và khác biệt như RITE, mà hoàn toàn không được xem trước đáp án?</a:t>
            </a:r>
          </a:p>
          <a:p>
            <a:pPr marL="158750" indent="0">
              <a:buNone/>
            </a:pPr>
            <a:r>
              <a:rPr lang="vi-VN"/>
              <a:t>Toàn bộ quá trình này được triển khai trên PyTorch, và chúng ta sẽ dùng chỉ số Dice Coefficient để đo lường xem mặt nạ dự đoán có khớp với thực tế hay không."</a:t>
            </a:r>
          </a:p>
          <a:p>
            <a:pPr marL="0" lvl="0" indent="0" algn="l" rtl="0">
              <a:spcBef>
                <a:spcPts val="0"/>
              </a:spcBef>
              <a:spcAft>
                <a:spcPts val="0"/>
              </a:spcAft>
              <a:buNone/>
            </a:pPr>
            <a:endParaRPr/>
          </a:p>
        </p:txBody>
      </p:sp>
    </p:spTree>
    <p:extLst>
      <p:ext uri="{BB962C8B-B14F-4D97-AF65-F5344CB8AC3E}">
        <p14:creationId xmlns:p14="http://schemas.microsoft.com/office/powerpoint/2010/main" val="8581002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a:extLst>
            <a:ext uri="{FF2B5EF4-FFF2-40B4-BE49-F238E27FC236}">
              <a16:creationId xmlns:a16="http://schemas.microsoft.com/office/drawing/2014/main" id="{2EE8F783-D787-3F18-9161-0910C1DEDD43}"/>
            </a:ext>
          </a:extLst>
        </p:cNvPr>
        <p:cNvGrpSpPr/>
        <p:nvPr/>
      </p:nvGrpSpPr>
      <p:grpSpPr>
        <a:xfrm>
          <a:off x="0" y="0"/>
          <a:ext cx="0" cy="0"/>
          <a:chOff x="0" y="0"/>
          <a:chExt cx="0" cy="0"/>
        </a:xfrm>
      </p:grpSpPr>
      <p:sp>
        <p:nvSpPr>
          <p:cNvPr id="2238" name="Google Shape;2238;g86fa6133bc_4_126:notes">
            <a:extLst>
              <a:ext uri="{FF2B5EF4-FFF2-40B4-BE49-F238E27FC236}">
                <a16:creationId xmlns:a16="http://schemas.microsoft.com/office/drawing/2014/main" id="{2A0788A9-CA20-CB7E-8168-B50B61AD87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a:extLst>
              <a:ext uri="{FF2B5EF4-FFF2-40B4-BE49-F238E27FC236}">
                <a16:creationId xmlns:a16="http://schemas.microsoft.com/office/drawing/2014/main" id="{FBE054C5-99FB-C18E-8136-B70A09FBF9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a:t>Hãy nhìn vào dòng đầu tiên - Source Only. Khi chúng ta bê nguyên mô hình từ phòng lab (HRF) sang bệnh viện (RITE), hiệu suất nhận diện lõm thị (Optic Cup) tụt thê thảm xuống còn 68.1%. Với con số này, bác sĩ hoàn toàn không thể dùng AI để chẩn đoán bệnh Glaucoma được.</a:t>
            </a:r>
          </a:p>
          <a:p>
            <a:pPr marL="158750" indent="0">
              <a:buNone/>
            </a:pPr>
            <a:r>
              <a:rPr lang="vi-VN"/>
              <a:t>Dòng thứ hai là UDA - phương pháp truyền thống. Nó nâng hiệu suất lên 91.5%, nhưng cái giá phải trả là bệnh viện Nguồn và Đích phải chia sẻ dữ liệu bệnh nhân cho nhau, một điều gần như cấm kỵ trong y tế.</a:t>
            </a:r>
          </a:p>
          <a:p>
            <a:pPr marL="158750" indent="0">
              <a:buNone/>
            </a:pPr>
            <a:r>
              <a:rPr lang="vi-VN"/>
              <a:t>Và cuối cùng là dòng thứ 3 - TT-SFUDA. Không cần nhìn lại một tấm ảnh Nguồn nào, bảo mật 100%, chỉ thông qua việc tự điều chỉnh Entropy và Bỏ phiếu có chọn lọc ngay lúc test, nó đã kéo hiệu suất của đĩa thị lên tới 94.2% và lõm thị lên 81.5%. Nó thậm chí còn đánh bại cả mô hình UDA. Đây là minh chứng mạnh mẽ nhất cho thấy: AI hoàn toàn có thể tự tiến hóa và thích nghi với môi trường mới nếu chúng ta cung cấp cho nó một cơ chế toán học đúng đắn</a:t>
            </a:r>
          </a:p>
          <a:p>
            <a:pPr marL="0" lvl="0" indent="0" algn="l" rtl="0">
              <a:spcBef>
                <a:spcPts val="0"/>
              </a:spcBef>
              <a:spcAft>
                <a:spcPts val="0"/>
              </a:spcAft>
              <a:buNone/>
            </a:pPr>
            <a:endParaRPr/>
          </a:p>
        </p:txBody>
      </p:sp>
    </p:spTree>
    <p:extLst>
      <p:ext uri="{BB962C8B-B14F-4D97-AF65-F5344CB8AC3E}">
        <p14:creationId xmlns:p14="http://schemas.microsoft.com/office/powerpoint/2010/main" val="4796791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a:extLst>
            <a:ext uri="{FF2B5EF4-FFF2-40B4-BE49-F238E27FC236}">
              <a16:creationId xmlns:a16="http://schemas.microsoft.com/office/drawing/2014/main" id="{E36E1FED-A653-6DE0-8A20-D8B9C2F2C493}"/>
            </a:ext>
          </a:extLst>
        </p:cNvPr>
        <p:cNvGrpSpPr/>
        <p:nvPr/>
      </p:nvGrpSpPr>
      <p:grpSpPr>
        <a:xfrm>
          <a:off x="0" y="0"/>
          <a:ext cx="0" cy="0"/>
          <a:chOff x="0" y="0"/>
          <a:chExt cx="0" cy="0"/>
        </a:xfrm>
      </p:grpSpPr>
      <p:sp>
        <p:nvSpPr>
          <p:cNvPr id="2238" name="Google Shape;2238;g86fa6133bc_4_126:notes">
            <a:extLst>
              <a:ext uri="{FF2B5EF4-FFF2-40B4-BE49-F238E27FC236}">
                <a16:creationId xmlns:a16="http://schemas.microsoft.com/office/drawing/2014/main" id="{FF001141-8FC8-0DEF-F8AA-193B9E1C9C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a:extLst>
              <a:ext uri="{FF2B5EF4-FFF2-40B4-BE49-F238E27FC236}">
                <a16:creationId xmlns:a16="http://schemas.microsoft.com/office/drawing/2014/main" id="{8D6F86B9-3A92-0EEC-3341-809BD4EC0B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a:t>Hiện tại, TT-SFUDA của chúng ta mới giải quyết được việc chuyển giao từ 1 bệnh viện Nguồn sang 1 bệnh viện Đích. Vậy nếu chúng ta có 10 bệnh viện thì sao? Đó là lúc Federated Learning bước vào. FL cho phép chúng ta gom kiến thức của 10 bệnh viện lại thành một Mô hình Toàn cục (Global Model) cực kỳ thông minh mà không hề vi phạm luật bảo mật dữ liệu bệnh nhân.</a:t>
            </a:r>
          </a:p>
          <a:p>
            <a:pPr marL="158750" indent="0">
              <a:buNone/>
            </a:pPr>
            <a:r>
              <a:rPr lang="vi-VN"/>
              <a:t>Tuy nhiên, mô hình toàn cục này khi mang đến cài đặt tại một Bệnh viện thứ 11 (bệnh viện tuyến huyện, máy chụp đời cũ) thì vẫn có khả năng bị suy giảm hiệu suất do Domain Shift.</a:t>
            </a:r>
          </a:p>
          <a:p>
            <a:pPr marL="158750" indent="0">
              <a:buNone/>
            </a:pPr>
            <a:r>
              <a:rPr lang="vi-VN"/>
              <a:t>Giải pháp là: Khi tải mô hình FL về bệnh viện thứ 11, chúng ta kích hoạt ngay TT-SFUDA tại thiết bị của bệnh viện đó. Lúc này, TT-SFUDA đóng vai trò như một 'màng lọc cá nhân hóa'. Nó sử dụng chính những tấm ảnh mờ của bệnh viện 11 để tinh chỉnh mô hình toàn cục, giúp mô hình thích nghi hoàn hảo với máy móc tại đây.</a:t>
            </a:r>
          </a:p>
          <a:p>
            <a:pPr marL="158750" indent="0">
              <a:buNone/>
            </a:pPr>
            <a:r>
              <a:rPr lang="vi-VN"/>
              <a:t>Sự kết hợp này mang lại lợi ích kép: Vừa có tri thức khổng lồ của FL, vừa có sự nhạy bén, thích nghi thời gian thực của TT-SFUDA, tạo ra một hệ thống AI y khoa hoàn toàn tự động và bảo mật tuyệt đối.</a:t>
            </a:r>
          </a:p>
          <a:p>
            <a:pPr marL="0" lvl="0" indent="0" algn="l" rtl="0">
              <a:spcBef>
                <a:spcPts val="0"/>
              </a:spcBef>
              <a:spcAft>
                <a:spcPts val="0"/>
              </a:spcAft>
              <a:buNone/>
            </a:pPr>
            <a:endParaRPr/>
          </a:p>
        </p:txBody>
      </p:sp>
    </p:spTree>
    <p:extLst>
      <p:ext uri="{BB962C8B-B14F-4D97-AF65-F5344CB8AC3E}">
        <p14:creationId xmlns:p14="http://schemas.microsoft.com/office/powerpoint/2010/main" val="16577455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a:extLst>
            <a:ext uri="{FF2B5EF4-FFF2-40B4-BE49-F238E27FC236}">
              <a16:creationId xmlns:a16="http://schemas.microsoft.com/office/drawing/2014/main" id="{ED2F9664-5B00-97B3-A0D6-BA4526C10856}"/>
            </a:ext>
          </a:extLst>
        </p:cNvPr>
        <p:cNvGrpSpPr/>
        <p:nvPr/>
      </p:nvGrpSpPr>
      <p:grpSpPr>
        <a:xfrm>
          <a:off x="0" y="0"/>
          <a:ext cx="0" cy="0"/>
          <a:chOff x="0" y="0"/>
          <a:chExt cx="0" cy="0"/>
        </a:xfrm>
      </p:grpSpPr>
      <p:sp>
        <p:nvSpPr>
          <p:cNvPr id="2238" name="Google Shape;2238;g86fa6133bc_4_126:notes">
            <a:extLst>
              <a:ext uri="{FF2B5EF4-FFF2-40B4-BE49-F238E27FC236}">
                <a16:creationId xmlns:a16="http://schemas.microsoft.com/office/drawing/2014/main" id="{A0FA452A-B9D4-24EF-3428-EA4B68616E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a:extLst>
              <a:ext uri="{FF2B5EF4-FFF2-40B4-BE49-F238E27FC236}">
                <a16:creationId xmlns:a16="http://schemas.microsoft.com/office/drawing/2014/main" id="{56C660FA-EC03-3A76-3576-0BF719DFE0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vi-VN"/>
              <a:t>Thứ nhất, nó giải quyết được bài toán đạo đức và pháp lý: </a:t>
            </a:r>
            <a:r>
              <a:rPr lang="vi-VN" b="1"/>
              <a:t>Bảo mật</a:t>
            </a:r>
            <a:r>
              <a:rPr lang="vi-VN"/>
              <a:t>. Bằng cách không sử dụng dữ liệu nguồn, TT-SFUDA hoàn toàn có thể triển khai ở bất kỳ đâu mà không lo ngại rò rỉ bệnh án.</a:t>
            </a:r>
          </a:p>
          <a:p>
            <a:pPr marL="158750" indent="0">
              <a:buNone/>
            </a:pPr>
            <a:r>
              <a:rPr lang="vi-VN"/>
              <a:t>Thứ hai, nó mang tính </a:t>
            </a:r>
            <a:r>
              <a:rPr lang="vi-VN" b="1"/>
              <a:t>Thực tiễn cao</a:t>
            </a:r>
            <a:r>
              <a:rPr lang="vi-VN"/>
              <a:t>. Thuật toán hoạt động ngay tại 'Test-time', nghĩa là bác sĩ đưa ảnh vào, AI vừa đoán vừa tự học và tự sửa sai ngay lập tức.</a:t>
            </a:r>
          </a:p>
          <a:p>
            <a:pPr marL="158750" indent="0">
              <a:buNone/>
            </a:pPr>
            <a:r>
              <a:rPr lang="vi-VN"/>
              <a:t>Và cuối cùng, mọi lý thuyết toán học phức tạp như Bỏ phiếu có chọn lọc hay Tối thiểu hóa Entropy đều được minh chứng bằng </a:t>
            </a:r>
            <a:r>
              <a:rPr lang="vi-VN" b="1"/>
              <a:t>Hiệu suất đột phá</a:t>
            </a:r>
            <a:r>
              <a:rPr lang="vi-VN"/>
              <a:t>, giúp phục hồi độ chính xác từ mức không thể sử dụng được lên mức tiêu chuẩn chẩn đoán.</a:t>
            </a:r>
          </a:p>
          <a:p>
            <a:pPr marL="158750" indent="0">
              <a:buNone/>
            </a:pPr>
            <a:r>
              <a:rPr lang="vi-VN"/>
              <a:t>Sự kết hợp này biến TT-SFUDA thành một bước tiến lớn, đưa AI từ phòng lab ra thế giới thực một cách an toàn và mạnh mẽ.</a:t>
            </a:r>
          </a:p>
          <a:p>
            <a:pPr marL="0" lvl="0" indent="0" algn="l" rtl="0">
              <a:spcBef>
                <a:spcPts val="0"/>
              </a:spcBef>
              <a:spcAft>
                <a:spcPts val="0"/>
              </a:spcAft>
              <a:buNone/>
            </a:pPr>
            <a:endParaRPr/>
          </a:p>
        </p:txBody>
      </p:sp>
    </p:spTree>
    <p:extLst>
      <p:ext uri="{BB962C8B-B14F-4D97-AF65-F5344CB8AC3E}">
        <p14:creationId xmlns:p14="http://schemas.microsoft.com/office/powerpoint/2010/main" val="39229097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2"/>
        <p:cNvGrpSpPr/>
        <p:nvPr/>
      </p:nvGrpSpPr>
      <p:grpSpPr>
        <a:xfrm>
          <a:off x="0" y="0"/>
          <a:ext cx="0" cy="0"/>
          <a:chOff x="0" y="0"/>
          <a:chExt cx="0" cy="0"/>
        </a:xfrm>
      </p:grpSpPr>
      <p:sp>
        <p:nvSpPr>
          <p:cNvPr id="2333" name="Google Shape;2333;g8728718f4e_1_1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4" name="Google Shape;2334;g8728718f4e_1_1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2"/>
        <p:cNvGrpSpPr/>
        <p:nvPr/>
      </p:nvGrpSpPr>
      <p:grpSpPr>
        <a:xfrm>
          <a:off x="0" y="0"/>
          <a:ext cx="0" cy="0"/>
          <a:chOff x="0" y="0"/>
          <a:chExt cx="0" cy="0"/>
        </a:xfrm>
      </p:grpSpPr>
      <p:sp>
        <p:nvSpPr>
          <p:cNvPr id="243" name="Google Shape;243;p6"/>
          <p:cNvSpPr txBox="1">
            <a:spLocks noGrp="1"/>
          </p:cNvSpPr>
          <p:nvPr>
            <p:ph type="title"/>
          </p:nvPr>
        </p:nvSpPr>
        <p:spPr>
          <a:xfrm>
            <a:off x="1823475" y="338328"/>
            <a:ext cx="54969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grpSp>
        <p:nvGrpSpPr>
          <p:cNvPr id="244" name="Google Shape;244;p6"/>
          <p:cNvGrpSpPr/>
          <p:nvPr/>
        </p:nvGrpSpPr>
        <p:grpSpPr>
          <a:xfrm>
            <a:off x="432850" y="0"/>
            <a:ext cx="8278300" cy="5165700"/>
            <a:chOff x="432850" y="0"/>
            <a:chExt cx="8278300" cy="5165700"/>
          </a:xfrm>
        </p:grpSpPr>
        <p:cxnSp>
          <p:nvCxnSpPr>
            <p:cNvPr id="245" name="Google Shape;245;p6"/>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46" name="Google Shape;246;p6"/>
            <p:cNvGrpSpPr/>
            <p:nvPr/>
          </p:nvGrpSpPr>
          <p:grpSpPr>
            <a:xfrm>
              <a:off x="8129350" y="4292175"/>
              <a:ext cx="581800" cy="582350"/>
              <a:chOff x="8064275" y="887850"/>
              <a:chExt cx="581800" cy="582350"/>
            </a:xfrm>
          </p:grpSpPr>
          <p:sp>
            <p:nvSpPr>
              <p:cNvPr id="247" name="Google Shape;247;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 name="Google Shape;253;p6"/>
            <p:cNvGrpSpPr/>
            <p:nvPr/>
          </p:nvGrpSpPr>
          <p:grpSpPr>
            <a:xfrm>
              <a:off x="8274238" y="3720600"/>
              <a:ext cx="292025" cy="292575"/>
              <a:chOff x="7353050" y="316275"/>
              <a:chExt cx="292025" cy="292575"/>
            </a:xfrm>
          </p:grpSpPr>
          <p:sp>
            <p:nvSpPr>
              <p:cNvPr id="254" name="Google Shape;254;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 name="Google Shape;258;p6"/>
            <p:cNvGrpSpPr/>
            <p:nvPr/>
          </p:nvGrpSpPr>
          <p:grpSpPr>
            <a:xfrm>
              <a:off x="8332763" y="3212475"/>
              <a:ext cx="175000" cy="175000"/>
              <a:chOff x="8792300" y="321275"/>
              <a:chExt cx="175000" cy="175000"/>
            </a:xfrm>
          </p:grpSpPr>
          <p:sp>
            <p:nvSpPr>
              <p:cNvPr id="259" name="Google Shape;259;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63" name="Google Shape;263;p6"/>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64" name="Google Shape;264;p6"/>
            <p:cNvGrpSpPr/>
            <p:nvPr/>
          </p:nvGrpSpPr>
          <p:grpSpPr>
            <a:xfrm rot="10800000">
              <a:off x="432850" y="291788"/>
              <a:ext cx="581800" cy="582350"/>
              <a:chOff x="8064275" y="887850"/>
              <a:chExt cx="581800" cy="582350"/>
            </a:xfrm>
          </p:grpSpPr>
          <p:sp>
            <p:nvSpPr>
              <p:cNvPr id="265" name="Google Shape;265;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 name="Google Shape;271;p6"/>
            <p:cNvGrpSpPr/>
            <p:nvPr/>
          </p:nvGrpSpPr>
          <p:grpSpPr>
            <a:xfrm rot="10800000">
              <a:off x="577738" y="1153138"/>
              <a:ext cx="292025" cy="292575"/>
              <a:chOff x="7353050" y="316275"/>
              <a:chExt cx="292025" cy="292575"/>
            </a:xfrm>
          </p:grpSpPr>
          <p:sp>
            <p:nvSpPr>
              <p:cNvPr id="272" name="Google Shape;272;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 name="Google Shape;276;p6"/>
            <p:cNvGrpSpPr/>
            <p:nvPr/>
          </p:nvGrpSpPr>
          <p:grpSpPr>
            <a:xfrm rot="10800000">
              <a:off x="636238" y="1778838"/>
              <a:ext cx="175000" cy="175000"/>
              <a:chOff x="8792300" y="321275"/>
              <a:chExt cx="175000" cy="175000"/>
            </a:xfrm>
          </p:grpSpPr>
          <p:sp>
            <p:nvSpPr>
              <p:cNvPr id="277" name="Google Shape;277;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 name="Google Shape;281;p6"/>
            <p:cNvGrpSpPr/>
            <p:nvPr/>
          </p:nvGrpSpPr>
          <p:grpSpPr>
            <a:xfrm>
              <a:off x="432850" y="2003163"/>
              <a:ext cx="175013" cy="27000"/>
              <a:chOff x="5662375" y="212375"/>
              <a:chExt cx="175013" cy="27000"/>
            </a:xfrm>
          </p:grpSpPr>
          <p:sp>
            <p:nvSpPr>
              <p:cNvPr id="282" name="Google Shape;282;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 name="Google Shape;285;p6"/>
            <p:cNvGrpSpPr/>
            <p:nvPr/>
          </p:nvGrpSpPr>
          <p:grpSpPr>
            <a:xfrm>
              <a:off x="788100" y="208488"/>
              <a:ext cx="175013" cy="27000"/>
              <a:chOff x="5662375" y="212375"/>
              <a:chExt cx="175013" cy="27000"/>
            </a:xfrm>
          </p:grpSpPr>
          <p:sp>
            <p:nvSpPr>
              <p:cNvPr id="286" name="Google Shape;286;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289;p6"/>
            <p:cNvGrpSpPr/>
            <p:nvPr/>
          </p:nvGrpSpPr>
          <p:grpSpPr>
            <a:xfrm>
              <a:off x="8129350" y="4988725"/>
              <a:ext cx="175013" cy="27000"/>
              <a:chOff x="5662375" y="212375"/>
              <a:chExt cx="175013" cy="27000"/>
            </a:xfrm>
          </p:grpSpPr>
          <p:sp>
            <p:nvSpPr>
              <p:cNvPr id="290" name="Google Shape;290;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 name="Google Shape;293;p6"/>
            <p:cNvGrpSpPr/>
            <p:nvPr/>
          </p:nvGrpSpPr>
          <p:grpSpPr>
            <a:xfrm>
              <a:off x="8497550" y="3429425"/>
              <a:ext cx="175013" cy="27000"/>
              <a:chOff x="5662375" y="212375"/>
              <a:chExt cx="175013" cy="27000"/>
            </a:xfrm>
          </p:grpSpPr>
          <p:sp>
            <p:nvSpPr>
              <p:cNvPr id="294" name="Google Shape;294;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97" name="Google Shape;297;p6"/>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98" name="Google Shape;298;p6"/>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99" name="Google Shape;299;p6"/>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6"/>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6"/>
        <p:cNvGrpSpPr/>
        <p:nvPr/>
      </p:nvGrpSpPr>
      <p:grpSpPr>
        <a:xfrm>
          <a:off x="0" y="0"/>
          <a:ext cx="0" cy="0"/>
          <a:chOff x="0" y="0"/>
          <a:chExt cx="0" cy="0"/>
        </a:xfrm>
      </p:grpSpPr>
      <p:grpSp>
        <p:nvGrpSpPr>
          <p:cNvPr id="367" name="Google Shape;367;p8"/>
          <p:cNvGrpSpPr/>
          <p:nvPr/>
        </p:nvGrpSpPr>
        <p:grpSpPr>
          <a:xfrm>
            <a:off x="1349626" y="598417"/>
            <a:ext cx="6453730" cy="3631136"/>
            <a:chOff x="365750" y="1285025"/>
            <a:chExt cx="6934275" cy="3315500"/>
          </a:xfrm>
        </p:grpSpPr>
        <p:sp>
          <p:nvSpPr>
            <p:cNvPr id="368" name="Google Shape;368;p8"/>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8"/>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0" name="Google Shape;370;p8"/>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371" name="Google Shape;371;p8"/>
          <p:cNvGrpSpPr/>
          <p:nvPr/>
        </p:nvGrpSpPr>
        <p:grpSpPr>
          <a:xfrm>
            <a:off x="-6867" y="-6625"/>
            <a:ext cx="9152342" cy="5102050"/>
            <a:chOff x="-6867" y="-6625"/>
            <a:chExt cx="9152342" cy="5102050"/>
          </a:xfrm>
        </p:grpSpPr>
        <p:cxnSp>
          <p:nvCxnSpPr>
            <p:cNvPr id="372" name="Google Shape;372;p8"/>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373" name="Google Shape;373;p8"/>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374" name="Google Shape;374;p8"/>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375" name="Google Shape;375;p8"/>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04" name="Google Shape;404;p8"/>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405" name="Google Shape;405;p8"/>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06" name="Google Shape;406;p8"/>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8"/>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8"/>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8"/>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8"/>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8"/>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8"/>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lumns of text">
  <p:cSld name="CUSTOM_1">
    <p:spTree>
      <p:nvGrpSpPr>
        <p:cNvPr id="1" name="Shape 637"/>
        <p:cNvGrpSpPr/>
        <p:nvPr/>
      </p:nvGrpSpPr>
      <p:grpSpPr>
        <a:xfrm>
          <a:off x="0" y="0"/>
          <a:ext cx="0" cy="0"/>
          <a:chOff x="0" y="0"/>
          <a:chExt cx="0" cy="0"/>
        </a:xfrm>
      </p:grpSpPr>
      <p:sp>
        <p:nvSpPr>
          <p:cNvPr id="638" name="Google Shape;638;p14"/>
          <p:cNvSpPr txBox="1">
            <a:spLocks noGrp="1"/>
          </p:cNvSpPr>
          <p:nvPr>
            <p:ph type="title"/>
          </p:nvPr>
        </p:nvSpPr>
        <p:spPr>
          <a:xfrm>
            <a:off x="1719072" y="338328"/>
            <a:ext cx="5577900" cy="59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39" name="Google Shape;639;p14"/>
          <p:cNvSpPr txBox="1">
            <a:spLocks noGrp="1"/>
          </p:cNvSpPr>
          <p:nvPr>
            <p:ph type="subTitle" idx="1"/>
          </p:nvPr>
        </p:nvSpPr>
        <p:spPr>
          <a:xfrm>
            <a:off x="3694176"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0" name="Google Shape;640;p14"/>
          <p:cNvSpPr txBox="1">
            <a:spLocks noGrp="1"/>
          </p:cNvSpPr>
          <p:nvPr>
            <p:ph type="subTitle" idx="2"/>
          </p:nvPr>
        </p:nvSpPr>
        <p:spPr>
          <a:xfrm>
            <a:off x="1024128"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1" name="Google Shape;641;p14"/>
          <p:cNvSpPr txBox="1">
            <a:spLocks noGrp="1"/>
          </p:cNvSpPr>
          <p:nvPr>
            <p:ph type="subTitle" idx="3"/>
          </p:nvPr>
        </p:nvSpPr>
        <p:spPr>
          <a:xfrm>
            <a:off x="6355080"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2" name="Google Shape;642;p14"/>
          <p:cNvSpPr txBox="1">
            <a:spLocks noGrp="1"/>
          </p:cNvSpPr>
          <p:nvPr>
            <p:ph type="subTitle" idx="4"/>
          </p:nvPr>
        </p:nvSpPr>
        <p:spPr>
          <a:xfrm>
            <a:off x="3694176"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3" name="Google Shape;643;p14"/>
          <p:cNvSpPr txBox="1">
            <a:spLocks noGrp="1"/>
          </p:cNvSpPr>
          <p:nvPr>
            <p:ph type="subTitle" idx="5"/>
          </p:nvPr>
        </p:nvSpPr>
        <p:spPr>
          <a:xfrm>
            <a:off x="1024128"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4" name="Google Shape;644;p14"/>
          <p:cNvSpPr txBox="1">
            <a:spLocks noGrp="1"/>
          </p:cNvSpPr>
          <p:nvPr>
            <p:ph type="subTitle" idx="6"/>
          </p:nvPr>
        </p:nvSpPr>
        <p:spPr>
          <a:xfrm>
            <a:off x="6355080"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645" name="Google Shape;645;p14"/>
          <p:cNvGrpSpPr/>
          <p:nvPr/>
        </p:nvGrpSpPr>
        <p:grpSpPr>
          <a:xfrm>
            <a:off x="261711" y="-1158"/>
            <a:ext cx="8550326" cy="3981600"/>
            <a:chOff x="261711" y="-1158"/>
            <a:chExt cx="8550326" cy="3981600"/>
          </a:xfrm>
        </p:grpSpPr>
        <p:cxnSp>
          <p:nvCxnSpPr>
            <p:cNvPr id="646" name="Google Shape;646;p14"/>
            <p:cNvCxnSpPr/>
            <p:nvPr/>
          </p:nvCxnSpPr>
          <p:spPr>
            <a:xfrm>
              <a:off x="515925" y="-1158"/>
              <a:ext cx="0" cy="3981600"/>
            </a:xfrm>
            <a:prstGeom prst="straightConnector1">
              <a:avLst/>
            </a:prstGeom>
            <a:noFill/>
            <a:ln w="9525" cap="flat" cmpd="sng">
              <a:solidFill>
                <a:schemeClr val="dk1"/>
              </a:solidFill>
              <a:prstDash val="solid"/>
              <a:round/>
              <a:headEnd type="none" w="med" len="med"/>
              <a:tailEnd type="none" w="med" len="med"/>
            </a:ln>
          </p:spPr>
        </p:cxnSp>
        <p:cxnSp>
          <p:nvCxnSpPr>
            <p:cNvPr id="647" name="Google Shape;647;p14"/>
            <p:cNvCxnSpPr/>
            <p:nvPr/>
          </p:nvCxnSpPr>
          <p:spPr>
            <a:xfrm>
              <a:off x="8666025" y="-1158"/>
              <a:ext cx="0" cy="1902000"/>
            </a:xfrm>
            <a:prstGeom prst="straightConnector1">
              <a:avLst/>
            </a:prstGeom>
            <a:noFill/>
            <a:ln w="9525" cap="flat" cmpd="sng">
              <a:solidFill>
                <a:schemeClr val="dk1"/>
              </a:solidFill>
              <a:prstDash val="solid"/>
              <a:round/>
              <a:headEnd type="none" w="med" len="med"/>
              <a:tailEnd type="none" w="med" len="med"/>
            </a:ln>
          </p:spPr>
        </p:cxnSp>
        <p:grpSp>
          <p:nvGrpSpPr>
            <p:cNvPr id="648" name="Google Shape;648;p14"/>
            <p:cNvGrpSpPr/>
            <p:nvPr/>
          </p:nvGrpSpPr>
          <p:grpSpPr>
            <a:xfrm rot="10800000">
              <a:off x="343275" y="3300779"/>
              <a:ext cx="344736" cy="345385"/>
              <a:chOff x="7353050" y="316275"/>
              <a:chExt cx="292025" cy="292575"/>
            </a:xfrm>
          </p:grpSpPr>
          <p:sp>
            <p:nvSpPr>
              <p:cNvPr id="649" name="Google Shape;649;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 name="Google Shape;653;p14"/>
            <p:cNvGrpSpPr/>
            <p:nvPr/>
          </p:nvGrpSpPr>
          <p:grpSpPr>
            <a:xfrm rot="10800000">
              <a:off x="8520013" y="714742"/>
              <a:ext cx="292025" cy="292575"/>
              <a:chOff x="7353050" y="316275"/>
              <a:chExt cx="292025" cy="292575"/>
            </a:xfrm>
          </p:grpSpPr>
          <p:sp>
            <p:nvSpPr>
              <p:cNvPr id="654" name="Google Shape;654;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14"/>
            <p:cNvGrpSpPr/>
            <p:nvPr/>
          </p:nvGrpSpPr>
          <p:grpSpPr>
            <a:xfrm rot="10800000">
              <a:off x="261711" y="465077"/>
              <a:ext cx="507562" cy="507984"/>
              <a:chOff x="8064275" y="887850"/>
              <a:chExt cx="581800" cy="582350"/>
            </a:xfrm>
          </p:grpSpPr>
          <p:sp>
            <p:nvSpPr>
              <p:cNvPr id="659" name="Google Shape;659;p1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4" r:id="rId4"/>
    <p:sldLayoutId id="2147483655" r:id="rId5"/>
    <p:sldLayoutId id="2147483658" r:id="rId6"/>
    <p:sldLayoutId id="2147483659" r:id="rId7"/>
    <p:sldLayoutId id="2147483660" r:id="rId8"/>
    <p:sldLayoutId id="2147483673" r:id="rId9"/>
    <p:sldLayoutId id="2147483674" r:id="rId10"/>
    <p:sldLayoutId id="2147483675" r:id="rId11"/>
    <p:sldLayoutId id="214748367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8.png"/><Relationship Id="rId7"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grpSp>
        <p:nvGrpSpPr>
          <p:cNvPr id="1690" name="Google Shape;1690;p35"/>
          <p:cNvGrpSpPr/>
          <p:nvPr/>
        </p:nvGrpSpPr>
        <p:grpSpPr>
          <a:xfrm>
            <a:off x="0" y="959820"/>
            <a:ext cx="5343540" cy="4183680"/>
            <a:chOff x="469775" y="238125"/>
            <a:chExt cx="6679425" cy="5229600"/>
          </a:xfrm>
        </p:grpSpPr>
        <p:sp>
          <p:nvSpPr>
            <p:cNvPr id="1691" name="Google Shape;1691;p35"/>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5"/>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5"/>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5"/>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5"/>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5"/>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5"/>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5"/>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5"/>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5"/>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5"/>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5"/>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5"/>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5"/>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5"/>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5"/>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5"/>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5"/>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5"/>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5"/>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5"/>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5"/>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5"/>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5"/>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5"/>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5"/>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5"/>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5"/>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5"/>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5"/>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5"/>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5"/>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5"/>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5"/>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5"/>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5"/>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5"/>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5"/>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5"/>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5"/>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5"/>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5"/>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5"/>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5"/>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5"/>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5"/>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5"/>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5"/>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5"/>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5"/>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5"/>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5"/>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5"/>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5"/>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5"/>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5"/>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5"/>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5"/>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5"/>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5"/>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5"/>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5"/>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5"/>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5"/>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5"/>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5"/>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5"/>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5"/>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5"/>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5"/>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5"/>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5"/>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5"/>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5"/>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5"/>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5"/>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5"/>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5"/>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5"/>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5"/>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5"/>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5"/>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5"/>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5"/>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5"/>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5"/>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5"/>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5"/>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5"/>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5"/>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5"/>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5"/>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5"/>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5"/>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5"/>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5"/>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5"/>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5"/>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5"/>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5"/>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5"/>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5"/>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5"/>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5"/>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5"/>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5"/>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5"/>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5"/>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5"/>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5"/>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5"/>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5"/>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5"/>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5"/>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5"/>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5"/>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5"/>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5"/>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5"/>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5"/>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5"/>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5"/>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5"/>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5"/>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5"/>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5"/>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5"/>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5"/>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5"/>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5"/>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5"/>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5"/>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5"/>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5"/>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5"/>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5"/>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5"/>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5"/>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5"/>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5"/>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5"/>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5"/>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5"/>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5"/>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5"/>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5"/>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5"/>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5"/>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5"/>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5"/>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5"/>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5"/>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5"/>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5"/>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5"/>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5"/>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5"/>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5"/>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5"/>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5"/>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5"/>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5"/>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5"/>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5"/>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5"/>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5"/>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5"/>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5"/>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5"/>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5"/>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5"/>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5"/>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5"/>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5"/>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5"/>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5"/>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5"/>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5"/>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5"/>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5"/>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5"/>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5"/>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5"/>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5"/>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5"/>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5"/>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5"/>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5"/>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5"/>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5"/>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5"/>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5"/>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5"/>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4" name="Google Shape;1884;p35"/>
          <p:cNvSpPr txBox="1">
            <a:spLocks noGrp="1"/>
          </p:cNvSpPr>
          <p:nvPr>
            <p:ph type="ctrTitle"/>
          </p:nvPr>
        </p:nvSpPr>
        <p:spPr>
          <a:xfrm>
            <a:off x="4317664" y="730218"/>
            <a:ext cx="4195292" cy="2071026"/>
          </a:xfrm>
          <a:prstGeom prst="rect">
            <a:avLst/>
          </a:prstGeom>
        </p:spPr>
        <p:txBody>
          <a:bodyPr spcFirstLastPara="1" wrap="square" lIns="91425" tIns="91425" rIns="91425" bIns="91425" anchor="b" anchorCtr="0">
            <a:noAutofit/>
          </a:bodyPr>
          <a:lstStyle/>
          <a:p>
            <a:pPr lvl="0"/>
            <a:r>
              <a:rPr lang="en-US" sz="2800" b="1">
                <a:solidFill>
                  <a:schemeClr val="tx1"/>
                </a:solidFill>
              </a:rPr>
              <a:t>Target and Task Source-Free Domain Adaptation </a:t>
            </a:r>
            <a:r>
              <a:rPr lang="en-US" sz="2800"/>
              <a:t>TT-SFUDA</a:t>
            </a:r>
            <a:endParaRPr sz="2800">
              <a:solidFill>
                <a:schemeClr val="dk2"/>
              </a:solidFill>
            </a:endParaRPr>
          </a:p>
        </p:txBody>
      </p:sp>
      <p:sp>
        <p:nvSpPr>
          <p:cNvPr id="1885" name="Google Shape;1885;p35"/>
          <p:cNvSpPr txBox="1">
            <a:spLocks noGrp="1"/>
          </p:cNvSpPr>
          <p:nvPr>
            <p:ph type="subTitle" idx="1"/>
          </p:nvPr>
        </p:nvSpPr>
        <p:spPr>
          <a:xfrm>
            <a:off x="5248656" y="2744138"/>
            <a:ext cx="3264300" cy="896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US" sz="2300">
                <a:solidFill>
                  <a:schemeClr val="accent1"/>
                </a:solidFill>
              </a:rPr>
              <a:t>HUYNH PHI LONG</a:t>
            </a:r>
            <a:endParaRPr sz="2300">
              <a:solidFill>
                <a:schemeClr val="accent1"/>
              </a:solidFill>
            </a:endParaRPr>
          </a:p>
          <a:p>
            <a:pPr marL="0" lvl="0" indent="0" algn="r" rtl="0">
              <a:spcBef>
                <a:spcPts val="0"/>
              </a:spcBef>
              <a:spcAft>
                <a:spcPts val="0"/>
              </a:spcAft>
              <a:buClr>
                <a:schemeClr val="dk1"/>
              </a:buClr>
              <a:buSzPts val="1100"/>
              <a:buFont typeface="Arial"/>
              <a:buNone/>
            </a:pPr>
            <a:r>
              <a:rPr lang="en" sz="2300"/>
              <a:t>250101037</a:t>
            </a:r>
            <a:endParaRPr sz="2300">
              <a:solidFill>
                <a:schemeClr val="accent1"/>
              </a:solidFill>
            </a:endParaRPr>
          </a:p>
          <a:p>
            <a:pPr marL="0" lvl="0" indent="0" algn="r" rtl="0">
              <a:spcBef>
                <a:spcPts val="0"/>
              </a:spcBef>
              <a:spcAft>
                <a:spcPts val="0"/>
              </a:spcAft>
              <a:buClr>
                <a:schemeClr val="dk1"/>
              </a:buClr>
              <a:buSzPts val="1100"/>
              <a:buFont typeface="Arial"/>
              <a:buNone/>
            </a:pPr>
            <a:endParaRPr sz="2300">
              <a:solidFill>
                <a:schemeClr val="accent1"/>
              </a:solidFill>
            </a:endParaRPr>
          </a:p>
          <a:p>
            <a:pPr marL="0" lvl="0" indent="0" algn="r" rtl="0">
              <a:spcBef>
                <a:spcPts val="0"/>
              </a:spcBef>
              <a:spcAft>
                <a:spcPts val="0"/>
              </a:spcAft>
              <a:buNone/>
            </a:pPr>
            <a:endParaRPr sz="2300">
              <a:solidFill>
                <a:schemeClr val="accent1"/>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1896" name="Google Shape;1896;p37"/>
          <p:cNvGrpSpPr/>
          <p:nvPr/>
        </p:nvGrpSpPr>
        <p:grpSpPr>
          <a:xfrm>
            <a:off x="3994598" y="1510458"/>
            <a:ext cx="4430405" cy="3106404"/>
            <a:chOff x="862950" y="825025"/>
            <a:chExt cx="5862650" cy="4111175"/>
          </a:xfrm>
        </p:grpSpPr>
        <p:sp>
          <p:nvSpPr>
            <p:cNvPr id="1897" name="Google Shape;1897;p37"/>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7"/>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7"/>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7"/>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7"/>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7"/>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7"/>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7"/>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7"/>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7"/>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7"/>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7"/>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7"/>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7"/>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7"/>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7"/>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7"/>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7"/>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7"/>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7"/>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7"/>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7"/>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7"/>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7"/>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7"/>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7"/>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7"/>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7"/>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7"/>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7"/>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7"/>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7"/>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7"/>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7"/>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7"/>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7"/>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37"/>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7"/>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7"/>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7"/>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7"/>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7"/>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7"/>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7"/>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7"/>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7"/>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7"/>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7"/>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7"/>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7"/>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7"/>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7"/>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7"/>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7"/>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7"/>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7"/>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7"/>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7"/>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7"/>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7"/>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7"/>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7"/>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7"/>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7"/>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7"/>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7"/>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7"/>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7"/>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7"/>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7"/>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7"/>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7"/>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7"/>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7"/>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7"/>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7"/>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7"/>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7"/>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7"/>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7"/>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7"/>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7"/>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7"/>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7"/>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7"/>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7"/>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7"/>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7"/>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7"/>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7"/>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7"/>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7"/>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7"/>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7"/>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7"/>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7"/>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7"/>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7"/>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7"/>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7"/>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7"/>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7"/>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7"/>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7"/>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7"/>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7"/>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7"/>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7"/>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7"/>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7"/>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7"/>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7"/>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7"/>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7"/>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7"/>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7"/>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7"/>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7"/>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7"/>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7"/>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7"/>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7"/>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7"/>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7"/>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7"/>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7"/>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7"/>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7"/>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7"/>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7"/>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7"/>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7"/>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7"/>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7"/>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7"/>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7"/>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7"/>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7"/>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7"/>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7"/>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7"/>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7"/>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7"/>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7"/>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7"/>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7"/>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7"/>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7"/>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7"/>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7"/>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7"/>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7"/>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7"/>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7"/>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7"/>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7"/>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7"/>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7"/>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7"/>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7"/>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7"/>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7"/>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7"/>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7"/>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7"/>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7"/>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7"/>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7"/>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7"/>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7"/>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7"/>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7"/>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7"/>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7"/>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7"/>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7"/>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7"/>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7"/>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7"/>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7"/>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7"/>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7"/>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7"/>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7"/>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7"/>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7"/>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7"/>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7"/>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7"/>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7"/>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7"/>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7"/>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7"/>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7"/>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7"/>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7"/>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7"/>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7"/>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7"/>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7"/>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7"/>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7"/>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7"/>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7"/>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7"/>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7"/>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7"/>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6" name="Google Shape;2106;p37"/>
          <p:cNvGrpSpPr/>
          <p:nvPr/>
        </p:nvGrpSpPr>
        <p:grpSpPr>
          <a:xfrm>
            <a:off x="731647" y="573573"/>
            <a:ext cx="635100" cy="734640"/>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14" name="Google Shape;2114;p37"/>
          <p:cNvGrpSpPr/>
          <p:nvPr/>
        </p:nvGrpSpPr>
        <p:grpSpPr>
          <a:xfrm>
            <a:off x="731647" y="1650460"/>
            <a:ext cx="635100" cy="733490"/>
            <a:chOff x="731647" y="1650460"/>
            <a:chExt cx="635100" cy="733490"/>
          </a:xfrm>
        </p:grpSpPr>
        <p:grpSp>
          <p:nvGrpSpPr>
            <p:cNvPr id="2115" name="Google Shape;2115;p37"/>
            <p:cNvGrpSpPr/>
            <p:nvPr/>
          </p:nvGrpSpPr>
          <p:grpSpPr>
            <a:xfrm>
              <a:off x="731647" y="1650460"/>
              <a:ext cx="635100" cy="635100"/>
              <a:chOff x="917231" y="1827973"/>
              <a:chExt cx="635100" cy="635100"/>
            </a:xfrm>
          </p:grpSpPr>
          <p:sp>
            <p:nvSpPr>
              <p:cNvPr id="2116" name="Google Shape;2116;p37"/>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7"/>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8" name="Google Shape;2118;p37"/>
            <p:cNvGrpSpPr/>
            <p:nvPr/>
          </p:nvGrpSpPr>
          <p:grpSpPr>
            <a:xfrm>
              <a:off x="961679" y="2356951"/>
              <a:ext cx="175013" cy="27000"/>
              <a:chOff x="5662375" y="212375"/>
              <a:chExt cx="175013" cy="27000"/>
            </a:xfrm>
          </p:grpSpPr>
          <p:sp>
            <p:nvSpPr>
              <p:cNvPr id="2119" name="Google Shape;2119;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0" name="Google Shape;2120;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1" name="Google Shape;2121;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22" name="Google Shape;2122;p37"/>
          <p:cNvGrpSpPr/>
          <p:nvPr/>
        </p:nvGrpSpPr>
        <p:grpSpPr>
          <a:xfrm>
            <a:off x="731647" y="2728277"/>
            <a:ext cx="635100" cy="734984"/>
            <a:chOff x="731647" y="2728277"/>
            <a:chExt cx="635100" cy="734984"/>
          </a:xfrm>
        </p:grpSpPr>
        <p:grpSp>
          <p:nvGrpSpPr>
            <p:cNvPr id="2123" name="Google Shape;2123;p37"/>
            <p:cNvGrpSpPr/>
            <p:nvPr/>
          </p:nvGrpSpPr>
          <p:grpSpPr>
            <a:xfrm>
              <a:off x="731647" y="2728277"/>
              <a:ext cx="635100" cy="635100"/>
              <a:chOff x="917231" y="2905502"/>
              <a:chExt cx="635100" cy="635100"/>
            </a:xfrm>
          </p:grpSpPr>
          <p:sp>
            <p:nvSpPr>
              <p:cNvPr id="2124" name="Google Shape;2124;p37"/>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7"/>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6" name="Google Shape;2126;p37"/>
            <p:cNvGrpSpPr/>
            <p:nvPr/>
          </p:nvGrpSpPr>
          <p:grpSpPr>
            <a:xfrm>
              <a:off x="961679" y="3436260"/>
              <a:ext cx="175013" cy="27000"/>
              <a:chOff x="5662375" y="212375"/>
              <a:chExt cx="175013" cy="27000"/>
            </a:xfrm>
          </p:grpSpPr>
          <p:sp>
            <p:nvSpPr>
              <p:cNvPr id="2127" name="Google Shape;2127;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8" name="Google Shape;2128;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9" name="Google Shape;2129;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30" name="Google Shape;2130;p37"/>
          <p:cNvGrpSpPr/>
          <p:nvPr/>
        </p:nvGrpSpPr>
        <p:grpSpPr>
          <a:xfrm>
            <a:off x="731647" y="3806675"/>
            <a:ext cx="635100" cy="734704"/>
            <a:chOff x="731647" y="3806675"/>
            <a:chExt cx="635100" cy="734704"/>
          </a:xfrm>
        </p:grpSpPr>
        <p:grpSp>
          <p:nvGrpSpPr>
            <p:cNvPr id="2131" name="Google Shape;2131;p37"/>
            <p:cNvGrpSpPr/>
            <p:nvPr/>
          </p:nvGrpSpPr>
          <p:grpSpPr>
            <a:xfrm>
              <a:off x="731647" y="3806675"/>
              <a:ext cx="635100" cy="635100"/>
              <a:chOff x="917231" y="3983097"/>
              <a:chExt cx="635100" cy="635100"/>
            </a:xfrm>
          </p:grpSpPr>
          <p:sp>
            <p:nvSpPr>
              <p:cNvPr id="2132" name="Google Shape;2132;p37"/>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7"/>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4" name="Google Shape;2134;p37"/>
            <p:cNvGrpSpPr/>
            <p:nvPr/>
          </p:nvGrpSpPr>
          <p:grpSpPr>
            <a:xfrm>
              <a:off x="961679" y="4514379"/>
              <a:ext cx="175013" cy="27000"/>
              <a:chOff x="5662375" y="212375"/>
              <a:chExt cx="175013" cy="27000"/>
            </a:xfrm>
          </p:grpSpPr>
          <p:sp>
            <p:nvSpPr>
              <p:cNvPr id="2135" name="Google Shape;2135;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6" name="Google Shape;2136;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7" name="Google Shape;2137;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38" name="Google Shape;2138;p37"/>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Table of Contents</a:t>
            </a:r>
            <a:endParaRPr/>
          </a:p>
        </p:txBody>
      </p:sp>
      <p:sp>
        <p:nvSpPr>
          <p:cNvPr id="2140" name="Google Shape;2140;p37"/>
          <p:cNvSpPr txBox="1">
            <a:spLocks noGrp="1"/>
          </p:cNvSpPr>
          <p:nvPr>
            <p:ph type="subTitle" idx="1"/>
          </p:nvPr>
        </p:nvSpPr>
        <p:spPr>
          <a:xfrm>
            <a:off x="1664208" y="614301"/>
            <a:ext cx="2615100" cy="63663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a:solidFill>
                  <a:schemeClr val="accent1"/>
                </a:solidFill>
              </a:rPr>
              <a:t>Tổng quan</a:t>
            </a:r>
            <a:endParaRPr sz="2400"/>
          </a:p>
        </p:txBody>
      </p:sp>
      <p:sp>
        <p:nvSpPr>
          <p:cNvPr id="2141" name="Google Shape;2141;p37"/>
          <p:cNvSpPr txBox="1">
            <a:spLocks noGrp="1"/>
          </p:cNvSpPr>
          <p:nvPr>
            <p:ph type="subTitle" idx="3"/>
          </p:nvPr>
        </p:nvSpPr>
        <p:spPr>
          <a:xfrm>
            <a:off x="1664208" y="1656752"/>
            <a:ext cx="2615100" cy="636631"/>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a:t>Nguyên lý hoạt động</a:t>
            </a:r>
            <a:endParaRPr sz="2400"/>
          </a:p>
        </p:txBody>
      </p:sp>
      <p:sp>
        <p:nvSpPr>
          <p:cNvPr id="2143" name="Google Shape;2143;p37"/>
          <p:cNvSpPr txBox="1">
            <a:spLocks noGrp="1"/>
          </p:cNvSpPr>
          <p:nvPr>
            <p:ph type="subTitle" idx="5"/>
          </p:nvPr>
        </p:nvSpPr>
        <p:spPr>
          <a:xfrm>
            <a:off x="1664208" y="2674546"/>
            <a:ext cx="2615100" cy="888179"/>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a:t>Thực nghiệm – đánh giá</a:t>
            </a:r>
            <a:endParaRPr sz="2400"/>
          </a:p>
        </p:txBody>
      </p:sp>
      <p:sp>
        <p:nvSpPr>
          <p:cNvPr id="2145" name="Google Shape;2145;p37"/>
          <p:cNvSpPr txBox="1">
            <a:spLocks noGrp="1"/>
          </p:cNvSpPr>
          <p:nvPr>
            <p:ph type="subTitle" idx="7"/>
          </p:nvPr>
        </p:nvSpPr>
        <p:spPr>
          <a:xfrm>
            <a:off x="1664208" y="3814703"/>
            <a:ext cx="2615100" cy="888178"/>
          </a:xfrm>
          <a:prstGeom prst="rect">
            <a:avLst/>
          </a:prstGeom>
        </p:spPr>
        <p:txBody>
          <a:bodyPr spcFirstLastPara="1" wrap="square" lIns="91425" tIns="91425" rIns="91425" bIns="91425" anchor="t" anchorCtr="0">
            <a:noAutofit/>
          </a:bodyPr>
          <a:lstStyle/>
          <a:p>
            <a:pPr lvl="0">
              <a:lnSpc>
                <a:spcPct val="115000"/>
              </a:lnSpc>
            </a:pPr>
            <a:r>
              <a:rPr lang="en-US" sz="2400"/>
              <a:t>Hướng phát triển</a:t>
            </a:r>
            <a:endParaRPr sz="2400"/>
          </a:p>
        </p:txBody>
      </p:sp>
      <p:sp>
        <p:nvSpPr>
          <p:cNvPr id="2147" name="Google Shape;2147;p37"/>
          <p:cNvSpPr txBox="1">
            <a:spLocks noGrp="1"/>
          </p:cNvSpPr>
          <p:nvPr>
            <p:ph type="title" idx="9"/>
          </p:nvPr>
        </p:nvSpPr>
        <p:spPr>
          <a:xfrm>
            <a:off x="813816" y="722376"/>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48" name="Google Shape;2148;p37"/>
          <p:cNvSpPr txBox="1">
            <a:spLocks noGrp="1"/>
          </p:cNvSpPr>
          <p:nvPr>
            <p:ph type="title" idx="13"/>
          </p:nvPr>
        </p:nvSpPr>
        <p:spPr>
          <a:xfrm>
            <a:off x="813816" y="1801368"/>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149" name="Google Shape;2149;p37"/>
          <p:cNvSpPr txBox="1">
            <a:spLocks noGrp="1"/>
          </p:cNvSpPr>
          <p:nvPr>
            <p:ph type="title" idx="14"/>
          </p:nvPr>
        </p:nvSpPr>
        <p:spPr>
          <a:xfrm>
            <a:off x="813816" y="2880360"/>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150" name="Google Shape;2150;p37"/>
          <p:cNvSpPr txBox="1">
            <a:spLocks noGrp="1"/>
          </p:cNvSpPr>
          <p:nvPr>
            <p:ph type="title" idx="15"/>
          </p:nvPr>
        </p:nvSpPr>
        <p:spPr>
          <a:xfrm>
            <a:off x="813816" y="3959352"/>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EB254C74-6D37-F718-E257-50F2693DFD0E}"/>
            </a:ext>
          </a:extLst>
        </p:cNvPr>
        <p:cNvGrpSpPr/>
        <p:nvPr/>
      </p:nvGrpSpPr>
      <p:grpSpPr>
        <a:xfrm>
          <a:off x="0" y="0"/>
          <a:ext cx="0" cy="0"/>
          <a:chOff x="0" y="0"/>
          <a:chExt cx="0" cy="0"/>
        </a:xfrm>
      </p:grpSpPr>
      <p:sp>
        <p:nvSpPr>
          <p:cNvPr id="2" name="Google Shape;2155;p38">
            <a:extLst>
              <a:ext uri="{FF2B5EF4-FFF2-40B4-BE49-F238E27FC236}">
                <a16:creationId xmlns:a16="http://schemas.microsoft.com/office/drawing/2014/main" id="{3675DA2B-CCB3-7E79-1A26-B9A17F510415}"/>
              </a:ext>
            </a:extLst>
          </p:cNvPr>
          <p:cNvSpPr txBox="1">
            <a:spLocks noGrp="1"/>
          </p:cNvSpPr>
          <p:nvPr>
            <p:ph type="title"/>
          </p:nvPr>
        </p:nvSpPr>
        <p:spPr>
          <a:xfrm>
            <a:off x="1447296" y="448757"/>
            <a:ext cx="5712790" cy="804600"/>
          </a:xfrm>
          <a:prstGeom prst="rect">
            <a:avLst/>
          </a:prstGeom>
        </p:spPr>
        <p:txBody>
          <a:bodyPr spcFirstLastPara="1" wrap="square" lIns="91425" tIns="91425" rIns="91425" bIns="91425" anchor="ctr" anchorCtr="0">
            <a:noAutofit/>
          </a:bodyPr>
          <a:lstStyle/>
          <a:p>
            <a:pPr lvl="0"/>
            <a:r>
              <a:rPr lang="en-US" sz="4000" b="1">
                <a:latin typeface="Barlow Semi Condensed" panose="00000506000000000000" pitchFamily="2" charset="0"/>
              </a:rPr>
              <a:t>Overview</a:t>
            </a:r>
            <a:endParaRPr sz="4000" b="1">
              <a:latin typeface="Barlow Semi Condensed" panose="00000506000000000000" pitchFamily="2" charset="0"/>
            </a:endParaRPr>
          </a:p>
        </p:txBody>
      </p:sp>
      <p:sp>
        <p:nvSpPr>
          <p:cNvPr id="4" name="Google Shape;2178;p39">
            <a:extLst>
              <a:ext uri="{FF2B5EF4-FFF2-40B4-BE49-F238E27FC236}">
                <a16:creationId xmlns:a16="http://schemas.microsoft.com/office/drawing/2014/main" id="{BF9B199D-F9E3-7E4B-AD65-245EECC53952}"/>
              </a:ext>
            </a:extLst>
          </p:cNvPr>
          <p:cNvSpPr txBox="1">
            <a:spLocks noGrp="1"/>
          </p:cNvSpPr>
          <p:nvPr>
            <p:ph type="subTitle" idx="1"/>
          </p:nvPr>
        </p:nvSpPr>
        <p:spPr>
          <a:xfrm>
            <a:off x="1259078" y="1253357"/>
            <a:ext cx="6186114" cy="3030700"/>
          </a:xfrm>
          <a:prstGeom prst="rect">
            <a:avLst/>
          </a:prstGeom>
        </p:spPr>
        <p:txBody>
          <a:bodyPr spcFirstLastPara="1" wrap="square" lIns="91425" tIns="91425" rIns="91425" bIns="91425" anchor="t" anchorCtr="0">
            <a:noAutofit/>
          </a:bodyPr>
          <a:lstStyle/>
          <a:p>
            <a:pPr algn="l"/>
            <a:r>
              <a:rPr lang="en-US" b="1">
                <a:solidFill>
                  <a:schemeClr val="tx1"/>
                </a:solidFill>
              </a:rPr>
              <a:t>TT-SFUDA</a:t>
            </a:r>
            <a:r>
              <a:rPr lang="en-US">
                <a:solidFill>
                  <a:schemeClr val="tx1"/>
                </a:solidFill>
              </a:rPr>
              <a:t> (</a:t>
            </a:r>
            <a:r>
              <a:rPr lang="en-US" b="1">
                <a:solidFill>
                  <a:schemeClr val="tx1"/>
                </a:solidFill>
              </a:rPr>
              <a:t>Target and Task Source-Free Domain Adaptation) </a:t>
            </a:r>
            <a:r>
              <a:rPr lang="en-US" err="1">
                <a:solidFill>
                  <a:schemeClr val="tx1"/>
                </a:solidFill>
              </a:rPr>
              <a:t>là</a:t>
            </a:r>
            <a:r>
              <a:rPr lang="en-US">
                <a:solidFill>
                  <a:schemeClr val="tx1"/>
                </a:solidFill>
              </a:rPr>
              <a:t> </a:t>
            </a:r>
            <a:r>
              <a:rPr lang="en-US" err="1">
                <a:solidFill>
                  <a:schemeClr val="tx1"/>
                </a:solidFill>
              </a:rPr>
              <a:t>giải</a:t>
            </a:r>
            <a:r>
              <a:rPr lang="en-US">
                <a:solidFill>
                  <a:schemeClr val="tx1"/>
                </a:solidFill>
              </a:rPr>
              <a:t> </a:t>
            </a:r>
            <a:r>
              <a:rPr lang="en-US" err="1">
                <a:solidFill>
                  <a:schemeClr val="tx1"/>
                </a:solidFill>
              </a:rPr>
              <a:t>pháp</a:t>
            </a:r>
            <a:r>
              <a:rPr lang="en-US">
                <a:solidFill>
                  <a:schemeClr val="tx1"/>
                </a:solidFill>
              </a:rPr>
              <a:t> </a:t>
            </a:r>
            <a:r>
              <a:rPr lang="en-US" err="1">
                <a:solidFill>
                  <a:schemeClr val="tx1"/>
                </a:solidFill>
              </a:rPr>
              <a:t>thích</a:t>
            </a:r>
            <a:r>
              <a:rPr lang="en-US">
                <a:solidFill>
                  <a:schemeClr val="tx1"/>
                </a:solidFill>
              </a:rPr>
              <a:t> </a:t>
            </a:r>
            <a:r>
              <a:rPr lang="en-US" err="1">
                <a:solidFill>
                  <a:schemeClr val="tx1"/>
                </a:solidFill>
              </a:rPr>
              <a:t>nghi</a:t>
            </a:r>
            <a:r>
              <a:rPr lang="en-US">
                <a:solidFill>
                  <a:schemeClr val="tx1"/>
                </a:solidFill>
              </a:rPr>
              <a:t> </a:t>
            </a:r>
            <a:r>
              <a:rPr lang="en-US" err="1">
                <a:solidFill>
                  <a:schemeClr val="tx1"/>
                </a:solidFill>
              </a:rPr>
              <a:t>miền</a:t>
            </a:r>
            <a:r>
              <a:rPr lang="en-US">
                <a:solidFill>
                  <a:schemeClr val="tx1"/>
                </a:solidFill>
              </a:rPr>
              <a:t> </a:t>
            </a:r>
            <a:r>
              <a:rPr lang="en-US" err="1">
                <a:solidFill>
                  <a:schemeClr val="tx1"/>
                </a:solidFill>
              </a:rPr>
              <a:t>không</a:t>
            </a:r>
            <a:r>
              <a:rPr lang="en-US">
                <a:solidFill>
                  <a:schemeClr val="tx1"/>
                </a:solidFill>
              </a:rPr>
              <a:t> </a:t>
            </a:r>
            <a:r>
              <a:rPr lang="en-US" err="1">
                <a:solidFill>
                  <a:schemeClr val="tx1"/>
                </a:solidFill>
              </a:rPr>
              <a:t>cần</a:t>
            </a:r>
            <a:r>
              <a:rPr lang="en-US">
                <a:solidFill>
                  <a:schemeClr val="tx1"/>
                </a:solidFill>
              </a:rPr>
              <a:t> </a:t>
            </a:r>
            <a:r>
              <a:rPr lang="en-US" err="1">
                <a:solidFill>
                  <a:schemeClr val="tx1"/>
                </a:solidFill>
              </a:rPr>
              <a:t>dữ</a:t>
            </a:r>
            <a:r>
              <a:rPr lang="en-US">
                <a:solidFill>
                  <a:schemeClr val="tx1"/>
                </a:solidFill>
              </a:rPr>
              <a:t> </a:t>
            </a:r>
            <a:r>
              <a:rPr lang="en-US" err="1">
                <a:solidFill>
                  <a:schemeClr val="tx1"/>
                </a:solidFill>
              </a:rPr>
              <a:t>liệu</a:t>
            </a:r>
            <a:r>
              <a:rPr lang="en-US">
                <a:solidFill>
                  <a:schemeClr val="tx1"/>
                </a:solidFill>
              </a:rPr>
              <a:t> </a:t>
            </a:r>
            <a:r>
              <a:rPr lang="en-US" err="1">
                <a:solidFill>
                  <a:schemeClr val="tx1"/>
                </a:solidFill>
              </a:rPr>
              <a:t>nguồn</a:t>
            </a:r>
            <a:endParaRPr lang="en-US">
              <a:solidFill>
                <a:schemeClr val="tx1"/>
              </a:solidFill>
            </a:endParaRPr>
          </a:p>
          <a:p>
            <a:pPr algn="l"/>
            <a:endParaRPr lang="en-US" b="1">
              <a:solidFill>
                <a:schemeClr val="tx1"/>
              </a:solidFill>
            </a:endParaRPr>
          </a:p>
          <a:p>
            <a:pPr algn="l"/>
            <a:r>
              <a:rPr lang="en-US" b="1">
                <a:solidFill>
                  <a:schemeClr val="tx1"/>
                </a:solidFill>
              </a:rPr>
              <a:t>Thông tin </a:t>
            </a:r>
            <a:r>
              <a:rPr lang="en-US" b="1" err="1">
                <a:solidFill>
                  <a:schemeClr val="tx1"/>
                </a:solidFill>
              </a:rPr>
              <a:t>về</a:t>
            </a:r>
            <a:r>
              <a:rPr lang="en-US" b="1">
                <a:solidFill>
                  <a:schemeClr val="tx1"/>
                </a:solidFill>
              </a:rPr>
              <a:t> </a:t>
            </a:r>
            <a:r>
              <a:rPr lang="en-US" b="1" err="1">
                <a:solidFill>
                  <a:schemeClr val="tx1"/>
                </a:solidFill>
              </a:rPr>
              <a:t>Mã</a:t>
            </a:r>
            <a:r>
              <a:rPr lang="en-US" b="1">
                <a:solidFill>
                  <a:schemeClr val="tx1"/>
                </a:solidFill>
              </a:rPr>
              <a:t> </a:t>
            </a:r>
            <a:r>
              <a:rPr lang="en-US" b="1" err="1">
                <a:solidFill>
                  <a:schemeClr val="tx1"/>
                </a:solidFill>
              </a:rPr>
              <a:t>nguồn</a:t>
            </a:r>
            <a:r>
              <a:rPr lang="en-US" b="1">
                <a:solidFill>
                  <a:schemeClr val="tx1"/>
                </a:solidFill>
              </a:rPr>
              <a:t>:</a:t>
            </a:r>
          </a:p>
          <a:p>
            <a:pPr marL="285750" indent="-285750" algn="l">
              <a:buFont typeface="Arial" panose="020B0604020202020204" pitchFamily="34" charset="0"/>
              <a:buChar char="•"/>
            </a:pPr>
            <a:r>
              <a:rPr lang="en-US" b="1" err="1">
                <a:solidFill>
                  <a:schemeClr val="tx1"/>
                </a:solidFill>
              </a:rPr>
              <a:t>Tác</a:t>
            </a:r>
            <a:r>
              <a:rPr lang="en-US" b="1">
                <a:solidFill>
                  <a:schemeClr val="tx1"/>
                </a:solidFill>
              </a:rPr>
              <a:t> </a:t>
            </a:r>
            <a:r>
              <a:rPr lang="en-US" b="1" err="1">
                <a:solidFill>
                  <a:schemeClr val="tx1"/>
                </a:solidFill>
              </a:rPr>
              <a:t>giả</a:t>
            </a:r>
            <a:r>
              <a:rPr lang="en-US" b="1">
                <a:solidFill>
                  <a:schemeClr val="tx1"/>
                </a:solidFill>
              </a:rPr>
              <a:t>/Repository:</a:t>
            </a:r>
            <a:r>
              <a:rPr lang="en-US">
                <a:solidFill>
                  <a:schemeClr val="tx1"/>
                </a:solidFill>
              </a:rPr>
              <a:t> </a:t>
            </a:r>
            <a:r>
              <a:rPr lang="en-US" err="1">
                <a:solidFill>
                  <a:schemeClr val="tx1"/>
                </a:solidFill>
              </a:rPr>
              <a:t>Vibashan</a:t>
            </a:r>
            <a:r>
              <a:rPr lang="en-US">
                <a:solidFill>
                  <a:schemeClr val="tx1"/>
                </a:solidFill>
              </a:rPr>
              <a:t>/</a:t>
            </a:r>
            <a:r>
              <a:rPr lang="en-US" err="1">
                <a:solidFill>
                  <a:schemeClr val="tx1"/>
                </a:solidFill>
              </a:rPr>
              <a:t>tt-sfuda</a:t>
            </a:r>
            <a:endParaRPr lang="en-US">
              <a:solidFill>
                <a:schemeClr val="tx1"/>
              </a:solidFill>
            </a:endParaRPr>
          </a:p>
          <a:p>
            <a:pPr marL="285750" indent="-285750" algn="l">
              <a:buFont typeface="Arial" panose="020B0604020202020204" pitchFamily="34" charset="0"/>
              <a:buChar char="•"/>
            </a:pPr>
            <a:r>
              <a:rPr lang="en-US" b="1">
                <a:solidFill>
                  <a:schemeClr val="tx1"/>
                </a:solidFill>
              </a:rPr>
              <a:t>Framework: </a:t>
            </a:r>
            <a:r>
              <a:rPr lang="en-US" err="1">
                <a:solidFill>
                  <a:schemeClr val="tx1"/>
                </a:solidFill>
              </a:rPr>
              <a:t>PyTorch</a:t>
            </a:r>
            <a:endParaRPr lang="en-US">
              <a:solidFill>
                <a:schemeClr val="tx1"/>
              </a:solidFill>
            </a:endParaRPr>
          </a:p>
          <a:p>
            <a:pPr algn="l"/>
            <a:endParaRPr lang="en-US" b="1">
              <a:solidFill>
                <a:schemeClr val="tx1"/>
              </a:solidFill>
            </a:endParaRPr>
          </a:p>
          <a:p>
            <a:pPr algn="l"/>
            <a:endParaRPr lang="en-US" b="1">
              <a:solidFill>
                <a:schemeClr val="tx1"/>
              </a:solidFill>
            </a:endParaRPr>
          </a:p>
          <a:p>
            <a:pPr lvl="0" algn="l"/>
            <a:endParaRPr lang="en-US" sz="1600">
              <a:solidFill>
                <a:schemeClr val="tx1"/>
              </a:solidFill>
            </a:endParaRPr>
          </a:p>
        </p:txBody>
      </p:sp>
    </p:spTree>
    <p:extLst>
      <p:ext uri="{BB962C8B-B14F-4D97-AF65-F5344CB8AC3E}">
        <p14:creationId xmlns:p14="http://schemas.microsoft.com/office/powerpoint/2010/main" val="32569468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grpSp>
        <p:nvGrpSpPr>
          <p:cNvPr id="2166" name="Google Shape;2166;p39"/>
          <p:cNvGrpSpPr/>
          <p:nvPr/>
        </p:nvGrpSpPr>
        <p:grpSpPr>
          <a:xfrm>
            <a:off x="7445192" y="252161"/>
            <a:ext cx="591455" cy="590639"/>
            <a:chOff x="1190625" y="238125"/>
            <a:chExt cx="5238750" cy="5231525"/>
          </a:xfrm>
        </p:grpSpPr>
        <p:sp>
          <p:nvSpPr>
            <p:cNvPr id="2167" name="Google Shape;2167;p39"/>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8" name="Google Shape;2168;p39"/>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9" name="Google Shape;2169;p39"/>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0" name="Google Shape;2170;p39"/>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1" name="Google Shape;2171;p39"/>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2" name="Google Shape;2172;p39"/>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3" name="Google Shape;2173;p39"/>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4" name="Google Shape;2174;p39"/>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5" name="Google Shape;2175;p39"/>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6" name="Google Shape;2176;p39"/>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178" name="Google Shape;2178;p39"/>
          <p:cNvSpPr txBox="1">
            <a:spLocks noGrp="1"/>
          </p:cNvSpPr>
          <p:nvPr>
            <p:ph type="subTitle" idx="1"/>
          </p:nvPr>
        </p:nvSpPr>
        <p:spPr>
          <a:xfrm>
            <a:off x="1259078" y="1253357"/>
            <a:ext cx="6186114" cy="3030700"/>
          </a:xfrm>
          <a:prstGeom prst="rect">
            <a:avLst/>
          </a:prstGeom>
        </p:spPr>
        <p:txBody>
          <a:bodyPr spcFirstLastPara="1" wrap="square" lIns="91425" tIns="91425" rIns="91425" bIns="91425" anchor="t" anchorCtr="0">
            <a:noAutofit/>
          </a:bodyPr>
          <a:lstStyle/>
          <a:p>
            <a:pPr lvl="0" algn="l"/>
            <a:r>
              <a:rPr lang="en-US" sz="1600" b="1"/>
              <a:t>Semantic (</a:t>
            </a:r>
            <a:r>
              <a:rPr lang="en-US" sz="1600" b="1" err="1"/>
              <a:t>ngữ</a:t>
            </a:r>
            <a:r>
              <a:rPr lang="en-US" sz="1600" b="1"/>
              <a:t> </a:t>
            </a:r>
            <a:r>
              <a:rPr lang="en-US" sz="1600" b="1" err="1"/>
              <a:t>nghĩa</a:t>
            </a:r>
            <a:r>
              <a:rPr lang="en-US" sz="1600" b="1"/>
              <a:t>) </a:t>
            </a:r>
            <a:r>
              <a:rPr lang="en-US" sz="1600" err="1"/>
              <a:t>trong</a:t>
            </a:r>
            <a:r>
              <a:rPr lang="en-US" sz="1600"/>
              <a:t> AI/computer vision </a:t>
            </a:r>
            <a:r>
              <a:rPr lang="en-US" sz="1600" err="1"/>
              <a:t>có</a:t>
            </a:r>
            <a:r>
              <a:rPr lang="en-US" sz="1600"/>
              <a:t> </a:t>
            </a:r>
            <a:r>
              <a:rPr lang="en-US" sz="1600" err="1"/>
              <a:t>nghĩa</a:t>
            </a:r>
            <a:r>
              <a:rPr lang="en-US" sz="1600"/>
              <a:t> </a:t>
            </a:r>
            <a:r>
              <a:rPr lang="en-US" sz="1600" err="1"/>
              <a:t>là</a:t>
            </a:r>
            <a:r>
              <a:rPr lang="en-US" sz="1600"/>
              <a:t>: </a:t>
            </a:r>
            <a:r>
              <a:rPr lang="en-US" sz="1600" err="1"/>
              <a:t>máy</a:t>
            </a:r>
            <a:r>
              <a:rPr lang="en-US" sz="1600"/>
              <a:t> </a:t>
            </a:r>
            <a:r>
              <a:rPr lang="en-US" sz="1600" err="1"/>
              <a:t>tính</a:t>
            </a:r>
            <a:r>
              <a:rPr lang="en-US" sz="1600"/>
              <a:t> </a:t>
            </a:r>
            <a:r>
              <a:rPr lang="en-US" sz="1600" err="1"/>
              <a:t>không</a:t>
            </a:r>
            <a:r>
              <a:rPr lang="en-US" sz="1600"/>
              <a:t> </a:t>
            </a:r>
            <a:r>
              <a:rPr lang="en-US" sz="1600" err="1"/>
              <a:t>chỉ</a:t>
            </a:r>
            <a:r>
              <a:rPr lang="en-US" sz="1600"/>
              <a:t> '</a:t>
            </a:r>
            <a:r>
              <a:rPr lang="en-US" sz="1600" err="1"/>
              <a:t>thấy</a:t>
            </a:r>
            <a:r>
              <a:rPr lang="en-US" sz="1600"/>
              <a:t>' </a:t>
            </a:r>
            <a:r>
              <a:rPr lang="en-US" sz="1600" err="1"/>
              <a:t>hình</a:t>
            </a:r>
            <a:r>
              <a:rPr lang="en-US" sz="1600"/>
              <a:t> </a:t>
            </a:r>
            <a:r>
              <a:rPr lang="en-US" sz="1600" err="1"/>
              <a:t>ảnh</a:t>
            </a:r>
            <a:r>
              <a:rPr lang="en-US" sz="1600"/>
              <a:t>, </a:t>
            </a:r>
            <a:r>
              <a:rPr lang="en-US" sz="1600" err="1"/>
              <a:t>mà</a:t>
            </a:r>
            <a:r>
              <a:rPr lang="en-US" sz="1600"/>
              <a:t> </a:t>
            </a:r>
            <a:r>
              <a:rPr lang="en-US" sz="1600" err="1"/>
              <a:t>còn</a:t>
            </a:r>
            <a:r>
              <a:rPr lang="en-US" sz="1600"/>
              <a:t> </a:t>
            </a:r>
            <a:r>
              <a:rPr lang="en-US" sz="1600" b="1" err="1"/>
              <a:t>hiểu</a:t>
            </a:r>
            <a:r>
              <a:rPr lang="en-US" sz="1600" b="1"/>
              <a:t> ý </a:t>
            </a:r>
            <a:r>
              <a:rPr lang="en-US" sz="1600" b="1" err="1"/>
              <a:t>nghĩa</a:t>
            </a:r>
            <a:r>
              <a:rPr lang="en-US" sz="1600"/>
              <a:t> </a:t>
            </a:r>
            <a:r>
              <a:rPr lang="en-US" sz="1600" err="1"/>
              <a:t>của</a:t>
            </a:r>
            <a:r>
              <a:rPr lang="en-US" sz="1600"/>
              <a:t> </a:t>
            </a:r>
            <a:r>
              <a:rPr lang="en-US" sz="1600" err="1"/>
              <a:t>từng</a:t>
            </a:r>
            <a:r>
              <a:rPr lang="en-US" sz="1600"/>
              <a:t> </a:t>
            </a:r>
            <a:r>
              <a:rPr lang="en-US" sz="1600" err="1"/>
              <a:t>vùng</a:t>
            </a:r>
            <a:r>
              <a:rPr lang="en-US" sz="1600"/>
              <a:t> </a:t>
            </a:r>
            <a:r>
              <a:rPr lang="en-US" sz="1600" err="1"/>
              <a:t>trong</a:t>
            </a:r>
            <a:r>
              <a:rPr lang="en-US" sz="1600"/>
              <a:t> </a:t>
            </a:r>
            <a:r>
              <a:rPr lang="en-US" sz="1600" err="1"/>
              <a:t>ảnh</a:t>
            </a:r>
            <a:r>
              <a:rPr lang="en-US" sz="1600"/>
              <a:t>. </a:t>
            </a:r>
            <a:r>
              <a:rPr lang="en-US" sz="1600" err="1"/>
              <a:t>Ví</a:t>
            </a:r>
            <a:r>
              <a:rPr lang="en-US" sz="1600"/>
              <a:t> </a:t>
            </a:r>
            <a:r>
              <a:rPr lang="en-US" sz="1600" err="1"/>
              <a:t>dụ</a:t>
            </a:r>
            <a:r>
              <a:rPr lang="en-US" sz="1600"/>
              <a:t>: </a:t>
            </a:r>
            <a:r>
              <a:rPr lang="en-US" sz="1600" err="1"/>
              <a:t>biết</a:t>
            </a:r>
            <a:r>
              <a:rPr lang="en-US" sz="1600"/>
              <a:t> </a:t>
            </a:r>
            <a:r>
              <a:rPr lang="en-US" sz="1600" err="1"/>
              <a:t>vùng</a:t>
            </a:r>
            <a:r>
              <a:rPr lang="en-US" sz="1600"/>
              <a:t> </a:t>
            </a:r>
            <a:r>
              <a:rPr lang="en-US" sz="1600" err="1"/>
              <a:t>này</a:t>
            </a:r>
            <a:r>
              <a:rPr lang="en-US" sz="1600"/>
              <a:t> </a:t>
            </a:r>
            <a:r>
              <a:rPr lang="en-US" sz="1600" err="1"/>
              <a:t>là</a:t>
            </a:r>
            <a:r>
              <a:rPr lang="en-US" sz="1600"/>
              <a:t> '</a:t>
            </a:r>
            <a:r>
              <a:rPr lang="en-US" sz="1600" err="1"/>
              <a:t>mắt</a:t>
            </a:r>
            <a:r>
              <a:rPr lang="en-US" sz="1600"/>
              <a:t>', </a:t>
            </a:r>
            <a:r>
              <a:rPr lang="en-US" sz="1600" err="1"/>
              <a:t>vùng</a:t>
            </a:r>
            <a:r>
              <a:rPr lang="en-US" sz="1600"/>
              <a:t> kia </a:t>
            </a:r>
            <a:r>
              <a:rPr lang="en-US" sz="1600" err="1"/>
              <a:t>là</a:t>
            </a:r>
            <a:r>
              <a:rPr lang="en-US" sz="1600"/>
              <a:t> '</a:t>
            </a:r>
            <a:r>
              <a:rPr lang="en-US" sz="1600" err="1"/>
              <a:t>đĩa</a:t>
            </a:r>
            <a:r>
              <a:rPr lang="en-US" sz="1600"/>
              <a:t> </a:t>
            </a:r>
            <a:r>
              <a:rPr lang="en-US" sz="1600" err="1"/>
              <a:t>thị</a:t>
            </a:r>
            <a:r>
              <a:rPr lang="en-US" sz="1600"/>
              <a:t> </a:t>
            </a:r>
            <a:r>
              <a:rPr lang="en-US" sz="1600" err="1"/>
              <a:t>giác</a:t>
            </a:r>
            <a:r>
              <a:rPr lang="en-US" sz="1600"/>
              <a:t>'.</a:t>
            </a:r>
            <a:endParaRPr lang="en-US" sz="1600" b="1"/>
          </a:p>
          <a:p>
            <a:pPr lvl="0" algn="l"/>
            <a:endParaRPr lang="en-US" sz="1600"/>
          </a:p>
          <a:p>
            <a:pPr lvl="0" algn="l"/>
            <a:r>
              <a:rPr lang="vi-VN" sz="1600" b="1"/>
              <a:t>Segmentation (Phân đoạn / Phân vùng)</a:t>
            </a:r>
            <a:r>
              <a:rPr lang="vi-VN" sz="1600"/>
              <a:t> là quá trình chia cắt một tổng thể thành các phần nhỏ hơn, trong đó các thành phần bên trong mỗi phần nhỏ có chung một đặc điểm nào đó.</a:t>
            </a:r>
            <a:endParaRPr lang="en-US" sz="1600"/>
          </a:p>
          <a:p>
            <a:pPr marL="285750" lvl="1" indent="-285750">
              <a:buFont typeface="Arial" panose="020B0604020202020204" pitchFamily="34" charset="0"/>
              <a:buChar char="•"/>
            </a:pPr>
            <a:r>
              <a:rPr lang="en-US" sz="1600" b="1"/>
              <a:t>Classification:</a:t>
            </a:r>
            <a:r>
              <a:rPr lang="en-US" sz="1600"/>
              <a:t> </a:t>
            </a:r>
            <a:r>
              <a:rPr lang="en-US" sz="1600" err="1"/>
              <a:t>Hình</a:t>
            </a:r>
            <a:r>
              <a:rPr lang="en-US" sz="1600"/>
              <a:t> </a:t>
            </a:r>
            <a:r>
              <a:rPr lang="en-US" sz="1600" err="1"/>
              <a:t>ảnh</a:t>
            </a:r>
            <a:r>
              <a:rPr lang="en-US" sz="1600"/>
              <a:t> con </a:t>
            </a:r>
            <a:r>
              <a:rPr lang="en-US" sz="1600" err="1"/>
              <a:t>mắt</a:t>
            </a:r>
            <a:r>
              <a:rPr lang="en-US" sz="1600"/>
              <a:t> </a:t>
            </a:r>
            <a:r>
              <a:rPr lang="en-US" sz="1600" err="1"/>
              <a:t>với</a:t>
            </a:r>
            <a:r>
              <a:rPr lang="en-US" sz="1600"/>
              <a:t> </a:t>
            </a:r>
            <a:r>
              <a:rPr lang="en-US" sz="1600" err="1"/>
              <a:t>nhãn</a:t>
            </a:r>
            <a:r>
              <a:rPr lang="en-US" sz="1600"/>
              <a:t> "</a:t>
            </a:r>
            <a:r>
              <a:rPr lang="en-US" sz="1600" err="1"/>
              <a:t>Đây</a:t>
            </a:r>
            <a:r>
              <a:rPr lang="en-US" sz="1600"/>
              <a:t> </a:t>
            </a:r>
            <a:r>
              <a:rPr lang="en-US" sz="1600" err="1"/>
              <a:t>là</a:t>
            </a:r>
            <a:r>
              <a:rPr lang="en-US" sz="1600"/>
              <a:t>: </a:t>
            </a:r>
            <a:r>
              <a:rPr lang="en-US" sz="1600" err="1"/>
              <a:t>Mắt</a:t>
            </a:r>
            <a:r>
              <a:rPr lang="en-US" sz="1600"/>
              <a:t>". </a:t>
            </a:r>
            <a:r>
              <a:rPr lang="en-US" sz="1600" err="1"/>
              <a:t>Mô</a:t>
            </a:r>
            <a:r>
              <a:rPr lang="en-US" sz="1600"/>
              <a:t> </a:t>
            </a:r>
            <a:r>
              <a:rPr lang="en-US" sz="1600" err="1"/>
              <a:t>tả</a:t>
            </a:r>
            <a:r>
              <a:rPr lang="en-US" sz="1600"/>
              <a:t> "</a:t>
            </a:r>
            <a:r>
              <a:rPr lang="en-US" sz="1600" err="1"/>
              <a:t>Chỉ</a:t>
            </a:r>
            <a:r>
              <a:rPr lang="en-US" sz="1600"/>
              <a:t> </a:t>
            </a:r>
            <a:r>
              <a:rPr lang="en-US" sz="1600" err="1"/>
              <a:t>nói</a:t>
            </a:r>
            <a:r>
              <a:rPr lang="en-US" sz="1600"/>
              <a:t> </a:t>
            </a:r>
            <a:r>
              <a:rPr lang="en-US" sz="1600" err="1"/>
              <a:t>ảnh</a:t>
            </a:r>
            <a:r>
              <a:rPr lang="en-US" sz="1600"/>
              <a:t> </a:t>
            </a:r>
            <a:r>
              <a:rPr lang="en-US" sz="1600" err="1"/>
              <a:t>là</a:t>
            </a:r>
            <a:r>
              <a:rPr lang="en-US" sz="1600"/>
              <a:t> </a:t>
            </a:r>
            <a:r>
              <a:rPr lang="en-US" sz="1600" err="1"/>
              <a:t>gì</a:t>
            </a:r>
            <a:r>
              <a:rPr lang="en-US" sz="1600"/>
              <a:t> </a:t>
            </a:r>
            <a:r>
              <a:rPr lang="en-US" sz="1600" err="1"/>
              <a:t>không</a:t>
            </a:r>
            <a:r>
              <a:rPr lang="en-US" sz="1600"/>
              <a:t> </a:t>
            </a:r>
            <a:r>
              <a:rPr lang="en-US" sz="1600" err="1"/>
              <a:t>biết</a:t>
            </a:r>
            <a:r>
              <a:rPr lang="en-US" sz="1600"/>
              <a:t> </a:t>
            </a:r>
            <a:r>
              <a:rPr lang="en-US" sz="1600" err="1"/>
              <a:t>vị</a:t>
            </a:r>
            <a:r>
              <a:rPr lang="en-US" sz="1600"/>
              <a:t> </a:t>
            </a:r>
            <a:r>
              <a:rPr lang="en-US" sz="1600" err="1"/>
              <a:t>trí</a:t>
            </a:r>
            <a:r>
              <a:rPr lang="en-US" sz="1600"/>
              <a:t>".</a:t>
            </a:r>
          </a:p>
          <a:p>
            <a:pPr marL="285750" lvl="1" indent="-285750">
              <a:buFont typeface="Arial" panose="020B0604020202020204" pitchFamily="34" charset="0"/>
              <a:buChar char="•"/>
            </a:pPr>
            <a:r>
              <a:rPr lang="en-US" sz="1600" b="1"/>
              <a:t>Detection:</a:t>
            </a:r>
            <a:r>
              <a:rPr lang="en-US" sz="1600"/>
              <a:t> </a:t>
            </a:r>
            <a:r>
              <a:rPr lang="en-US" sz="1600" err="1"/>
              <a:t>Hình</a:t>
            </a:r>
            <a:r>
              <a:rPr lang="en-US" sz="1600"/>
              <a:t> </a:t>
            </a:r>
            <a:r>
              <a:rPr lang="en-US" sz="1600" err="1"/>
              <a:t>ảnh</a:t>
            </a:r>
            <a:r>
              <a:rPr lang="en-US" sz="1600"/>
              <a:t> con </a:t>
            </a:r>
            <a:r>
              <a:rPr lang="en-US" sz="1600" err="1"/>
              <a:t>mắt</a:t>
            </a:r>
            <a:r>
              <a:rPr lang="en-US" sz="1600"/>
              <a:t> </a:t>
            </a:r>
            <a:r>
              <a:rPr lang="en-US" sz="1600" err="1"/>
              <a:t>với</a:t>
            </a:r>
            <a:r>
              <a:rPr lang="en-US" sz="1600"/>
              <a:t> bounding box </a:t>
            </a:r>
            <a:r>
              <a:rPr lang="en-US" sz="1600" err="1"/>
              <a:t>nét</a:t>
            </a:r>
            <a:r>
              <a:rPr lang="en-US" sz="1600"/>
              <a:t> </a:t>
            </a:r>
            <a:r>
              <a:rPr lang="en-US" sz="1600" err="1"/>
              <a:t>đứt</a:t>
            </a:r>
            <a:r>
              <a:rPr lang="en-US" sz="1600"/>
              <a:t>. </a:t>
            </a:r>
            <a:r>
              <a:rPr lang="en-US" sz="1600" err="1"/>
              <a:t>Nhãn</a:t>
            </a:r>
            <a:r>
              <a:rPr lang="en-US" sz="1600"/>
              <a:t> "</a:t>
            </a:r>
            <a:r>
              <a:rPr lang="en-US" sz="1600" err="1"/>
              <a:t>Mắt</a:t>
            </a:r>
            <a:r>
              <a:rPr lang="en-US" sz="1600"/>
              <a:t> 92%". </a:t>
            </a:r>
            <a:r>
              <a:rPr lang="en-US" sz="1600" err="1"/>
              <a:t>Mô</a:t>
            </a:r>
            <a:r>
              <a:rPr lang="en-US" sz="1600"/>
              <a:t> </a:t>
            </a:r>
            <a:r>
              <a:rPr lang="en-US" sz="1600" err="1"/>
              <a:t>tả</a:t>
            </a:r>
            <a:r>
              <a:rPr lang="en-US" sz="1600"/>
              <a:t> "</a:t>
            </a:r>
            <a:r>
              <a:rPr lang="en-US" sz="1600" err="1"/>
              <a:t>Khoanh</a:t>
            </a:r>
            <a:r>
              <a:rPr lang="en-US" sz="1600"/>
              <a:t> </a:t>
            </a:r>
            <a:r>
              <a:rPr lang="en-US" sz="1600" err="1"/>
              <a:t>vùng</a:t>
            </a:r>
            <a:r>
              <a:rPr lang="en-US" sz="1600"/>
              <a:t> + </a:t>
            </a:r>
            <a:r>
              <a:rPr lang="en-US" sz="1600" err="1"/>
              <a:t>nhãn</a:t>
            </a:r>
            <a:r>
              <a:rPr lang="en-US" sz="1600"/>
              <a:t> </a:t>
            </a:r>
            <a:r>
              <a:rPr lang="en-US" sz="1600" err="1"/>
              <a:t>biết</a:t>
            </a:r>
            <a:r>
              <a:rPr lang="en-US" sz="1600"/>
              <a:t> </a:t>
            </a:r>
            <a:r>
              <a:rPr lang="en-US" sz="1600" err="1"/>
              <a:t>vị</a:t>
            </a:r>
            <a:r>
              <a:rPr lang="en-US" sz="1600"/>
              <a:t> </a:t>
            </a:r>
            <a:r>
              <a:rPr lang="en-US" sz="1600" err="1"/>
              <a:t>trí</a:t>
            </a:r>
            <a:r>
              <a:rPr lang="en-US" sz="1600"/>
              <a:t> (</a:t>
            </a:r>
            <a:r>
              <a:rPr lang="en-US" sz="1600" err="1"/>
              <a:t>hộp</a:t>
            </a:r>
            <a:r>
              <a:rPr lang="en-US" sz="1600"/>
              <a:t> </a:t>
            </a:r>
            <a:r>
              <a:rPr lang="en-US" sz="1600" err="1"/>
              <a:t>chữ</a:t>
            </a:r>
            <a:r>
              <a:rPr lang="en-US" sz="1600"/>
              <a:t> </a:t>
            </a:r>
            <a:r>
              <a:rPr lang="en-US" sz="1600" err="1"/>
              <a:t>nhật</a:t>
            </a:r>
            <a:r>
              <a:rPr lang="en-US" sz="1600"/>
              <a:t>)".</a:t>
            </a:r>
          </a:p>
          <a:p>
            <a:pPr marL="285750" lvl="1" indent="-285750">
              <a:buFont typeface="Arial" panose="020B0604020202020204" pitchFamily="34" charset="0"/>
              <a:buChar char="•"/>
            </a:pPr>
            <a:r>
              <a:rPr lang="en-US" sz="1600" b="1"/>
              <a:t>Semantic segmentation:</a:t>
            </a:r>
            <a:r>
              <a:rPr lang="en-US" sz="1600"/>
              <a:t> </a:t>
            </a:r>
            <a:r>
              <a:rPr lang="en-US" sz="1600" err="1"/>
              <a:t>Hình</a:t>
            </a:r>
            <a:r>
              <a:rPr lang="en-US" sz="1600"/>
              <a:t> </a:t>
            </a:r>
            <a:r>
              <a:rPr lang="en-US" sz="1600" err="1"/>
              <a:t>ảnh</a:t>
            </a:r>
            <a:r>
              <a:rPr lang="en-US" sz="1600"/>
              <a:t> con </a:t>
            </a:r>
            <a:r>
              <a:rPr lang="en-US" sz="1600" err="1"/>
              <a:t>mắt</a:t>
            </a:r>
            <a:r>
              <a:rPr lang="en-US" sz="1600"/>
              <a:t> </a:t>
            </a:r>
            <a:r>
              <a:rPr lang="en-US" sz="1600" err="1"/>
              <a:t>với</a:t>
            </a:r>
            <a:r>
              <a:rPr lang="en-US" sz="1600"/>
              <a:t> </a:t>
            </a:r>
            <a:r>
              <a:rPr lang="en-US" sz="1600" err="1"/>
              <a:t>mặt</a:t>
            </a:r>
            <a:r>
              <a:rPr lang="en-US" sz="1600"/>
              <a:t> </a:t>
            </a:r>
            <a:r>
              <a:rPr lang="en-US" sz="1600" err="1"/>
              <a:t>nạ</a:t>
            </a:r>
            <a:r>
              <a:rPr lang="en-US" sz="1600"/>
              <a:t> segmentation (</a:t>
            </a:r>
            <a:r>
              <a:rPr lang="en-US" sz="1600" err="1"/>
              <a:t>tô</a:t>
            </a:r>
            <a:r>
              <a:rPr lang="en-US" sz="1600"/>
              <a:t> </a:t>
            </a:r>
            <a:r>
              <a:rPr lang="en-US" sz="1600" err="1"/>
              <a:t>màu</a:t>
            </a:r>
            <a:r>
              <a:rPr lang="en-US" sz="1600"/>
              <a:t> </a:t>
            </a:r>
            <a:r>
              <a:rPr lang="en-US" sz="1600" err="1"/>
              <a:t>cho</a:t>
            </a:r>
            <a:r>
              <a:rPr lang="en-US" sz="1600"/>
              <a:t> </a:t>
            </a:r>
            <a:r>
              <a:rPr lang="en-US" sz="1600" err="1"/>
              <a:t>Nền</a:t>
            </a:r>
            <a:r>
              <a:rPr lang="en-US" sz="1600"/>
              <a:t>, </a:t>
            </a:r>
            <a:r>
              <a:rPr lang="en-US" sz="1600" err="1"/>
              <a:t>Củng</a:t>
            </a:r>
            <a:r>
              <a:rPr lang="en-US" sz="1600"/>
              <a:t> </a:t>
            </a:r>
            <a:r>
              <a:rPr lang="en-US" sz="1600" err="1"/>
              <a:t>mạc</a:t>
            </a:r>
            <a:r>
              <a:rPr lang="en-US" sz="1600"/>
              <a:t>, </a:t>
            </a:r>
            <a:r>
              <a:rPr lang="en-US" sz="1600" err="1"/>
              <a:t>Giác</a:t>
            </a:r>
            <a:r>
              <a:rPr lang="en-US" sz="1600"/>
              <a:t> </a:t>
            </a:r>
            <a:r>
              <a:rPr lang="en-US" sz="1600" err="1"/>
              <a:t>mạc</a:t>
            </a:r>
            <a:r>
              <a:rPr lang="en-US" sz="1600"/>
              <a:t>). </a:t>
            </a:r>
            <a:r>
              <a:rPr lang="en-US" sz="1600" err="1"/>
              <a:t>Chú</a:t>
            </a:r>
            <a:r>
              <a:rPr lang="en-US" sz="1600"/>
              <a:t> </a:t>
            </a:r>
            <a:r>
              <a:rPr lang="en-US" sz="1600" err="1"/>
              <a:t>thích</a:t>
            </a:r>
            <a:r>
              <a:rPr lang="en-US" sz="1600"/>
              <a:t> </a:t>
            </a:r>
            <a:r>
              <a:rPr lang="en-US" sz="1600" err="1"/>
              <a:t>màu</a:t>
            </a:r>
            <a:r>
              <a:rPr lang="en-US" sz="1600"/>
              <a:t> </a:t>
            </a:r>
            <a:r>
              <a:rPr lang="en-US" sz="1600" err="1"/>
              <a:t>sắc</a:t>
            </a:r>
            <a:r>
              <a:rPr lang="en-US" sz="1600"/>
              <a:t>: "</a:t>
            </a:r>
            <a:r>
              <a:rPr lang="en-US" sz="1600" err="1"/>
              <a:t>Nền</a:t>
            </a:r>
            <a:r>
              <a:rPr lang="en-US" sz="1600"/>
              <a:t>", "</a:t>
            </a:r>
            <a:r>
              <a:rPr lang="en-US" sz="1600" err="1"/>
              <a:t>Củng</a:t>
            </a:r>
            <a:r>
              <a:rPr lang="en-US" sz="1600"/>
              <a:t> </a:t>
            </a:r>
            <a:r>
              <a:rPr lang="en-US" sz="1600" err="1"/>
              <a:t>mạc</a:t>
            </a:r>
            <a:r>
              <a:rPr lang="en-US" sz="1600"/>
              <a:t>", "</a:t>
            </a:r>
            <a:r>
              <a:rPr lang="en-US" sz="1600" err="1"/>
              <a:t>Giác</a:t>
            </a:r>
            <a:r>
              <a:rPr lang="en-US" sz="1600"/>
              <a:t> </a:t>
            </a:r>
            <a:r>
              <a:rPr lang="en-US" sz="1600" err="1"/>
              <a:t>mạc</a:t>
            </a:r>
            <a:r>
              <a:rPr lang="en-US" sz="1600"/>
              <a:t>". </a:t>
            </a:r>
            <a:r>
              <a:rPr lang="en-US" sz="1600" err="1"/>
              <a:t>Mô</a:t>
            </a:r>
            <a:r>
              <a:rPr lang="en-US" sz="1600"/>
              <a:t> </a:t>
            </a:r>
            <a:r>
              <a:rPr lang="en-US" sz="1600" err="1"/>
              <a:t>tả</a:t>
            </a:r>
            <a:r>
              <a:rPr lang="en-US" sz="1600"/>
              <a:t> "</a:t>
            </a:r>
            <a:r>
              <a:rPr lang="en-US" sz="1600" err="1"/>
              <a:t>Tô</a:t>
            </a:r>
            <a:r>
              <a:rPr lang="en-US" sz="1600"/>
              <a:t> </a:t>
            </a:r>
            <a:r>
              <a:rPr lang="en-US" sz="1600" err="1"/>
              <a:t>màu</a:t>
            </a:r>
            <a:r>
              <a:rPr lang="en-US" sz="1600"/>
              <a:t> </a:t>
            </a:r>
            <a:r>
              <a:rPr lang="en-US" sz="1600" err="1"/>
              <a:t>từng</a:t>
            </a:r>
            <a:r>
              <a:rPr lang="en-US" sz="1600"/>
              <a:t> pixel </a:t>
            </a:r>
            <a:r>
              <a:rPr lang="en-US" sz="1600" err="1"/>
              <a:t>chính</a:t>
            </a:r>
            <a:r>
              <a:rPr lang="en-US" sz="1600"/>
              <a:t> </a:t>
            </a:r>
            <a:r>
              <a:rPr lang="en-US" sz="1600" err="1"/>
              <a:t>xác</a:t>
            </a:r>
            <a:r>
              <a:rPr lang="en-US" sz="1600"/>
              <a:t> </a:t>
            </a:r>
            <a:r>
              <a:rPr lang="en-US" sz="1600" err="1"/>
              <a:t>đến</a:t>
            </a:r>
            <a:r>
              <a:rPr lang="en-US" sz="1600"/>
              <a:t> </a:t>
            </a:r>
            <a:r>
              <a:rPr lang="en-US" sz="1600" err="1"/>
              <a:t>từng</a:t>
            </a:r>
            <a:r>
              <a:rPr lang="en-US" sz="1600"/>
              <a:t> </a:t>
            </a:r>
            <a:r>
              <a:rPr lang="en-US" sz="1600" err="1"/>
              <a:t>điểm</a:t>
            </a:r>
            <a:r>
              <a:rPr lang="en-US" sz="1600"/>
              <a:t> </a:t>
            </a:r>
            <a:r>
              <a:rPr lang="en-US" sz="1600" err="1"/>
              <a:t>ảnh</a:t>
            </a:r>
            <a:r>
              <a:rPr lang="en-US" sz="1600"/>
              <a:t>".</a:t>
            </a:r>
          </a:p>
        </p:txBody>
      </p:sp>
      <p:sp>
        <p:nvSpPr>
          <p:cNvPr id="2155" name="Google Shape;2155;p38"/>
          <p:cNvSpPr txBox="1">
            <a:spLocks noGrp="1"/>
          </p:cNvSpPr>
          <p:nvPr>
            <p:ph type="title"/>
          </p:nvPr>
        </p:nvSpPr>
        <p:spPr>
          <a:xfrm>
            <a:off x="1447296" y="448757"/>
            <a:ext cx="5712790" cy="804600"/>
          </a:xfrm>
          <a:prstGeom prst="rect">
            <a:avLst/>
          </a:prstGeom>
        </p:spPr>
        <p:txBody>
          <a:bodyPr spcFirstLastPara="1" wrap="square" lIns="91425" tIns="91425" rIns="91425" bIns="91425" anchor="ctr" anchorCtr="0">
            <a:noAutofit/>
          </a:bodyPr>
          <a:lstStyle/>
          <a:p>
            <a:pPr lvl="0"/>
            <a:r>
              <a:rPr lang="en-US" sz="4000" b="1">
                <a:latin typeface="Barlow Semi Condensed" panose="00000506000000000000" pitchFamily="2" charset="0"/>
              </a:rPr>
              <a:t>Semantic &amp; Segmentation</a:t>
            </a:r>
            <a:endParaRPr sz="4000" b="1">
              <a:latin typeface="Barlow Semi Condensed" panose="00000506000000000000" pitchFamily="2"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61">
          <a:extLst>
            <a:ext uri="{FF2B5EF4-FFF2-40B4-BE49-F238E27FC236}">
              <a16:creationId xmlns:a16="http://schemas.microsoft.com/office/drawing/2014/main" id="{0FF8C364-A0C1-B0FC-E109-D04AD42DDD6D}"/>
            </a:ext>
          </a:extLst>
        </p:cNvPr>
        <p:cNvGrpSpPr/>
        <p:nvPr/>
      </p:nvGrpSpPr>
      <p:grpSpPr>
        <a:xfrm>
          <a:off x="0" y="0"/>
          <a:ext cx="0" cy="0"/>
          <a:chOff x="0" y="0"/>
          <a:chExt cx="0" cy="0"/>
        </a:xfrm>
      </p:grpSpPr>
      <p:grpSp>
        <p:nvGrpSpPr>
          <p:cNvPr id="2166" name="Google Shape;2166;p39">
            <a:extLst>
              <a:ext uri="{FF2B5EF4-FFF2-40B4-BE49-F238E27FC236}">
                <a16:creationId xmlns:a16="http://schemas.microsoft.com/office/drawing/2014/main" id="{49F9B255-769F-2A31-470F-4164611B9266}"/>
              </a:ext>
            </a:extLst>
          </p:cNvPr>
          <p:cNvGrpSpPr/>
          <p:nvPr/>
        </p:nvGrpSpPr>
        <p:grpSpPr>
          <a:xfrm>
            <a:off x="7445192" y="252161"/>
            <a:ext cx="591455" cy="590639"/>
            <a:chOff x="1190625" y="238125"/>
            <a:chExt cx="5238750" cy="5231525"/>
          </a:xfrm>
        </p:grpSpPr>
        <p:sp>
          <p:nvSpPr>
            <p:cNvPr id="2167" name="Google Shape;2167;p39">
              <a:extLst>
                <a:ext uri="{FF2B5EF4-FFF2-40B4-BE49-F238E27FC236}">
                  <a16:creationId xmlns:a16="http://schemas.microsoft.com/office/drawing/2014/main" id="{AC590E0D-6680-2554-676A-A6C7CBF8F88A}"/>
                </a:ext>
              </a:extLst>
            </p:cNvPr>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8" name="Google Shape;2168;p39">
              <a:extLst>
                <a:ext uri="{FF2B5EF4-FFF2-40B4-BE49-F238E27FC236}">
                  <a16:creationId xmlns:a16="http://schemas.microsoft.com/office/drawing/2014/main" id="{411B916B-DC7E-D3A4-328D-F05B96EABCEB}"/>
                </a:ext>
              </a:extLst>
            </p:cNvPr>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9" name="Google Shape;2169;p39">
              <a:extLst>
                <a:ext uri="{FF2B5EF4-FFF2-40B4-BE49-F238E27FC236}">
                  <a16:creationId xmlns:a16="http://schemas.microsoft.com/office/drawing/2014/main" id="{CD314D84-0873-729E-8046-7D0F18489574}"/>
                </a:ext>
              </a:extLst>
            </p:cNvPr>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0" name="Google Shape;2170;p39">
              <a:extLst>
                <a:ext uri="{FF2B5EF4-FFF2-40B4-BE49-F238E27FC236}">
                  <a16:creationId xmlns:a16="http://schemas.microsoft.com/office/drawing/2014/main" id="{42E8158D-2B6C-F84F-F1C5-89EB34F678EE}"/>
                </a:ext>
              </a:extLst>
            </p:cNvPr>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1" name="Google Shape;2171;p39">
              <a:extLst>
                <a:ext uri="{FF2B5EF4-FFF2-40B4-BE49-F238E27FC236}">
                  <a16:creationId xmlns:a16="http://schemas.microsoft.com/office/drawing/2014/main" id="{DE4EB5F3-37C0-4A50-8E9D-404BFF274062}"/>
                </a:ext>
              </a:extLst>
            </p:cNvPr>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2" name="Google Shape;2172;p39">
              <a:extLst>
                <a:ext uri="{FF2B5EF4-FFF2-40B4-BE49-F238E27FC236}">
                  <a16:creationId xmlns:a16="http://schemas.microsoft.com/office/drawing/2014/main" id="{BB9F2D6B-DD34-3BE8-2CD5-5DCC7CDEFF79}"/>
                </a:ext>
              </a:extLst>
            </p:cNvPr>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3" name="Google Shape;2173;p39">
              <a:extLst>
                <a:ext uri="{FF2B5EF4-FFF2-40B4-BE49-F238E27FC236}">
                  <a16:creationId xmlns:a16="http://schemas.microsoft.com/office/drawing/2014/main" id="{C4919D57-CEB8-57CC-18B6-79A064712486}"/>
                </a:ext>
              </a:extLst>
            </p:cNvPr>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4" name="Google Shape;2174;p39">
              <a:extLst>
                <a:ext uri="{FF2B5EF4-FFF2-40B4-BE49-F238E27FC236}">
                  <a16:creationId xmlns:a16="http://schemas.microsoft.com/office/drawing/2014/main" id="{6FA6696D-F4BC-6AF6-472A-953D5EF24BE2}"/>
                </a:ext>
              </a:extLst>
            </p:cNvPr>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5" name="Google Shape;2175;p39">
              <a:extLst>
                <a:ext uri="{FF2B5EF4-FFF2-40B4-BE49-F238E27FC236}">
                  <a16:creationId xmlns:a16="http://schemas.microsoft.com/office/drawing/2014/main" id="{18C0531C-46AD-7049-99C7-1416F984EDC9}"/>
                </a:ext>
              </a:extLst>
            </p:cNvPr>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6" name="Google Shape;2176;p39">
              <a:extLst>
                <a:ext uri="{FF2B5EF4-FFF2-40B4-BE49-F238E27FC236}">
                  <a16:creationId xmlns:a16="http://schemas.microsoft.com/office/drawing/2014/main" id="{ADE42532-B30E-2E49-9623-FAB6B0F90171}"/>
                </a:ext>
              </a:extLst>
            </p:cNvPr>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155" name="Google Shape;2155;p38">
            <a:extLst>
              <a:ext uri="{FF2B5EF4-FFF2-40B4-BE49-F238E27FC236}">
                <a16:creationId xmlns:a16="http://schemas.microsoft.com/office/drawing/2014/main" id="{1D63317D-F562-16C0-BF32-E539165A3D83}"/>
              </a:ext>
            </a:extLst>
          </p:cNvPr>
          <p:cNvSpPr txBox="1">
            <a:spLocks noGrp="1"/>
          </p:cNvSpPr>
          <p:nvPr>
            <p:ph type="title"/>
          </p:nvPr>
        </p:nvSpPr>
        <p:spPr>
          <a:xfrm>
            <a:off x="1972264" y="146377"/>
            <a:ext cx="5197896" cy="804600"/>
          </a:xfrm>
          <a:prstGeom prst="rect">
            <a:avLst/>
          </a:prstGeom>
        </p:spPr>
        <p:txBody>
          <a:bodyPr spcFirstLastPara="1" wrap="square" lIns="91425" tIns="91425" rIns="91425" bIns="91425" anchor="ctr" anchorCtr="0">
            <a:noAutofit/>
          </a:bodyPr>
          <a:lstStyle/>
          <a:p>
            <a:pPr lvl="0"/>
            <a:r>
              <a:rPr lang="en-US" sz="4000" b="1">
                <a:latin typeface="Barlow Semi Condensed" panose="00000506000000000000" pitchFamily="2" charset="0"/>
              </a:rPr>
              <a:t>Segmentation</a:t>
            </a:r>
            <a:endParaRPr sz="4000" b="1">
              <a:latin typeface="Barlow Semi Condensed" panose="00000506000000000000" pitchFamily="2" charset="0"/>
            </a:endParaRPr>
          </a:p>
        </p:txBody>
      </p:sp>
      <p:pic>
        <p:nvPicPr>
          <p:cNvPr id="2" name="image4.png">
            <a:extLst>
              <a:ext uri="{FF2B5EF4-FFF2-40B4-BE49-F238E27FC236}">
                <a16:creationId xmlns:a16="http://schemas.microsoft.com/office/drawing/2014/main" id="{99757ADE-505B-5CBB-147D-67C877C05ED4}"/>
              </a:ext>
            </a:extLst>
          </p:cNvPr>
          <p:cNvPicPr/>
          <p:nvPr/>
        </p:nvPicPr>
        <p:blipFill>
          <a:blip r:embed="rId3"/>
          <a:srcRect/>
          <a:stretch>
            <a:fillRect/>
          </a:stretch>
        </p:blipFill>
        <p:spPr>
          <a:xfrm>
            <a:off x="1616452" y="931732"/>
            <a:ext cx="5958495" cy="3308142"/>
          </a:xfrm>
          <a:prstGeom prst="rect">
            <a:avLst/>
          </a:prstGeom>
          <a:ln/>
        </p:spPr>
      </p:pic>
      <p:sp>
        <p:nvSpPr>
          <p:cNvPr id="9" name="TextBox 8">
            <a:extLst>
              <a:ext uri="{FF2B5EF4-FFF2-40B4-BE49-F238E27FC236}">
                <a16:creationId xmlns:a16="http://schemas.microsoft.com/office/drawing/2014/main" id="{3CDB56B1-3A0D-D313-5CC0-095151021A1A}"/>
              </a:ext>
            </a:extLst>
          </p:cNvPr>
          <p:cNvSpPr txBox="1"/>
          <p:nvPr/>
        </p:nvSpPr>
        <p:spPr>
          <a:xfrm>
            <a:off x="1616452" y="4457552"/>
            <a:ext cx="6223484" cy="523220"/>
          </a:xfrm>
          <a:prstGeom prst="rect">
            <a:avLst/>
          </a:prstGeom>
          <a:noFill/>
        </p:spPr>
        <p:txBody>
          <a:bodyPr wrap="square">
            <a:spAutoFit/>
          </a:bodyPr>
          <a:lstStyle/>
          <a:p>
            <a:r>
              <a:rPr lang="vi-VN" b="1">
                <a:latin typeface="Barlow Semi Condensed" panose="00000506000000000000" pitchFamily="2" charset="0"/>
              </a:rPr>
              <a:t>Semantic Segmentation</a:t>
            </a:r>
            <a:r>
              <a:rPr lang="en-US" b="1">
                <a:latin typeface="Barlow Semi Condensed" panose="00000506000000000000" pitchFamily="2" charset="0"/>
              </a:rPr>
              <a:t>:</a:t>
            </a:r>
            <a:r>
              <a:rPr lang="vi-VN">
                <a:latin typeface="Barlow Semi Condensed" panose="00000506000000000000" pitchFamily="2" charset="0"/>
              </a:rPr>
              <a:t> tô màu từng pixel trong ảnh theo đúng 'lớp' của nó. Ví dụ trong ảnh đáy mắt: mỗi pixel được gán nhãn là 'đĩa thị giác', 'mạch máu', hay 'nền'.</a:t>
            </a:r>
            <a:endParaRPr lang="en-US">
              <a:latin typeface="Barlow Semi Condensed" panose="00000506000000000000" pitchFamily="2" charset="0"/>
            </a:endParaRPr>
          </a:p>
        </p:txBody>
      </p:sp>
    </p:spTree>
    <p:extLst>
      <p:ext uri="{BB962C8B-B14F-4D97-AF65-F5344CB8AC3E}">
        <p14:creationId xmlns:p14="http://schemas.microsoft.com/office/powerpoint/2010/main" val="1814231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61">
          <a:extLst>
            <a:ext uri="{FF2B5EF4-FFF2-40B4-BE49-F238E27FC236}">
              <a16:creationId xmlns:a16="http://schemas.microsoft.com/office/drawing/2014/main" id="{0A33AE36-2596-70C7-E112-47B2D27CC437}"/>
            </a:ext>
          </a:extLst>
        </p:cNvPr>
        <p:cNvGrpSpPr/>
        <p:nvPr/>
      </p:nvGrpSpPr>
      <p:grpSpPr>
        <a:xfrm>
          <a:off x="0" y="0"/>
          <a:ext cx="0" cy="0"/>
          <a:chOff x="0" y="0"/>
          <a:chExt cx="0" cy="0"/>
        </a:xfrm>
      </p:grpSpPr>
      <p:grpSp>
        <p:nvGrpSpPr>
          <p:cNvPr id="2166" name="Google Shape;2166;p39">
            <a:extLst>
              <a:ext uri="{FF2B5EF4-FFF2-40B4-BE49-F238E27FC236}">
                <a16:creationId xmlns:a16="http://schemas.microsoft.com/office/drawing/2014/main" id="{D24FC9E4-2627-55CC-7425-C9096BC66BD5}"/>
              </a:ext>
            </a:extLst>
          </p:cNvPr>
          <p:cNvGrpSpPr/>
          <p:nvPr/>
        </p:nvGrpSpPr>
        <p:grpSpPr>
          <a:xfrm>
            <a:off x="7445192" y="252161"/>
            <a:ext cx="591455" cy="590639"/>
            <a:chOff x="1190625" y="238125"/>
            <a:chExt cx="5238750" cy="5231525"/>
          </a:xfrm>
        </p:grpSpPr>
        <p:sp>
          <p:nvSpPr>
            <p:cNvPr id="2167" name="Google Shape;2167;p39">
              <a:extLst>
                <a:ext uri="{FF2B5EF4-FFF2-40B4-BE49-F238E27FC236}">
                  <a16:creationId xmlns:a16="http://schemas.microsoft.com/office/drawing/2014/main" id="{5FC34EE3-163B-4392-C2A9-0D5D572620A0}"/>
                </a:ext>
              </a:extLst>
            </p:cNvPr>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8" name="Google Shape;2168;p39">
              <a:extLst>
                <a:ext uri="{FF2B5EF4-FFF2-40B4-BE49-F238E27FC236}">
                  <a16:creationId xmlns:a16="http://schemas.microsoft.com/office/drawing/2014/main" id="{CB60111A-6521-7414-E193-2AD7CDC21906}"/>
                </a:ext>
              </a:extLst>
            </p:cNvPr>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9" name="Google Shape;2169;p39">
              <a:extLst>
                <a:ext uri="{FF2B5EF4-FFF2-40B4-BE49-F238E27FC236}">
                  <a16:creationId xmlns:a16="http://schemas.microsoft.com/office/drawing/2014/main" id="{78BD9301-7DB0-58C5-9B34-6727415BBC0E}"/>
                </a:ext>
              </a:extLst>
            </p:cNvPr>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0" name="Google Shape;2170;p39">
              <a:extLst>
                <a:ext uri="{FF2B5EF4-FFF2-40B4-BE49-F238E27FC236}">
                  <a16:creationId xmlns:a16="http://schemas.microsoft.com/office/drawing/2014/main" id="{C5D59859-8931-B018-955A-75E2100C1E22}"/>
                </a:ext>
              </a:extLst>
            </p:cNvPr>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1" name="Google Shape;2171;p39">
              <a:extLst>
                <a:ext uri="{FF2B5EF4-FFF2-40B4-BE49-F238E27FC236}">
                  <a16:creationId xmlns:a16="http://schemas.microsoft.com/office/drawing/2014/main" id="{B97EA733-EFD9-4D22-1100-011FC082A5B0}"/>
                </a:ext>
              </a:extLst>
            </p:cNvPr>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2" name="Google Shape;2172;p39">
              <a:extLst>
                <a:ext uri="{FF2B5EF4-FFF2-40B4-BE49-F238E27FC236}">
                  <a16:creationId xmlns:a16="http://schemas.microsoft.com/office/drawing/2014/main" id="{86DB3889-C18C-AB52-E6A6-B643182CF82C}"/>
                </a:ext>
              </a:extLst>
            </p:cNvPr>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3" name="Google Shape;2173;p39">
              <a:extLst>
                <a:ext uri="{FF2B5EF4-FFF2-40B4-BE49-F238E27FC236}">
                  <a16:creationId xmlns:a16="http://schemas.microsoft.com/office/drawing/2014/main" id="{8914A734-BC5E-07F4-F9A6-9FC8D7A7A725}"/>
                </a:ext>
              </a:extLst>
            </p:cNvPr>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4" name="Google Shape;2174;p39">
              <a:extLst>
                <a:ext uri="{FF2B5EF4-FFF2-40B4-BE49-F238E27FC236}">
                  <a16:creationId xmlns:a16="http://schemas.microsoft.com/office/drawing/2014/main" id="{0F4B337F-34D4-23EC-5354-B7CF133C3DD2}"/>
                </a:ext>
              </a:extLst>
            </p:cNvPr>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5" name="Google Shape;2175;p39">
              <a:extLst>
                <a:ext uri="{FF2B5EF4-FFF2-40B4-BE49-F238E27FC236}">
                  <a16:creationId xmlns:a16="http://schemas.microsoft.com/office/drawing/2014/main" id="{A27C2E33-5914-3263-B807-DD5F11E41524}"/>
                </a:ext>
              </a:extLst>
            </p:cNvPr>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6" name="Google Shape;2176;p39">
              <a:extLst>
                <a:ext uri="{FF2B5EF4-FFF2-40B4-BE49-F238E27FC236}">
                  <a16:creationId xmlns:a16="http://schemas.microsoft.com/office/drawing/2014/main" id="{5C14E6A6-853C-FB18-9F05-AEE149F2D34F}"/>
                </a:ext>
              </a:extLst>
            </p:cNvPr>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155" name="Google Shape;2155;p38">
            <a:extLst>
              <a:ext uri="{FF2B5EF4-FFF2-40B4-BE49-F238E27FC236}">
                <a16:creationId xmlns:a16="http://schemas.microsoft.com/office/drawing/2014/main" id="{3CB2373B-E5E4-E985-FB2C-2EA0D305C9A3}"/>
              </a:ext>
            </a:extLst>
          </p:cNvPr>
          <p:cNvSpPr txBox="1">
            <a:spLocks noGrp="1"/>
          </p:cNvSpPr>
          <p:nvPr>
            <p:ph type="title"/>
          </p:nvPr>
        </p:nvSpPr>
        <p:spPr>
          <a:xfrm>
            <a:off x="1972264" y="146377"/>
            <a:ext cx="5197896" cy="804600"/>
          </a:xfrm>
          <a:prstGeom prst="rect">
            <a:avLst/>
          </a:prstGeom>
        </p:spPr>
        <p:txBody>
          <a:bodyPr spcFirstLastPara="1" wrap="square" lIns="91425" tIns="91425" rIns="91425" bIns="91425" anchor="ctr" anchorCtr="0">
            <a:noAutofit/>
          </a:bodyPr>
          <a:lstStyle/>
          <a:p>
            <a:pPr lvl="0"/>
            <a:r>
              <a:rPr lang="en-US" sz="4000" b="1" err="1">
                <a:latin typeface="Barlow Semi Condensed" panose="00000506000000000000" pitchFamily="2" charset="0"/>
              </a:rPr>
              <a:t>Lịch</a:t>
            </a:r>
            <a:r>
              <a:rPr lang="en-US" sz="4000" b="1">
                <a:latin typeface="Barlow Semi Condensed" panose="00000506000000000000" pitchFamily="2" charset="0"/>
              </a:rPr>
              <a:t> </a:t>
            </a:r>
            <a:r>
              <a:rPr lang="en-US" sz="4000" b="1" err="1">
                <a:latin typeface="Barlow Semi Condensed" panose="00000506000000000000" pitchFamily="2" charset="0"/>
              </a:rPr>
              <a:t>sử</a:t>
            </a:r>
            <a:r>
              <a:rPr lang="en-US" sz="4000" b="1">
                <a:latin typeface="Barlow Semi Condensed" panose="00000506000000000000" pitchFamily="2" charset="0"/>
              </a:rPr>
              <a:t> </a:t>
            </a:r>
            <a:r>
              <a:rPr lang="en-US" sz="4000" b="1" err="1">
                <a:latin typeface="Barlow Semi Condensed" panose="00000506000000000000" pitchFamily="2" charset="0"/>
              </a:rPr>
              <a:t>hình</a:t>
            </a:r>
            <a:r>
              <a:rPr lang="en-US" sz="4000" b="1">
                <a:latin typeface="Barlow Semi Condensed" panose="00000506000000000000" pitchFamily="2" charset="0"/>
              </a:rPr>
              <a:t> </a:t>
            </a:r>
            <a:r>
              <a:rPr lang="en-US" sz="4000" b="1" err="1">
                <a:latin typeface="Barlow Semi Condensed" panose="00000506000000000000" pitchFamily="2" charset="0"/>
              </a:rPr>
              <a:t>thành</a:t>
            </a:r>
            <a:endParaRPr sz="4000" b="1">
              <a:latin typeface="Barlow Semi Condensed" panose="00000506000000000000" pitchFamily="2" charset="0"/>
            </a:endParaRPr>
          </a:p>
        </p:txBody>
      </p:sp>
      <p:pic>
        <p:nvPicPr>
          <p:cNvPr id="4" name="Picture 3">
            <a:extLst>
              <a:ext uri="{FF2B5EF4-FFF2-40B4-BE49-F238E27FC236}">
                <a16:creationId xmlns:a16="http://schemas.microsoft.com/office/drawing/2014/main" id="{00078902-1CBF-ECAF-C05F-B84AB32C1B5A}"/>
              </a:ext>
            </a:extLst>
          </p:cNvPr>
          <p:cNvPicPr>
            <a:picLocks noChangeAspect="1"/>
          </p:cNvPicPr>
          <p:nvPr/>
        </p:nvPicPr>
        <p:blipFill>
          <a:blip r:embed="rId3"/>
          <a:srcRect l="4705" t="16893" r="4108" b="42592"/>
          <a:stretch>
            <a:fillRect/>
          </a:stretch>
        </p:blipFill>
        <p:spPr>
          <a:xfrm>
            <a:off x="1412871" y="979292"/>
            <a:ext cx="6316681" cy="1532074"/>
          </a:xfrm>
          <a:prstGeom prst="rect">
            <a:avLst/>
          </a:prstGeom>
        </p:spPr>
      </p:pic>
      <p:pic>
        <p:nvPicPr>
          <p:cNvPr id="6" name="Picture 5">
            <a:extLst>
              <a:ext uri="{FF2B5EF4-FFF2-40B4-BE49-F238E27FC236}">
                <a16:creationId xmlns:a16="http://schemas.microsoft.com/office/drawing/2014/main" id="{806F434D-8259-B926-051D-85C994F72D70}"/>
              </a:ext>
            </a:extLst>
          </p:cNvPr>
          <p:cNvPicPr>
            <a:picLocks noChangeAspect="1"/>
          </p:cNvPicPr>
          <p:nvPr/>
        </p:nvPicPr>
        <p:blipFill>
          <a:blip r:embed="rId3"/>
          <a:srcRect l="6490" t="64717" r="5894" b="3579"/>
          <a:stretch>
            <a:fillRect/>
          </a:stretch>
        </p:blipFill>
        <p:spPr>
          <a:xfrm>
            <a:off x="1412870" y="2874207"/>
            <a:ext cx="6316681" cy="1247767"/>
          </a:xfrm>
          <a:prstGeom prst="rect">
            <a:avLst/>
          </a:prstGeom>
        </p:spPr>
      </p:pic>
    </p:spTree>
    <p:extLst>
      <p:ext uri="{BB962C8B-B14F-4D97-AF65-F5344CB8AC3E}">
        <p14:creationId xmlns:p14="http://schemas.microsoft.com/office/powerpoint/2010/main" val="15086083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82"/>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B3207B7F-A2AC-5DB8-3709-5994218E40C4}"/>
              </a:ext>
            </a:extLst>
          </p:cNvPr>
          <p:cNvGraphicFramePr>
            <a:graphicFrameLocks noGrp="1"/>
          </p:cNvGraphicFramePr>
          <p:nvPr>
            <p:extLst>
              <p:ext uri="{D42A27DB-BD31-4B8C-83A1-F6EECF244321}">
                <p14:modId xmlns:p14="http://schemas.microsoft.com/office/powerpoint/2010/main" val="1121028897"/>
              </p:ext>
            </p:extLst>
          </p:nvPr>
        </p:nvGraphicFramePr>
        <p:xfrm>
          <a:off x="1209003" y="364804"/>
          <a:ext cx="6725994" cy="4413892"/>
        </p:xfrm>
        <a:graphic>
          <a:graphicData uri="http://schemas.openxmlformats.org/drawingml/2006/table">
            <a:tbl>
              <a:tblPr firstRow="1" bandRow="1">
                <a:tableStyleId>{35758FB7-9AC5-4552-8A53-C91805E547FA}</a:tableStyleId>
              </a:tblPr>
              <a:tblGrid>
                <a:gridCol w="1262130">
                  <a:extLst>
                    <a:ext uri="{9D8B030D-6E8A-4147-A177-3AD203B41FA5}">
                      <a16:colId xmlns:a16="http://schemas.microsoft.com/office/drawing/2014/main" val="3917679209"/>
                    </a:ext>
                  </a:extLst>
                </a:gridCol>
                <a:gridCol w="2633415">
                  <a:extLst>
                    <a:ext uri="{9D8B030D-6E8A-4147-A177-3AD203B41FA5}">
                      <a16:colId xmlns:a16="http://schemas.microsoft.com/office/drawing/2014/main" val="135684504"/>
                    </a:ext>
                  </a:extLst>
                </a:gridCol>
                <a:gridCol w="2830449">
                  <a:extLst>
                    <a:ext uri="{9D8B030D-6E8A-4147-A177-3AD203B41FA5}">
                      <a16:colId xmlns:a16="http://schemas.microsoft.com/office/drawing/2014/main" val="287147347"/>
                    </a:ext>
                  </a:extLst>
                </a:gridCol>
              </a:tblGrid>
              <a:tr h="259295">
                <a:tc>
                  <a:txBody>
                    <a:bodyPr/>
                    <a:lstStyle/>
                    <a:p>
                      <a:pPr algn="ctr"/>
                      <a:r>
                        <a:rPr lang="en-US" sz="1300" err="1">
                          <a:latin typeface="Barlow Semi Condensed" panose="00000506000000000000" pitchFamily="2" charset="0"/>
                        </a:rPr>
                        <a:t>Mô</a:t>
                      </a:r>
                      <a:r>
                        <a:rPr lang="en-US" sz="1300">
                          <a:latin typeface="Barlow Semi Condensed" panose="00000506000000000000" pitchFamily="2" charset="0"/>
                        </a:rPr>
                        <a:t> </a:t>
                      </a:r>
                      <a:r>
                        <a:rPr lang="en-US" sz="1300" err="1">
                          <a:latin typeface="Barlow Semi Condensed" panose="00000506000000000000" pitchFamily="2" charset="0"/>
                        </a:rPr>
                        <a:t>hình</a:t>
                      </a:r>
                      <a:endParaRPr lang="en-US" sz="1300">
                        <a:latin typeface="Barlow Semi Condensed" panose="00000506000000000000" pitchFamily="2" charset="0"/>
                      </a:endParaRPr>
                    </a:p>
                  </a:txBody>
                  <a:tcPr/>
                </a:tc>
                <a:tc>
                  <a:txBody>
                    <a:bodyPr/>
                    <a:lstStyle/>
                    <a:p>
                      <a:pPr algn="ctr"/>
                      <a:r>
                        <a:rPr lang="en-US" sz="1300" err="1">
                          <a:latin typeface="Barlow Semi Condensed" panose="00000506000000000000" pitchFamily="2" charset="0"/>
                        </a:rPr>
                        <a:t>Ưu</a:t>
                      </a:r>
                      <a:r>
                        <a:rPr lang="en-US" sz="1300">
                          <a:latin typeface="Barlow Semi Condensed" panose="00000506000000000000" pitchFamily="2" charset="0"/>
                        </a:rPr>
                        <a:t> </a:t>
                      </a:r>
                      <a:r>
                        <a:rPr lang="en-US" sz="1300" err="1">
                          <a:latin typeface="Barlow Semi Condensed" panose="00000506000000000000" pitchFamily="2" charset="0"/>
                        </a:rPr>
                        <a:t>điểm</a:t>
                      </a:r>
                      <a:endParaRPr lang="en-US" sz="1300">
                        <a:latin typeface="Barlow Semi Condensed" panose="00000506000000000000" pitchFamily="2" charset="0"/>
                      </a:endParaRPr>
                    </a:p>
                  </a:txBody>
                  <a:tcPr/>
                </a:tc>
                <a:tc>
                  <a:txBody>
                    <a:bodyPr/>
                    <a:lstStyle/>
                    <a:p>
                      <a:pPr algn="ctr"/>
                      <a:r>
                        <a:rPr lang="en-US" sz="1300" err="1">
                          <a:latin typeface="Barlow Semi Condensed" panose="00000506000000000000" pitchFamily="2" charset="0"/>
                        </a:rPr>
                        <a:t>Nhược</a:t>
                      </a:r>
                      <a:r>
                        <a:rPr lang="en-US" sz="1300">
                          <a:latin typeface="Barlow Semi Condensed" panose="00000506000000000000" pitchFamily="2" charset="0"/>
                        </a:rPr>
                        <a:t> </a:t>
                      </a:r>
                      <a:r>
                        <a:rPr lang="en-US" sz="1300" err="1">
                          <a:latin typeface="Barlow Semi Condensed" panose="00000506000000000000" pitchFamily="2" charset="0"/>
                        </a:rPr>
                        <a:t>điểm</a:t>
                      </a:r>
                      <a:endParaRPr lang="en-US" sz="1300">
                        <a:latin typeface="Barlow Semi Condensed" panose="00000506000000000000" pitchFamily="2" charset="0"/>
                      </a:endParaRPr>
                    </a:p>
                  </a:txBody>
                  <a:tcPr/>
                </a:tc>
                <a:extLst>
                  <a:ext uri="{0D108BD9-81ED-4DB2-BD59-A6C34878D82A}">
                    <a16:rowId xmlns:a16="http://schemas.microsoft.com/office/drawing/2014/main" val="1115275910"/>
                  </a:ext>
                </a:extLst>
              </a:tr>
              <a:tr h="702304">
                <a:tc>
                  <a:txBody>
                    <a:bodyPr/>
                    <a:lstStyle/>
                    <a:p>
                      <a:r>
                        <a:rPr lang="en-US" sz="1300" b="1">
                          <a:latin typeface="Barlow Semi Condensed" panose="00000506000000000000" pitchFamily="2" charset="0"/>
                        </a:rPr>
                        <a:t>Neural Network</a:t>
                      </a:r>
                    </a:p>
                  </a:txBody>
                  <a:tcPr/>
                </a:tc>
                <a:tc>
                  <a:txBody>
                    <a:bodyPr/>
                    <a:lstStyle/>
                    <a:p>
                      <a:pPr marL="285750" indent="-285750">
                        <a:buFont typeface="Arial" panose="020B0604020202020204" pitchFamily="34" charset="0"/>
                        <a:buChar char="•"/>
                      </a:pPr>
                      <a:r>
                        <a:rPr lang="en-US" sz="1300" err="1">
                          <a:latin typeface="Barlow Semi Condensed" panose="00000506000000000000" pitchFamily="2" charset="0"/>
                        </a:rPr>
                        <a:t>Xây</a:t>
                      </a:r>
                      <a:r>
                        <a:rPr lang="en-US" sz="1300">
                          <a:latin typeface="Barlow Semi Condensed" panose="00000506000000000000" pitchFamily="2" charset="0"/>
                        </a:rPr>
                        <a:t> </a:t>
                      </a:r>
                      <a:r>
                        <a:rPr lang="en-US" sz="1300" err="1">
                          <a:latin typeface="Barlow Semi Condensed" panose="00000506000000000000" pitchFamily="2" charset="0"/>
                        </a:rPr>
                        <a:t>dựng</a:t>
                      </a:r>
                      <a:r>
                        <a:rPr lang="en-US" sz="1300">
                          <a:latin typeface="Barlow Semi Condensed" panose="00000506000000000000" pitchFamily="2" charset="0"/>
                        </a:rPr>
                        <a:t> </a:t>
                      </a:r>
                      <a:r>
                        <a:rPr lang="en-US" sz="1300" err="1">
                          <a:latin typeface="Barlow Semi Condensed" panose="00000506000000000000" pitchFamily="2" charset="0"/>
                        </a:rPr>
                        <a:t>nền</a:t>
                      </a:r>
                      <a:r>
                        <a:rPr lang="en-US" sz="1300">
                          <a:latin typeface="Barlow Semi Condensed" panose="00000506000000000000" pitchFamily="2" charset="0"/>
                        </a:rPr>
                        <a:t> </a:t>
                      </a:r>
                      <a:r>
                        <a:rPr lang="en-US" sz="1300" err="1">
                          <a:latin typeface="Barlow Semi Condensed" panose="00000506000000000000" pitchFamily="2" charset="0"/>
                        </a:rPr>
                        <a:t>tảng</a:t>
                      </a:r>
                      <a:r>
                        <a:rPr lang="en-US" sz="1300">
                          <a:latin typeface="Barlow Semi Condensed" panose="00000506000000000000" pitchFamily="2" charset="0"/>
                        </a:rPr>
                        <a:t> </a:t>
                      </a:r>
                      <a:r>
                        <a:rPr lang="en-US" sz="1300" err="1">
                          <a:latin typeface="Barlow Semi Condensed" panose="00000506000000000000" pitchFamily="2" charset="0"/>
                        </a:rPr>
                        <a:t>học</a:t>
                      </a:r>
                      <a:r>
                        <a:rPr lang="en-US" sz="1300">
                          <a:latin typeface="Barlow Semi Condensed" panose="00000506000000000000" pitchFamily="2" charset="0"/>
                        </a:rPr>
                        <a:t> </a:t>
                      </a:r>
                      <a:r>
                        <a:rPr lang="en-US" sz="1300" err="1">
                          <a:latin typeface="Barlow Semi Condensed" panose="00000506000000000000" pitchFamily="2" charset="0"/>
                        </a:rPr>
                        <a:t>máy</a:t>
                      </a:r>
                      <a:endParaRPr lang="en-US" sz="1300">
                        <a:latin typeface="Barlow Semi Condensed" panose="00000506000000000000" pitchFamily="2" charset="0"/>
                      </a:endParaRPr>
                    </a:p>
                    <a:p>
                      <a:pPr marL="285750" indent="-285750">
                        <a:buFont typeface="Arial" panose="020B0604020202020204" pitchFamily="34" charset="0"/>
                        <a:buChar char="•"/>
                      </a:pPr>
                      <a:r>
                        <a:rPr lang="en-US" sz="1300" err="1">
                          <a:latin typeface="Barlow Semi Condensed" panose="00000506000000000000" pitchFamily="2" charset="0"/>
                        </a:rPr>
                        <a:t>Giải</a:t>
                      </a:r>
                      <a:r>
                        <a:rPr lang="en-US" sz="1300">
                          <a:latin typeface="Barlow Semi Condensed" panose="00000506000000000000" pitchFamily="2" charset="0"/>
                        </a:rPr>
                        <a:t> </a:t>
                      </a:r>
                      <a:r>
                        <a:rPr lang="en-US" sz="1300" err="1">
                          <a:latin typeface="Barlow Semi Condensed" panose="00000506000000000000" pitchFamily="2" charset="0"/>
                        </a:rPr>
                        <a:t>quyết</a:t>
                      </a:r>
                      <a:r>
                        <a:rPr lang="en-US" sz="1300">
                          <a:latin typeface="Barlow Semi Condensed" panose="00000506000000000000" pitchFamily="2" charset="0"/>
                        </a:rPr>
                        <a:t> </a:t>
                      </a:r>
                      <a:r>
                        <a:rPr lang="en-US" sz="1300" err="1">
                          <a:latin typeface="Barlow Semi Condensed" panose="00000506000000000000" pitchFamily="2" charset="0"/>
                        </a:rPr>
                        <a:t>tốt</a:t>
                      </a:r>
                      <a:r>
                        <a:rPr lang="en-US" sz="1300">
                          <a:latin typeface="Barlow Semi Condensed" panose="00000506000000000000" pitchFamily="2" charset="0"/>
                        </a:rPr>
                        <a:t> </a:t>
                      </a:r>
                      <a:r>
                        <a:rPr lang="en-US" sz="1300" err="1">
                          <a:latin typeface="Barlow Semi Condensed" panose="00000506000000000000" pitchFamily="2" charset="0"/>
                        </a:rPr>
                        <a:t>dữ</a:t>
                      </a:r>
                      <a:r>
                        <a:rPr lang="en-US" sz="1300">
                          <a:latin typeface="Barlow Semi Condensed" panose="00000506000000000000" pitchFamily="2" charset="0"/>
                        </a:rPr>
                        <a:t> </a:t>
                      </a:r>
                      <a:r>
                        <a:rPr lang="en-US" sz="1300" err="1">
                          <a:latin typeface="Barlow Semi Condensed" panose="00000506000000000000" pitchFamily="2" charset="0"/>
                        </a:rPr>
                        <a:t>liệu</a:t>
                      </a:r>
                      <a:r>
                        <a:rPr lang="en-US" sz="1300">
                          <a:latin typeface="Barlow Semi Condensed" panose="00000506000000000000" pitchFamily="2" charset="0"/>
                        </a:rPr>
                        <a:t> </a:t>
                      </a:r>
                      <a:r>
                        <a:rPr lang="en-US" sz="1300" err="1">
                          <a:latin typeface="Barlow Semi Condensed" panose="00000506000000000000" pitchFamily="2" charset="0"/>
                        </a:rPr>
                        <a:t>dạng</a:t>
                      </a:r>
                      <a:r>
                        <a:rPr lang="en-US" sz="1300">
                          <a:latin typeface="Barlow Semi Condensed" panose="00000506000000000000" pitchFamily="2" charset="0"/>
                        </a:rPr>
                        <a:t> </a:t>
                      </a:r>
                      <a:r>
                        <a:rPr lang="en-US" sz="1300" err="1">
                          <a:latin typeface="Barlow Semi Condensed" panose="00000506000000000000" pitchFamily="2" charset="0"/>
                        </a:rPr>
                        <a:t>bảng</a:t>
                      </a:r>
                      <a:r>
                        <a:rPr lang="en-US" sz="1300">
                          <a:latin typeface="Barlow Semi Condensed" panose="00000506000000000000" pitchFamily="2" charset="0"/>
                        </a:rPr>
                        <a:t> 1D</a:t>
                      </a:r>
                    </a:p>
                  </a:txBody>
                  <a:tcPr/>
                </a:tc>
                <a:tc>
                  <a:txBody>
                    <a:bodyPr/>
                    <a:lstStyle/>
                    <a:p>
                      <a:pPr marL="285750" indent="-285750">
                        <a:buFont typeface="Arial" panose="020B0604020202020204" pitchFamily="34" charset="0"/>
                        <a:buChar char="•"/>
                      </a:pPr>
                      <a:r>
                        <a:rPr lang="en-US" sz="1300" err="1">
                          <a:latin typeface="Barlow Semi Condensed" panose="00000506000000000000" pitchFamily="2" charset="0"/>
                        </a:rPr>
                        <a:t>Phải</a:t>
                      </a:r>
                      <a:r>
                        <a:rPr lang="en-US" sz="1300">
                          <a:latin typeface="Barlow Semi Condensed" panose="00000506000000000000" pitchFamily="2" charset="0"/>
                        </a:rPr>
                        <a:t> flatten </a:t>
                      </a:r>
                      <a:r>
                        <a:rPr lang="en-US" sz="1300" err="1">
                          <a:latin typeface="Barlow Semi Condensed" panose="00000506000000000000" pitchFamily="2" charset="0"/>
                        </a:rPr>
                        <a:t>thành</a:t>
                      </a:r>
                      <a:r>
                        <a:rPr lang="en-US" sz="1300">
                          <a:latin typeface="Barlow Semi Condensed" panose="00000506000000000000" pitchFamily="2" charset="0"/>
                        </a:rPr>
                        <a:t> 1D </a:t>
                      </a:r>
                      <a:r>
                        <a:rPr lang="en-US" sz="1300" err="1">
                          <a:latin typeface="Barlow Semi Condensed" panose="00000506000000000000" pitchFamily="2" charset="0"/>
                        </a:rPr>
                        <a:t>làm</a:t>
                      </a:r>
                      <a:r>
                        <a:rPr lang="en-US" sz="1300">
                          <a:latin typeface="Barlow Semi Condensed" panose="00000506000000000000" pitchFamily="2" charset="0"/>
                        </a:rPr>
                        <a:t> </a:t>
                      </a:r>
                      <a:r>
                        <a:rPr lang="en-US" sz="1300" err="1">
                          <a:latin typeface="Barlow Semi Condensed" panose="00000506000000000000" pitchFamily="2" charset="0"/>
                        </a:rPr>
                        <a:t>mất</a:t>
                      </a:r>
                      <a:r>
                        <a:rPr lang="en-US" sz="1300">
                          <a:latin typeface="Barlow Semi Condensed" panose="00000506000000000000" pitchFamily="2" charset="0"/>
                        </a:rPr>
                        <a:t> </a:t>
                      </a:r>
                      <a:r>
                        <a:rPr lang="en-US" sz="1300" err="1">
                          <a:latin typeface="Barlow Semi Condensed" panose="00000506000000000000" pitchFamily="2" charset="0"/>
                        </a:rPr>
                        <a:t>cấu</a:t>
                      </a:r>
                      <a:r>
                        <a:rPr lang="en-US" sz="1300">
                          <a:latin typeface="Barlow Semi Condensed" panose="00000506000000000000" pitchFamily="2" charset="0"/>
                        </a:rPr>
                        <a:t> </a:t>
                      </a:r>
                      <a:r>
                        <a:rPr lang="en-US" sz="1300" err="1">
                          <a:latin typeface="Barlow Semi Condensed" panose="00000506000000000000" pitchFamily="2" charset="0"/>
                        </a:rPr>
                        <a:t>trúc</a:t>
                      </a:r>
                      <a:r>
                        <a:rPr lang="en-US" sz="1300">
                          <a:latin typeface="Barlow Semi Condensed" panose="00000506000000000000" pitchFamily="2" charset="0"/>
                        </a:rPr>
                        <a:t> </a:t>
                      </a:r>
                      <a:r>
                        <a:rPr lang="en-US" sz="1300" err="1">
                          <a:latin typeface="Barlow Semi Condensed" panose="00000506000000000000" pitchFamily="2" charset="0"/>
                        </a:rPr>
                        <a:t>không</a:t>
                      </a:r>
                      <a:r>
                        <a:rPr lang="en-US" sz="1300">
                          <a:latin typeface="Barlow Semi Condensed" panose="00000506000000000000" pitchFamily="2" charset="0"/>
                        </a:rPr>
                        <a:t> </a:t>
                      </a:r>
                      <a:r>
                        <a:rPr lang="en-US" sz="1300" err="1">
                          <a:latin typeface="Barlow Semi Condensed" panose="00000506000000000000" pitchFamily="2" charset="0"/>
                        </a:rPr>
                        <a:t>gian</a:t>
                      </a:r>
                      <a:r>
                        <a:rPr lang="en-US" sz="1300">
                          <a:latin typeface="Barlow Semi Condensed" panose="00000506000000000000" pitchFamily="2" charset="0"/>
                        </a:rPr>
                        <a:t> 2D</a:t>
                      </a:r>
                    </a:p>
                    <a:p>
                      <a:pPr marL="285750" indent="-285750">
                        <a:buFont typeface="Arial" panose="020B0604020202020204" pitchFamily="34" charset="0"/>
                        <a:buChar char="•"/>
                      </a:pPr>
                      <a:r>
                        <a:rPr lang="en-US" sz="1300" err="1">
                          <a:latin typeface="Barlow Semi Condensed" panose="00000506000000000000" pitchFamily="2" charset="0"/>
                        </a:rPr>
                        <a:t>Quá</a:t>
                      </a:r>
                      <a:r>
                        <a:rPr lang="en-US" sz="1300">
                          <a:latin typeface="Barlow Semi Condensed" panose="00000506000000000000" pitchFamily="2" charset="0"/>
                        </a:rPr>
                        <a:t> </a:t>
                      </a:r>
                      <a:r>
                        <a:rPr lang="en-US" sz="1300" err="1">
                          <a:latin typeface="Barlow Semi Condensed" panose="00000506000000000000" pitchFamily="2" charset="0"/>
                        </a:rPr>
                        <a:t>nhiều</a:t>
                      </a:r>
                      <a:r>
                        <a:rPr lang="en-US" sz="1300">
                          <a:latin typeface="Barlow Semi Condensed" panose="00000506000000000000" pitchFamily="2" charset="0"/>
                        </a:rPr>
                        <a:t> </a:t>
                      </a:r>
                      <a:r>
                        <a:rPr lang="en-US" sz="1300" err="1">
                          <a:latin typeface="Barlow Semi Condensed" panose="00000506000000000000" pitchFamily="2" charset="0"/>
                        </a:rPr>
                        <a:t>tham</a:t>
                      </a:r>
                      <a:r>
                        <a:rPr lang="en-US" sz="1300">
                          <a:latin typeface="Barlow Semi Condensed" panose="00000506000000000000" pitchFamily="2" charset="0"/>
                        </a:rPr>
                        <a:t> </a:t>
                      </a:r>
                      <a:r>
                        <a:rPr lang="en-US" sz="1300" err="1">
                          <a:latin typeface="Barlow Semi Condensed" panose="00000506000000000000" pitchFamily="2" charset="0"/>
                        </a:rPr>
                        <a:t>số</a:t>
                      </a:r>
                      <a:r>
                        <a:rPr lang="en-US" sz="1300">
                          <a:latin typeface="Barlow Semi Condensed" panose="00000506000000000000" pitchFamily="2" charset="0"/>
                        </a:rPr>
                        <a:t> </a:t>
                      </a:r>
                      <a:r>
                        <a:rPr lang="en-US" sz="1300" err="1">
                          <a:latin typeface="Barlow Semi Condensed" panose="00000506000000000000" pitchFamily="2" charset="0"/>
                        </a:rPr>
                        <a:t>nếu</a:t>
                      </a:r>
                      <a:r>
                        <a:rPr lang="en-US" sz="1300">
                          <a:latin typeface="Barlow Semi Condensed" panose="00000506000000000000" pitchFamily="2" charset="0"/>
                        </a:rPr>
                        <a:t> </a:t>
                      </a:r>
                      <a:r>
                        <a:rPr lang="en-US" sz="1300" err="1">
                          <a:latin typeface="Barlow Semi Condensed" panose="00000506000000000000" pitchFamily="2" charset="0"/>
                        </a:rPr>
                        <a:t>ảnh</a:t>
                      </a:r>
                      <a:r>
                        <a:rPr lang="en-US" sz="1300">
                          <a:latin typeface="Barlow Semi Condensed" panose="00000506000000000000" pitchFamily="2" charset="0"/>
                        </a:rPr>
                        <a:t> </a:t>
                      </a:r>
                      <a:r>
                        <a:rPr lang="en-US" sz="1300" err="1">
                          <a:latin typeface="Barlow Semi Condensed" panose="00000506000000000000" pitchFamily="2" charset="0"/>
                        </a:rPr>
                        <a:t>lớn</a:t>
                      </a:r>
                      <a:endParaRPr lang="en-US" sz="1300">
                        <a:latin typeface="Barlow Semi Condensed" panose="00000506000000000000" pitchFamily="2" charset="0"/>
                      </a:endParaRPr>
                    </a:p>
                  </a:txBody>
                  <a:tcPr/>
                </a:tc>
                <a:extLst>
                  <a:ext uri="{0D108BD9-81ED-4DB2-BD59-A6C34878D82A}">
                    <a16:rowId xmlns:a16="http://schemas.microsoft.com/office/drawing/2014/main" val="2875759350"/>
                  </a:ext>
                </a:extLst>
              </a:tr>
              <a:tr h="764048">
                <a:tc>
                  <a:txBody>
                    <a:bodyPr/>
                    <a:lstStyle/>
                    <a:p>
                      <a:r>
                        <a:rPr lang="en-US" sz="1300" b="1">
                          <a:latin typeface="Barlow Semi Condensed" panose="00000506000000000000" pitchFamily="2" charset="0"/>
                        </a:rPr>
                        <a:t>CNN</a:t>
                      </a:r>
                    </a:p>
                  </a:txBody>
                  <a:tcPr/>
                </a:tc>
                <a:tc>
                  <a:txBody>
                    <a:bodyPr/>
                    <a:lstStyle/>
                    <a:p>
                      <a:pPr marL="285750" indent="-285750">
                        <a:buFont typeface="Arial" panose="020B0604020202020204" pitchFamily="34" charset="0"/>
                        <a:buChar char="•"/>
                      </a:pPr>
                      <a:r>
                        <a:rPr lang="en-US" sz="1300" err="1">
                          <a:latin typeface="Barlow Semi Condensed" panose="00000506000000000000" pitchFamily="2" charset="0"/>
                        </a:rPr>
                        <a:t>Giữ</a:t>
                      </a:r>
                      <a:r>
                        <a:rPr lang="en-US" sz="1300">
                          <a:latin typeface="Barlow Semi Condensed" panose="00000506000000000000" pitchFamily="2" charset="0"/>
                        </a:rPr>
                        <a:t> </a:t>
                      </a:r>
                      <a:r>
                        <a:rPr lang="en-US" sz="1300" err="1">
                          <a:latin typeface="Barlow Semi Condensed" panose="00000506000000000000" pitchFamily="2" charset="0"/>
                        </a:rPr>
                        <a:t>được</a:t>
                      </a:r>
                      <a:r>
                        <a:rPr lang="en-US" sz="1300">
                          <a:latin typeface="Barlow Semi Condensed" panose="00000506000000000000" pitchFamily="2" charset="0"/>
                        </a:rPr>
                        <a:t> </a:t>
                      </a:r>
                      <a:r>
                        <a:rPr lang="en-US" sz="1300" err="1">
                          <a:latin typeface="Barlow Semi Condensed" panose="00000506000000000000" pitchFamily="2" charset="0"/>
                        </a:rPr>
                        <a:t>cấu</a:t>
                      </a:r>
                      <a:r>
                        <a:rPr lang="en-US" sz="1300">
                          <a:latin typeface="Barlow Semi Condensed" panose="00000506000000000000" pitchFamily="2" charset="0"/>
                        </a:rPr>
                        <a:t> </a:t>
                      </a:r>
                      <a:r>
                        <a:rPr lang="en-US" sz="1300" err="1">
                          <a:latin typeface="Barlow Semi Condensed" panose="00000506000000000000" pitchFamily="2" charset="0"/>
                        </a:rPr>
                        <a:t>trúc</a:t>
                      </a:r>
                      <a:r>
                        <a:rPr lang="en-US" sz="1300">
                          <a:latin typeface="Barlow Semi Condensed" panose="00000506000000000000" pitchFamily="2" charset="0"/>
                        </a:rPr>
                        <a:t> 2D </a:t>
                      </a:r>
                      <a:r>
                        <a:rPr lang="en-US" sz="1300" err="1">
                          <a:latin typeface="Barlow Semi Condensed" panose="00000506000000000000" pitchFamily="2" charset="0"/>
                        </a:rPr>
                        <a:t>của</a:t>
                      </a:r>
                      <a:r>
                        <a:rPr lang="en-US" sz="1300">
                          <a:latin typeface="Barlow Semi Condensed" panose="00000506000000000000" pitchFamily="2" charset="0"/>
                        </a:rPr>
                        <a:t> </a:t>
                      </a:r>
                      <a:r>
                        <a:rPr lang="en-US" sz="1300" err="1">
                          <a:latin typeface="Barlow Semi Condensed" panose="00000506000000000000" pitchFamily="2" charset="0"/>
                        </a:rPr>
                        <a:t>ảnh</a:t>
                      </a:r>
                      <a:endParaRPr lang="en-US" sz="1300">
                        <a:latin typeface="Barlow Semi Condensed" panose="00000506000000000000" pitchFamily="2" charset="0"/>
                      </a:endParaRPr>
                    </a:p>
                    <a:p>
                      <a:pPr marL="285750" indent="-285750">
                        <a:buFont typeface="Arial" panose="020B0604020202020204" pitchFamily="34" charset="0"/>
                        <a:buChar char="•"/>
                      </a:pPr>
                      <a:r>
                        <a:rPr lang="en-US" sz="1300" err="1">
                          <a:latin typeface="Barlow Semi Condensed" panose="00000506000000000000" pitchFamily="2" charset="0"/>
                        </a:rPr>
                        <a:t>Có</a:t>
                      </a:r>
                      <a:r>
                        <a:rPr lang="en-US" sz="1300">
                          <a:latin typeface="Barlow Semi Condensed" panose="00000506000000000000" pitchFamily="2" charset="0"/>
                        </a:rPr>
                        <a:t> </a:t>
                      </a:r>
                      <a:r>
                        <a:rPr lang="en-US" sz="1300" err="1">
                          <a:latin typeface="Barlow Semi Condensed" panose="00000506000000000000" pitchFamily="2" charset="0"/>
                        </a:rPr>
                        <a:t>thể</a:t>
                      </a:r>
                      <a:r>
                        <a:rPr lang="en-US" sz="1300">
                          <a:latin typeface="Barlow Semi Condensed" panose="00000506000000000000" pitchFamily="2" charset="0"/>
                        </a:rPr>
                        <a:t> </a:t>
                      </a:r>
                      <a:r>
                        <a:rPr lang="en-US" sz="1300" err="1">
                          <a:latin typeface="Barlow Semi Condensed" panose="00000506000000000000" pitchFamily="2" charset="0"/>
                        </a:rPr>
                        <a:t>trích</a:t>
                      </a:r>
                      <a:r>
                        <a:rPr lang="en-US" sz="1300">
                          <a:latin typeface="Barlow Semi Condensed" panose="00000506000000000000" pitchFamily="2" charset="0"/>
                        </a:rPr>
                        <a:t> </a:t>
                      </a:r>
                      <a:r>
                        <a:rPr lang="en-US" sz="1300" err="1">
                          <a:latin typeface="Barlow Semi Condensed" panose="00000506000000000000" pitchFamily="2" charset="0"/>
                        </a:rPr>
                        <a:t>xuất</a:t>
                      </a:r>
                      <a:r>
                        <a:rPr lang="en-US" sz="1300">
                          <a:latin typeface="Barlow Semi Condensed" panose="00000506000000000000" pitchFamily="2" charset="0"/>
                        </a:rPr>
                        <a:t> feature </a:t>
                      </a:r>
                      <a:r>
                        <a:rPr lang="en-US" sz="1300" err="1">
                          <a:latin typeface="Barlow Semi Condensed" panose="00000506000000000000" pitchFamily="2" charset="0"/>
                        </a:rPr>
                        <a:t>nhờ</a:t>
                      </a:r>
                      <a:r>
                        <a:rPr lang="en-US" sz="1300">
                          <a:latin typeface="Barlow Semi Condensed" panose="00000506000000000000" pitchFamily="2" charset="0"/>
                        </a:rPr>
                        <a:t> </a:t>
                      </a:r>
                      <a:r>
                        <a:rPr lang="en-US" sz="1300" err="1">
                          <a:latin typeface="Barlow Semi Condensed" panose="00000506000000000000" pitchFamily="2" charset="0"/>
                        </a:rPr>
                        <a:t>tích</a:t>
                      </a:r>
                      <a:r>
                        <a:rPr lang="en-US" sz="1300">
                          <a:latin typeface="Barlow Semi Condensed" panose="00000506000000000000" pitchFamily="2" charset="0"/>
                        </a:rPr>
                        <a:t> </a:t>
                      </a:r>
                      <a:r>
                        <a:rPr lang="en-US" sz="1300" err="1">
                          <a:latin typeface="Barlow Semi Condensed" panose="00000506000000000000" pitchFamily="2" charset="0"/>
                        </a:rPr>
                        <a:t>chập</a:t>
                      </a:r>
                      <a:endParaRPr lang="en-US" sz="1300">
                        <a:latin typeface="Barlow Semi Condensed" panose="00000506000000000000" pitchFamily="2" charset="0"/>
                      </a:endParaRPr>
                    </a:p>
                  </a:txBody>
                  <a:tcPr/>
                </a:tc>
                <a:tc>
                  <a:txBody>
                    <a:bodyPr/>
                    <a:lstStyle/>
                    <a:p>
                      <a:pPr marL="285750" indent="-285750">
                        <a:buFont typeface="Arial" panose="020B0604020202020204" pitchFamily="34" charset="0"/>
                        <a:buChar char="•"/>
                      </a:pPr>
                      <a:r>
                        <a:rPr lang="en-US" sz="1300" err="1">
                          <a:latin typeface="Barlow Semi Condensed" panose="00000506000000000000" pitchFamily="2" charset="0"/>
                        </a:rPr>
                        <a:t>Chỉ</a:t>
                      </a:r>
                      <a:r>
                        <a:rPr lang="en-US" sz="1300">
                          <a:latin typeface="Barlow Semi Condensed" panose="00000506000000000000" pitchFamily="2" charset="0"/>
                        </a:rPr>
                        <a:t> </a:t>
                      </a:r>
                      <a:r>
                        <a:rPr lang="en-US" sz="1300" err="1">
                          <a:latin typeface="Barlow Semi Condensed" panose="00000506000000000000" pitchFamily="2" charset="0"/>
                        </a:rPr>
                        <a:t>phân</a:t>
                      </a:r>
                      <a:r>
                        <a:rPr lang="en-US" sz="1300">
                          <a:latin typeface="Barlow Semi Condensed" panose="00000506000000000000" pitchFamily="2" charset="0"/>
                        </a:rPr>
                        <a:t> </a:t>
                      </a:r>
                      <a:r>
                        <a:rPr lang="en-US" sz="1300" err="1">
                          <a:latin typeface="Barlow Semi Condensed" panose="00000506000000000000" pitchFamily="2" charset="0"/>
                        </a:rPr>
                        <a:t>loại</a:t>
                      </a:r>
                      <a:r>
                        <a:rPr lang="en-US" sz="1300">
                          <a:latin typeface="Barlow Semi Condensed" panose="00000506000000000000" pitchFamily="2" charset="0"/>
                        </a:rPr>
                        <a:t> </a:t>
                      </a:r>
                      <a:r>
                        <a:rPr lang="en-US" sz="1300" err="1">
                          <a:latin typeface="Barlow Semi Condensed" panose="00000506000000000000" pitchFamily="2" charset="0"/>
                        </a:rPr>
                        <a:t>được</a:t>
                      </a:r>
                      <a:r>
                        <a:rPr lang="en-US" sz="1300">
                          <a:latin typeface="Barlow Semi Condensed" panose="00000506000000000000" pitchFamily="2" charset="0"/>
                        </a:rPr>
                        <a:t>  </a:t>
                      </a:r>
                      <a:r>
                        <a:rPr lang="en-US" sz="1300" err="1">
                          <a:latin typeface="Barlow Semi Condensed" panose="00000506000000000000" pitchFamily="2" charset="0"/>
                        </a:rPr>
                        <a:t>nhãn</a:t>
                      </a:r>
                      <a:r>
                        <a:rPr lang="en-US" sz="1300">
                          <a:latin typeface="Barlow Semi Condensed" panose="00000506000000000000" pitchFamily="2" charset="0"/>
                        </a:rPr>
                        <a:t> </a:t>
                      </a:r>
                      <a:r>
                        <a:rPr lang="en-US" sz="1300" err="1">
                          <a:latin typeface="Barlow Semi Condensed" panose="00000506000000000000" pitchFamily="2" charset="0"/>
                        </a:rPr>
                        <a:t>của</a:t>
                      </a:r>
                      <a:r>
                        <a:rPr lang="en-US" sz="1300">
                          <a:latin typeface="Barlow Semi Condensed" panose="00000506000000000000" pitchFamily="2" charset="0"/>
                        </a:rPr>
                        <a:t> </a:t>
                      </a:r>
                      <a:r>
                        <a:rPr lang="en-US" sz="1300" err="1">
                          <a:latin typeface="Barlow Semi Condensed" panose="00000506000000000000" pitchFamily="2" charset="0"/>
                        </a:rPr>
                        <a:t>cả</a:t>
                      </a:r>
                      <a:r>
                        <a:rPr lang="en-US" sz="1300">
                          <a:latin typeface="Barlow Semi Condensed" panose="00000506000000000000" pitchFamily="2" charset="0"/>
                        </a:rPr>
                        <a:t> </a:t>
                      </a:r>
                      <a:r>
                        <a:rPr lang="en-US" sz="1300" err="1">
                          <a:latin typeface="Barlow Semi Condensed" panose="00000506000000000000" pitchFamily="2" charset="0"/>
                        </a:rPr>
                        <a:t>bức</a:t>
                      </a:r>
                      <a:r>
                        <a:rPr lang="en-US" sz="1300">
                          <a:latin typeface="Barlow Semi Condensed" panose="00000506000000000000" pitchFamily="2" charset="0"/>
                        </a:rPr>
                        <a:t> </a:t>
                      </a:r>
                      <a:r>
                        <a:rPr lang="en-US" sz="1300" err="1">
                          <a:latin typeface="Barlow Semi Condensed" panose="00000506000000000000" pitchFamily="2" charset="0"/>
                        </a:rPr>
                        <a:t>ảnh</a:t>
                      </a:r>
                      <a:endParaRPr lang="en-US" sz="1300">
                        <a:latin typeface="Barlow Semi Condensed" panose="00000506000000000000" pitchFamily="2" charset="0"/>
                      </a:endParaRPr>
                    </a:p>
                    <a:p>
                      <a:pPr marL="285750" indent="-285750">
                        <a:buFont typeface="Arial" panose="020B0604020202020204" pitchFamily="34" charset="0"/>
                        <a:buChar char="•"/>
                      </a:pPr>
                      <a:r>
                        <a:rPr lang="en-US" sz="1300">
                          <a:latin typeface="Barlow Semi Condensed" panose="00000506000000000000" pitchFamily="2" charset="0"/>
                        </a:rPr>
                        <a:t>Các </a:t>
                      </a:r>
                      <a:r>
                        <a:rPr lang="en-US" sz="1300" err="1">
                          <a:latin typeface="Barlow Semi Condensed" panose="00000506000000000000" pitchFamily="2" charset="0"/>
                        </a:rPr>
                        <a:t>lớp</a:t>
                      </a:r>
                      <a:r>
                        <a:rPr lang="en-US" sz="1300">
                          <a:latin typeface="Barlow Semi Condensed" panose="00000506000000000000" pitchFamily="2" charset="0"/>
                        </a:rPr>
                        <a:t> pooling </a:t>
                      </a:r>
                      <a:r>
                        <a:rPr lang="en-US" sz="1300" err="1">
                          <a:latin typeface="Barlow Semi Condensed" panose="00000506000000000000" pitchFamily="2" charset="0"/>
                        </a:rPr>
                        <a:t>làm</a:t>
                      </a:r>
                      <a:r>
                        <a:rPr lang="en-US" sz="1300">
                          <a:latin typeface="Barlow Semi Condensed" panose="00000506000000000000" pitchFamily="2" charset="0"/>
                        </a:rPr>
                        <a:t> </a:t>
                      </a:r>
                      <a:r>
                        <a:rPr lang="en-US" sz="1300" err="1">
                          <a:latin typeface="Barlow Semi Condensed" panose="00000506000000000000" pitchFamily="2" charset="0"/>
                        </a:rPr>
                        <a:t>mất</a:t>
                      </a:r>
                      <a:r>
                        <a:rPr lang="en-US" sz="1300">
                          <a:latin typeface="Barlow Semi Condensed" panose="00000506000000000000" pitchFamily="2" charset="0"/>
                        </a:rPr>
                        <a:t> </a:t>
                      </a:r>
                      <a:r>
                        <a:rPr lang="en-US" sz="1300" err="1">
                          <a:latin typeface="Barlow Semi Condensed" panose="00000506000000000000" pitchFamily="2" charset="0"/>
                        </a:rPr>
                        <a:t>vị</a:t>
                      </a:r>
                      <a:r>
                        <a:rPr lang="en-US" sz="1300">
                          <a:latin typeface="Barlow Semi Condensed" panose="00000506000000000000" pitchFamily="2" charset="0"/>
                        </a:rPr>
                        <a:t> </a:t>
                      </a:r>
                      <a:r>
                        <a:rPr lang="en-US" sz="1300" err="1">
                          <a:latin typeface="Barlow Semi Condensed" panose="00000506000000000000" pitchFamily="2" charset="0"/>
                        </a:rPr>
                        <a:t>trí</a:t>
                      </a:r>
                      <a:r>
                        <a:rPr lang="en-US" sz="1300">
                          <a:latin typeface="Barlow Semi Condensed" panose="00000506000000000000" pitchFamily="2" charset="0"/>
                        </a:rPr>
                        <a:t> chi </a:t>
                      </a:r>
                      <a:r>
                        <a:rPr lang="en-US" sz="1300" err="1">
                          <a:latin typeface="Barlow Semi Condensed" panose="00000506000000000000" pitchFamily="2" charset="0"/>
                        </a:rPr>
                        <a:t>tiết</a:t>
                      </a:r>
                      <a:r>
                        <a:rPr lang="en-US" sz="1300">
                          <a:latin typeface="Barlow Semi Condensed" panose="00000506000000000000" pitchFamily="2" charset="0"/>
                        </a:rPr>
                        <a:t> </a:t>
                      </a:r>
                      <a:r>
                        <a:rPr lang="en-US" sz="1300" err="1">
                          <a:latin typeface="Barlow Semi Condensed" panose="00000506000000000000" pitchFamily="2" charset="0"/>
                        </a:rPr>
                        <a:t>của</a:t>
                      </a:r>
                      <a:r>
                        <a:rPr lang="en-US" sz="1300">
                          <a:latin typeface="Barlow Semi Condensed" panose="00000506000000000000" pitchFamily="2" charset="0"/>
                        </a:rPr>
                        <a:t> </a:t>
                      </a:r>
                      <a:r>
                        <a:rPr lang="en-US" sz="1300" err="1">
                          <a:latin typeface="Barlow Semi Condensed" panose="00000506000000000000" pitchFamily="2" charset="0"/>
                        </a:rPr>
                        <a:t>đối</a:t>
                      </a:r>
                      <a:r>
                        <a:rPr lang="en-US" sz="1300">
                          <a:latin typeface="Barlow Semi Condensed" panose="00000506000000000000" pitchFamily="2" charset="0"/>
                        </a:rPr>
                        <a:t> </a:t>
                      </a:r>
                      <a:r>
                        <a:rPr lang="en-US" sz="1300" err="1">
                          <a:latin typeface="Barlow Semi Condensed" panose="00000506000000000000" pitchFamily="2" charset="0"/>
                        </a:rPr>
                        <a:t>tượng</a:t>
                      </a:r>
                      <a:endParaRPr lang="en-US" sz="1300">
                        <a:latin typeface="Barlow Semi Condensed" panose="00000506000000000000" pitchFamily="2" charset="0"/>
                      </a:endParaRPr>
                    </a:p>
                  </a:txBody>
                  <a:tcPr/>
                </a:tc>
                <a:extLst>
                  <a:ext uri="{0D108BD9-81ED-4DB2-BD59-A6C34878D82A}">
                    <a16:rowId xmlns:a16="http://schemas.microsoft.com/office/drawing/2014/main" val="1127080800"/>
                  </a:ext>
                </a:extLst>
              </a:tr>
              <a:tr h="860889">
                <a:tc>
                  <a:txBody>
                    <a:bodyPr/>
                    <a:lstStyle/>
                    <a:p>
                      <a:r>
                        <a:rPr lang="en-US" sz="1300" b="1">
                          <a:latin typeface="Barlow Semi Condensed" panose="00000506000000000000" pitchFamily="2" charset="0"/>
                        </a:rPr>
                        <a:t>U-Net (Segmentation)</a:t>
                      </a:r>
                    </a:p>
                  </a:txBody>
                  <a:tcPr/>
                </a:tc>
                <a:tc>
                  <a:txBody>
                    <a:bodyPr/>
                    <a:lstStyle/>
                    <a:p>
                      <a:pPr marL="285750" indent="-285750">
                        <a:buFont typeface="Arial" panose="020B0604020202020204" pitchFamily="34" charset="0"/>
                        <a:buChar char="•"/>
                      </a:pPr>
                      <a:r>
                        <a:rPr lang="en-US" sz="1300" err="1">
                          <a:latin typeface="Barlow Semi Condensed" panose="00000506000000000000" pitchFamily="2" charset="0"/>
                        </a:rPr>
                        <a:t>Khôi</a:t>
                      </a:r>
                      <a:r>
                        <a:rPr lang="en-US" sz="1300">
                          <a:latin typeface="Barlow Semi Condensed" panose="00000506000000000000" pitchFamily="2" charset="0"/>
                        </a:rPr>
                        <a:t> </a:t>
                      </a:r>
                      <a:r>
                        <a:rPr lang="en-US" sz="1300" err="1">
                          <a:latin typeface="Barlow Semi Condensed" panose="00000506000000000000" pitchFamily="2" charset="0"/>
                        </a:rPr>
                        <a:t>phục</a:t>
                      </a:r>
                      <a:r>
                        <a:rPr lang="en-US" sz="1300">
                          <a:latin typeface="Barlow Semi Condensed" panose="00000506000000000000" pitchFamily="2" charset="0"/>
                        </a:rPr>
                        <a:t> </a:t>
                      </a:r>
                      <a:r>
                        <a:rPr lang="en-US" sz="1300" err="1">
                          <a:latin typeface="Barlow Semi Condensed" panose="00000506000000000000" pitchFamily="2" charset="0"/>
                        </a:rPr>
                        <a:t>độ</a:t>
                      </a:r>
                      <a:r>
                        <a:rPr lang="en-US" sz="1300">
                          <a:latin typeface="Barlow Semi Condensed" panose="00000506000000000000" pitchFamily="2" charset="0"/>
                        </a:rPr>
                        <a:t> </a:t>
                      </a:r>
                      <a:r>
                        <a:rPr lang="en-US" sz="1300" err="1">
                          <a:latin typeface="Barlow Semi Condensed" panose="00000506000000000000" pitchFamily="2" charset="0"/>
                        </a:rPr>
                        <a:t>phân</a:t>
                      </a:r>
                      <a:r>
                        <a:rPr lang="en-US" sz="1300">
                          <a:latin typeface="Barlow Semi Condensed" panose="00000506000000000000" pitchFamily="2" charset="0"/>
                        </a:rPr>
                        <a:t> </a:t>
                      </a:r>
                      <a:r>
                        <a:rPr lang="en-US" sz="1300" err="1">
                          <a:latin typeface="Barlow Semi Condensed" panose="00000506000000000000" pitchFamily="2" charset="0"/>
                        </a:rPr>
                        <a:t>giải</a:t>
                      </a:r>
                      <a:r>
                        <a:rPr lang="en-US" sz="1300">
                          <a:latin typeface="Barlow Semi Condensed" panose="00000506000000000000" pitchFamily="2" charset="0"/>
                        </a:rPr>
                        <a:t>, </a:t>
                      </a:r>
                      <a:r>
                        <a:rPr lang="en-US" sz="1300" err="1">
                          <a:latin typeface="Barlow Semi Condensed" panose="00000506000000000000" pitchFamily="2" charset="0"/>
                        </a:rPr>
                        <a:t>phân</a:t>
                      </a:r>
                      <a:r>
                        <a:rPr lang="en-US" sz="1300">
                          <a:latin typeface="Barlow Semi Condensed" panose="00000506000000000000" pitchFamily="2" charset="0"/>
                        </a:rPr>
                        <a:t> </a:t>
                      </a:r>
                      <a:r>
                        <a:rPr lang="en-US" sz="1300" err="1">
                          <a:latin typeface="Barlow Semi Condensed" panose="00000506000000000000" pitchFamily="2" charset="0"/>
                        </a:rPr>
                        <a:t>loại</a:t>
                      </a:r>
                      <a:r>
                        <a:rPr lang="en-US" sz="1300">
                          <a:latin typeface="Barlow Semi Condensed" panose="00000506000000000000" pitchFamily="2" charset="0"/>
                        </a:rPr>
                        <a:t> </a:t>
                      </a:r>
                      <a:r>
                        <a:rPr lang="en-US" sz="1300" err="1">
                          <a:latin typeface="Barlow Semi Condensed" panose="00000506000000000000" pitchFamily="2" charset="0"/>
                        </a:rPr>
                        <a:t>chính</a:t>
                      </a:r>
                      <a:r>
                        <a:rPr lang="en-US" sz="1300">
                          <a:latin typeface="Barlow Semi Condensed" panose="00000506000000000000" pitchFamily="2" charset="0"/>
                        </a:rPr>
                        <a:t> </a:t>
                      </a:r>
                      <a:r>
                        <a:rPr lang="en-US" sz="1300" err="1">
                          <a:latin typeface="Barlow Semi Condensed" panose="00000506000000000000" pitchFamily="2" charset="0"/>
                        </a:rPr>
                        <a:t>xác</a:t>
                      </a:r>
                      <a:r>
                        <a:rPr lang="en-US" sz="1300">
                          <a:latin typeface="Barlow Semi Condensed" panose="00000506000000000000" pitchFamily="2" charset="0"/>
                        </a:rPr>
                        <a:t> </a:t>
                      </a:r>
                      <a:r>
                        <a:rPr lang="en-US" sz="1300" err="1">
                          <a:latin typeface="Barlow Semi Condensed" panose="00000506000000000000" pitchFamily="2" charset="0"/>
                        </a:rPr>
                        <a:t>từng</a:t>
                      </a:r>
                      <a:r>
                        <a:rPr lang="en-US" sz="1300">
                          <a:latin typeface="Barlow Semi Condensed" panose="00000506000000000000" pitchFamily="2" charset="0"/>
                        </a:rPr>
                        <a:t> pixel </a:t>
                      </a:r>
                      <a:r>
                        <a:rPr lang="en-US" sz="1300" err="1">
                          <a:latin typeface="Barlow Semi Condensed" panose="00000506000000000000" pitchFamily="2" charset="0"/>
                        </a:rPr>
                        <a:t>trên</a:t>
                      </a:r>
                      <a:r>
                        <a:rPr lang="en-US" sz="1300">
                          <a:latin typeface="Barlow Semi Condensed" panose="00000506000000000000" pitchFamily="2" charset="0"/>
                        </a:rPr>
                        <a:t> </a:t>
                      </a:r>
                      <a:r>
                        <a:rPr lang="en-US" sz="1300" err="1">
                          <a:latin typeface="Barlow Semi Condensed" panose="00000506000000000000" pitchFamily="2" charset="0"/>
                        </a:rPr>
                        <a:t>ảnh</a:t>
                      </a:r>
                      <a:endParaRPr lang="en-US" sz="1300">
                        <a:latin typeface="Barlow Semi Condensed" panose="00000506000000000000" pitchFamily="2" charset="0"/>
                      </a:endParaRPr>
                    </a:p>
                    <a:p>
                      <a:pPr marL="285750" indent="-285750">
                        <a:buFont typeface="Arial" panose="020B0604020202020204" pitchFamily="34" charset="0"/>
                        <a:buChar char="•"/>
                      </a:pPr>
                      <a:r>
                        <a:rPr lang="en-US" sz="1300" err="1">
                          <a:latin typeface="Barlow Semi Condensed" panose="00000506000000000000" pitchFamily="2" charset="0"/>
                        </a:rPr>
                        <a:t>Cấu</a:t>
                      </a:r>
                      <a:r>
                        <a:rPr lang="en-US" sz="1300">
                          <a:latin typeface="Barlow Semi Condensed" panose="00000506000000000000" pitchFamily="2" charset="0"/>
                        </a:rPr>
                        <a:t> </a:t>
                      </a:r>
                      <a:r>
                        <a:rPr lang="en-US" sz="1300" err="1">
                          <a:latin typeface="Barlow Semi Condensed" panose="00000506000000000000" pitchFamily="2" charset="0"/>
                        </a:rPr>
                        <a:t>trúc</a:t>
                      </a:r>
                      <a:r>
                        <a:rPr lang="en-US" sz="1300">
                          <a:latin typeface="Barlow Semi Condensed" panose="00000506000000000000" pitchFamily="2" charset="0"/>
                        </a:rPr>
                        <a:t> Encoder-Decoder </a:t>
                      </a:r>
                      <a:r>
                        <a:rPr lang="en-US" sz="1300" err="1">
                          <a:latin typeface="Barlow Semi Condensed" panose="00000506000000000000" pitchFamily="2" charset="0"/>
                        </a:rPr>
                        <a:t>hiệu</a:t>
                      </a:r>
                      <a:r>
                        <a:rPr lang="en-US" sz="1300">
                          <a:latin typeface="Barlow Semi Condensed" panose="00000506000000000000" pitchFamily="2" charset="0"/>
                        </a:rPr>
                        <a:t> </a:t>
                      </a:r>
                      <a:r>
                        <a:rPr lang="en-US" sz="1300" err="1">
                          <a:latin typeface="Barlow Semi Condensed" panose="00000506000000000000" pitchFamily="2" charset="0"/>
                        </a:rPr>
                        <a:t>quả</a:t>
                      </a:r>
                      <a:endParaRPr lang="en-US" sz="1300">
                        <a:latin typeface="Barlow Semi Condensed" panose="00000506000000000000" pitchFamily="2" charset="0"/>
                      </a:endParaRPr>
                    </a:p>
                  </a:txBody>
                  <a:tcPr/>
                </a:tc>
                <a:tc>
                  <a:txBody>
                    <a:bodyPr/>
                    <a:lstStyle/>
                    <a:p>
                      <a:pPr marL="285750" indent="-285750">
                        <a:buFont typeface="Arial" panose="020B0604020202020204" pitchFamily="34" charset="0"/>
                        <a:buChar char="•"/>
                      </a:pPr>
                      <a:r>
                        <a:rPr lang="en-US" sz="1300" err="1">
                          <a:latin typeface="Barlow Semi Condensed" panose="00000506000000000000" pitchFamily="2" charset="0"/>
                        </a:rPr>
                        <a:t>Cần</a:t>
                      </a:r>
                      <a:r>
                        <a:rPr lang="en-US" sz="1300">
                          <a:latin typeface="Barlow Semi Condensed" panose="00000506000000000000" pitchFamily="2" charset="0"/>
                        </a:rPr>
                        <a:t> </a:t>
                      </a:r>
                      <a:r>
                        <a:rPr lang="en-US" sz="1300" err="1">
                          <a:latin typeface="Barlow Semi Condensed" panose="00000506000000000000" pitchFamily="2" charset="0"/>
                        </a:rPr>
                        <a:t>lượng</a:t>
                      </a:r>
                      <a:r>
                        <a:rPr lang="en-US" sz="1300">
                          <a:latin typeface="Barlow Semi Condensed" panose="00000506000000000000" pitchFamily="2" charset="0"/>
                        </a:rPr>
                        <a:t> </a:t>
                      </a:r>
                      <a:r>
                        <a:rPr lang="en-US" sz="1300" err="1">
                          <a:latin typeface="Barlow Semi Condensed" panose="00000506000000000000" pitchFamily="2" charset="0"/>
                        </a:rPr>
                        <a:t>lớn</a:t>
                      </a:r>
                      <a:r>
                        <a:rPr lang="en-US" sz="1300">
                          <a:latin typeface="Barlow Semi Condensed" panose="00000506000000000000" pitchFamily="2" charset="0"/>
                        </a:rPr>
                        <a:t> </a:t>
                      </a:r>
                      <a:r>
                        <a:rPr lang="en-US" sz="1300" err="1">
                          <a:latin typeface="Barlow Semi Condensed" panose="00000506000000000000" pitchFamily="2" charset="0"/>
                        </a:rPr>
                        <a:t>dữ</a:t>
                      </a:r>
                      <a:r>
                        <a:rPr lang="en-US" sz="1300">
                          <a:latin typeface="Barlow Semi Condensed" panose="00000506000000000000" pitchFamily="2" charset="0"/>
                        </a:rPr>
                        <a:t> </a:t>
                      </a:r>
                      <a:r>
                        <a:rPr lang="en-US" sz="1300" err="1">
                          <a:latin typeface="Barlow Semi Condensed" panose="00000506000000000000" pitchFamily="2" charset="0"/>
                        </a:rPr>
                        <a:t>liệu</a:t>
                      </a:r>
                      <a:r>
                        <a:rPr lang="en-US" sz="1300">
                          <a:latin typeface="Barlow Semi Condensed" panose="00000506000000000000" pitchFamily="2" charset="0"/>
                        </a:rPr>
                        <a:t> </a:t>
                      </a:r>
                      <a:r>
                        <a:rPr lang="en-US" sz="1300" err="1">
                          <a:latin typeface="Barlow Semi Condensed" panose="00000506000000000000" pitchFamily="2" charset="0"/>
                        </a:rPr>
                        <a:t>gán</a:t>
                      </a:r>
                      <a:r>
                        <a:rPr lang="en-US" sz="1300">
                          <a:latin typeface="Barlow Semi Condensed" panose="00000506000000000000" pitchFamily="2" charset="0"/>
                        </a:rPr>
                        <a:t> </a:t>
                      </a:r>
                      <a:r>
                        <a:rPr lang="en-US" sz="1300" err="1">
                          <a:latin typeface="Barlow Semi Condensed" panose="00000506000000000000" pitchFamily="2" charset="0"/>
                        </a:rPr>
                        <a:t>nhãn</a:t>
                      </a:r>
                      <a:r>
                        <a:rPr lang="en-US" sz="1300">
                          <a:latin typeface="Barlow Semi Condensed" panose="00000506000000000000" pitchFamily="2" charset="0"/>
                        </a:rPr>
                        <a:t> pixel</a:t>
                      </a:r>
                    </a:p>
                    <a:p>
                      <a:pPr marL="285750" indent="-285750">
                        <a:buFont typeface="Arial" panose="020B0604020202020204" pitchFamily="34" charset="0"/>
                        <a:buChar char="•"/>
                      </a:pPr>
                      <a:r>
                        <a:rPr lang="en-US" sz="1300" err="1">
                          <a:latin typeface="Barlow Semi Condensed" panose="00000506000000000000" pitchFamily="2" charset="0"/>
                        </a:rPr>
                        <a:t>Không</a:t>
                      </a:r>
                      <a:r>
                        <a:rPr lang="en-US" sz="1300">
                          <a:latin typeface="Barlow Semi Condensed" panose="00000506000000000000" pitchFamily="2" charset="0"/>
                        </a:rPr>
                        <a:t> </a:t>
                      </a:r>
                      <a:r>
                        <a:rPr lang="en-US" sz="1300" err="1">
                          <a:latin typeface="Barlow Semi Condensed" panose="00000506000000000000" pitchFamily="2" charset="0"/>
                        </a:rPr>
                        <a:t>hiệu</a:t>
                      </a:r>
                      <a:r>
                        <a:rPr lang="en-US" sz="1300">
                          <a:latin typeface="Barlow Semi Condensed" panose="00000506000000000000" pitchFamily="2" charset="0"/>
                        </a:rPr>
                        <a:t> </a:t>
                      </a:r>
                      <a:r>
                        <a:rPr lang="en-US" sz="1300" err="1">
                          <a:latin typeface="Barlow Semi Condensed" panose="00000506000000000000" pitchFamily="2" charset="0"/>
                        </a:rPr>
                        <a:t>quả</a:t>
                      </a:r>
                      <a:r>
                        <a:rPr lang="en-US" sz="1300">
                          <a:latin typeface="Barlow Semi Condensed" panose="00000506000000000000" pitchFamily="2" charset="0"/>
                        </a:rPr>
                        <a:t> </a:t>
                      </a:r>
                      <a:r>
                        <a:rPr lang="en-US" sz="1300" err="1">
                          <a:latin typeface="Barlow Semi Condensed" panose="00000506000000000000" pitchFamily="2" charset="0"/>
                        </a:rPr>
                        <a:t>với</a:t>
                      </a:r>
                      <a:r>
                        <a:rPr lang="en-US" sz="1300">
                          <a:latin typeface="Barlow Semi Condensed" panose="00000506000000000000" pitchFamily="2" charset="0"/>
                        </a:rPr>
                        <a:t> </a:t>
                      </a:r>
                      <a:r>
                        <a:rPr lang="en-US" sz="1300" b="1">
                          <a:latin typeface="Barlow Semi Condensed" panose="00000506000000000000" pitchFamily="2" charset="0"/>
                        </a:rPr>
                        <a:t>Domain Shift</a:t>
                      </a:r>
                    </a:p>
                  </a:txBody>
                  <a:tcPr/>
                </a:tc>
                <a:extLst>
                  <a:ext uri="{0D108BD9-81ED-4DB2-BD59-A6C34878D82A}">
                    <a16:rowId xmlns:a16="http://schemas.microsoft.com/office/drawing/2014/main" val="3062953310"/>
                  </a:ext>
                </a:extLst>
              </a:tr>
              <a:tr h="764048">
                <a:tc>
                  <a:txBody>
                    <a:bodyPr/>
                    <a:lstStyle/>
                    <a:p>
                      <a:r>
                        <a:rPr lang="en-US" sz="1300" b="1">
                          <a:latin typeface="Barlow Semi Condensed" panose="00000506000000000000" pitchFamily="2" charset="0"/>
                        </a:rPr>
                        <a:t>UDA</a:t>
                      </a:r>
                    </a:p>
                  </a:txBody>
                  <a:tcPr/>
                </a:tc>
                <a:tc>
                  <a:txBody>
                    <a:bodyPr/>
                    <a:lstStyle/>
                    <a:p>
                      <a:pPr marL="285750" indent="-285750">
                        <a:buFont typeface="Arial" panose="020B0604020202020204" pitchFamily="34" charset="0"/>
                        <a:buChar char="•"/>
                      </a:pPr>
                      <a:r>
                        <a:rPr lang="en-US" sz="1300" err="1">
                          <a:latin typeface="Barlow Semi Condensed" panose="00000506000000000000" pitchFamily="2" charset="0"/>
                        </a:rPr>
                        <a:t>Giúp</a:t>
                      </a:r>
                      <a:r>
                        <a:rPr lang="en-US" sz="1300">
                          <a:latin typeface="Barlow Semi Condensed" panose="00000506000000000000" pitchFamily="2" charset="0"/>
                        </a:rPr>
                        <a:t> </a:t>
                      </a:r>
                      <a:r>
                        <a:rPr lang="en-US" sz="1300" err="1">
                          <a:latin typeface="Barlow Semi Condensed" panose="00000506000000000000" pitchFamily="2" charset="0"/>
                        </a:rPr>
                        <a:t>mô</a:t>
                      </a:r>
                      <a:r>
                        <a:rPr lang="en-US" sz="1300">
                          <a:latin typeface="Barlow Semi Condensed" panose="00000506000000000000" pitchFamily="2" charset="0"/>
                        </a:rPr>
                        <a:t> </a:t>
                      </a:r>
                      <a:r>
                        <a:rPr lang="en-US" sz="1300" err="1">
                          <a:latin typeface="Barlow Semi Condensed" panose="00000506000000000000" pitchFamily="2" charset="0"/>
                        </a:rPr>
                        <a:t>hình</a:t>
                      </a:r>
                      <a:r>
                        <a:rPr lang="en-US" sz="1300">
                          <a:latin typeface="Barlow Semi Condensed" panose="00000506000000000000" pitchFamily="2" charset="0"/>
                        </a:rPr>
                        <a:t> </a:t>
                      </a:r>
                      <a:r>
                        <a:rPr lang="en-US" sz="1300" err="1">
                          <a:latin typeface="Barlow Semi Condensed" panose="00000506000000000000" pitchFamily="2" charset="0"/>
                        </a:rPr>
                        <a:t>thích</a:t>
                      </a:r>
                      <a:r>
                        <a:rPr lang="en-US" sz="1300">
                          <a:latin typeface="Barlow Semi Condensed" panose="00000506000000000000" pitchFamily="2" charset="0"/>
                        </a:rPr>
                        <a:t> </a:t>
                      </a:r>
                      <a:r>
                        <a:rPr lang="en-US" sz="1300" err="1">
                          <a:latin typeface="Barlow Semi Condensed" panose="00000506000000000000" pitchFamily="2" charset="0"/>
                        </a:rPr>
                        <a:t>nghi</a:t>
                      </a:r>
                      <a:r>
                        <a:rPr lang="en-US" sz="1300">
                          <a:latin typeface="Barlow Semi Condensed" panose="00000506000000000000" pitchFamily="2" charset="0"/>
                        </a:rPr>
                        <a:t> </a:t>
                      </a:r>
                      <a:r>
                        <a:rPr lang="en-US" sz="1300" err="1">
                          <a:latin typeface="Barlow Semi Condensed" panose="00000506000000000000" pitchFamily="2" charset="0"/>
                        </a:rPr>
                        <a:t>với</a:t>
                      </a:r>
                      <a:r>
                        <a:rPr lang="en-US" sz="1300">
                          <a:latin typeface="Barlow Semi Condensed" panose="00000506000000000000" pitchFamily="2" charset="0"/>
                        </a:rPr>
                        <a:t> </a:t>
                      </a:r>
                      <a:r>
                        <a:rPr lang="en-US" sz="1300" err="1">
                          <a:latin typeface="Barlow Semi Condensed" panose="00000506000000000000" pitchFamily="2" charset="0"/>
                        </a:rPr>
                        <a:t>miền</a:t>
                      </a:r>
                      <a:r>
                        <a:rPr lang="en-US" sz="1300">
                          <a:latin typeface="Barlow Semi Condensed" panose="00000506000000000000" pitchFamily="2" charset="0"/>
                        </a:rPr>
                        <a:t> </a:t>
                      </a:r>
                      <a:r>
                        <a:rPr lang="en-US" sz="1300" err="1">
                          <a:latin typeface="Barlow Semi Condensed" panose="00000506000000000000" pitchFamily="2" charset="0"/>
                        </a:rPr>
                        <a:t>mới</a:t>
                      </a:r>
                      <a:endParaRPr lang="en-US" sz="1300">
                        <a:latin typeface="Barlow Semi Condensed" panose="00000506000000000000" pitchFamily="2" charset="0"/>
                      </a:endParaRPr>
                    </a:p>
                    <a:p>
                      <a:pPr marL="285750" indent="-285750">
                        <a:buFont typeface="Arial" panose="020B0604020202020204" pitchFamily="34" charset="0"/>
                        <a:buChar char="•"/>
                      </a:pPr>
                      <a:r>
                        <a:rPr lang="en-US" sz="1300" err="1">
                          <a:latin typeface="Barlow Semi Condensed" panose="00000506000000000000" pitchFamily="2" charset="0"/>
                        </a:rPr>
                        <a:t>Không</a:t>
                      </a:r>
                      <a:r>
                        <a:rPr lang="en-US" sz="1300">
                          <a:latin typeface="Barlow Semi Condensed" panose="00000506000000000000" pitchFamily="2" charset="0"/>
                        </a:rPr>
                        <a:t> </a:t>
                      </a:r>
                      <a:r>
                        <a:rPr lang="en-US" sz="1300" err="1">
                          <a:latin typeface="Barlow Semi Condensed" panose="00000506000000000000" pitchFamily="2" charset="0"/>
                        </a:rPr>
                        <a:t>cần</a:t>
                      </a:r>
                      <a:r>
                        <a:rPr lang="en-US" sz="1300">
                          <a:latin typeface="Barlow Semi Condensed" panose="00000506000000000000" pitchFamily="2" charset="0"/>
                        </a:rPr>
                        <a:t> </a:t>
                      </a:r>
                      <a:r>
                        <a:rPr lang="en-US" sz="1300" err="1">
                          <a:latin typeface="Barlow Semi Condensed" panose="00000506000000000000" pitchFamily="2" charset="0"/>
                        </a:rPr>
                        <a:t>gán</a:t>
                      </a:r>
                      <a:r>
                        <a:rPr lang="en-US" sz="1300">
                          <a:latin typeface="Barlow Semi Condensed" panose="00000506000000000000" pitchFamily="2" charset="0"/>
                        </a:rPr>
                        <a:t> </a:t>
                      </a:r>
                      <a:r>
                        <a:rPr lang="en-US" sz="1300" err="1">
                          <a:latin typeface="Barlow Semi Condensed" panose="00000506000000000000" pitchFamily="2" charset="0"/>
                        </a:rPr>
                        <a:t>nhãn</a:t>
                      </a:r>
                      <a:r>
                        <a:rPr lang="en-US" sz="1300">
                          <a:latin typeface="Barlow Semi Condensed" panose="00000506000000000000" pitchFamily="2" charset="0"/>
                        </a:rPr>
                        <a:t> </a:t>
                      </a:r>
                      <a:r>
                        <a:rPr lang="en-US" sz="1300" err="1">
                          <a:latin typeface="Barlow Semi Condensed" panose="00000506000000000000" pitchFamily="2" charset="0"/>
                        </a:rPr>
                        <a:t>cho</a:t>
                      </a:r>
                      <a:r>
                        <a:rPr lang="en-US" sz="1300">
                          <a:latin typeface="Barlow Semi Condensed" panose="00000506000000000000" pitchFamily="2" charset="0"/>
                        </a:rPr>
                        <a:t> </a:t>
                      </a:r>
                      <a:r>
                        <a:rPr lang="en-US" sz="1300" err="1">
                          <a:latin typeface="Barlow Semi Condensed" panose="00000506000000000000" pitchFamily="2" charset="0"/>
                        </a:rPr>
                        <a:t>dữ</a:t>
                      </a:r>
                      <a:r>
                        <a:rPr lang="en-US" sz="1300">
                          <a:latin typeface="Barlow Semi Condensed" panose="00000506000000000000" pitchFamily="2" charset="0"/>
                        </a:rPr>
                        <a:t> </a:t>
                      </a:r>
                      <a:r>
                        <a:rPr lang="en-US" sz="1300" err="1">
                          <a:latin typeface="Barlow Semi Condensed" panose="00000506000000000000" pitchFamily="2" charset="0"/>
                        </a:rPr>
                        <a:t>liệu</a:t>
                      </a:r>
                      <a:r>
                        <a:rPr lang="en-US" sz="1300">
                          <a:latin typeface="Barlow Semi Condensed" panose="00000506000000000000" pitchFamily="2" charset="0"/>
                        </a:rPr>
                        <a:t> </a:t>
                      </a:r>
                      <a:r>
                        <a:rPr lang="en-US" sz="1300" err="1">
                          <a:latin typeface="Barlow Semi Condensed" panose="00000506000000000000" pitchFamily="2" charset="0"/>
                        </a:rPr>
                        <a:t>mới</a:t>
                      </a:r>
                      <a:endParaRPr lang="en-US" sz="1300">
                        <a:latin typeface="Barlow Semi Condensed" panose="00000506000000000000" pitchFamily="2" charset="0"/>
                      </a:endParaRPr>
                    </a:p>
                  </a:txBody>
                  <a:tcPr/>
                </a:tc>
                <a:tc>
                  <a:txBody>
                    <a:bodyPr/>
                    <a:lstStyle/>
                    <a:p>
                      <a:pPr marL="285750" indent="-285750">
                        <a:buFont typeface="Arial" panose="020B0604020202020204" pitchFamily="34" charset="0"/>
                        <a:buChar char="•"/>
                      </a:pPr>
                      <a:r>
                        <a:rPr lang="en-US" sz="1300" err="1">
                          <a:latin typeface="Barlow Semi Condensed" panose="00000506000000000000" pitchFamily="2" charset="0"/>
                        </a:rPr>
                        <a:t>Đòi</a:t>
                      </a:r>
                      <a:r>
                        <a:rPr lang="en-US" sz="1300">
                          <a:latin typeface="Barlow Semi Condensed" panose="00000506000000000000" pitchFamily="2" charset="0"/>
                        </a:rPr>
                        <a:t> </a:t>
                      </a:r>
                      <a:r>
                        <a:rPr lang="en-US" sz="1300" err="1">
                          <a:latin typeface="Barlow Semi Condensed" panose="00000506000000000000" pitchFamily="2" charset="0"/>
                        </a:rPr>
                        <a:t>hỏi</a:t>
                      </a:r>
                      <a:r>
                        <a:rPr lang="en-US" sz="1300">
                          <a:latin typeface="Barlow Semi Condensed" panose="00000506000000000000" pitchFamily="2" charset="0"/>
                        </a:rPr>
                        <a:t> </a:t>
                      </a:r>
                      <a:r>
                        <a:rPr lang="en-US" sz="1300" err="1">
                          <a:latin typeface="Barlow Semi Condensed" panose="00000506000000000000" pitchFamily="2" charset="0"/>
                        </a:rPr>
                        <a:t>truy</a:t>
                      </a:r>
                      <a:r>
                        <a:rPr lang="en-US" sz="1300">
                          <a:latin typeface="Barlow Semi Condensed" panose="00000506000000000000" pitchFamily="2" charset="0"/>
                        </a:rPr>
                        <a:t> </a:t>
                      </a:r>
                      <a:r>
                        <a:rPr lang="en-US" sz="1300" err="1">
                          <a:latin typeface="Barlow Semi Condensed" panose="00000506000000000000" pitchFamily="2" charset="0"/>
                        </a:rPr>
                        <a:t>cập</a:t>
                      </a:r>
                      <a:r>
                        <a:rPr lang="en-US" sz="1300">
                          <a:latin typeface="Barlow Semi Condensed" panose="00000506000000000000" pitchFamily="2" charset="0"/>
                        </a:rPr>
                        <a:t> </a:t>
                      </a:r>
                      <a:r>
                        <a:rPr lang="en-US" sz="1300" err="1">
                          <a:latin typeface="Barlow Semi Condensed" panose="00000506000000000000" pitchFamily="2" charset="0"/>
                        </a:rPr>
                        <a:t>cùng</a:t>
                      </a:r>
                      <a:r>
                        <a:rPr lang="en-US" sz="1300">
                          <a:latin typeface="Barlow Semi Condensed" panose="00000506000000000000" pitchFamily="2" charset="0"/>
                        </a:rPr>
                        <a:t> </a:t>
                      </a:r>
                      <a:r>
                        <a:rPr lang="en-US" sz="1300" err="1">
                          <a:latin typeface="Barlow Semi Condensed" panose="00000506000000000000" pitchFamily="2" charset="0"/>
                        </a:rPr>
                        <a:t>lúc</a:t>
                      </a:r>
                      <a:r>
                        <a:rPr lang="en-US" sz="1300">
                          <a:latin typeface="Barlow Semi Condensed" panose="00000506000000000000" pitchFamily="2" charset="0"/>
                        </a:rPr>
                        <a:t> </a:t>
                      </a:r>
                      <a:r>
                        <a:rPr lang="en-US" sz="1300" err="1">
                          <a:latin typeface="Barlow Semi Condensed" panose="00000506000000000000" pitchFamily="2" charset="0"/>
                        </a:rPr>
                        <a:t>cả</a:t>
                      </a:r>
                      <a:r>
                        <a:rPr lang="en-US" sz="1300">
                          <a:latin typeface="Barlow Semi Condensed" panose="00000506000000000000" pitchFamily="2" charset="0"/>
                        </a:rPr>
                        <a:t> </a:t>
                      </a:r>
                      <a:r>
                        <a:rPr lang="en-US" sz="1300" b="1" err="1">
                          <a:latin typeface="Barlow Semi Condensed" panose="00000506000000000000" pitchFamily="2" charset="0"/>
                        </a:rPr>
                        <a:t>dữ</a:t>
                      </a:r>
                      <a:r>
                        <a:rPr lang="en-US" sz="1300" b="1">
                          <a:latin typeface="Barlow Semi Condensed" panose="00000506000000000000" pitchFamily="2" charset="0"/>
                        </a:rPr>
                        <a:t> </a:t>
                      </a:r>
                      <a:r>
                        <a:rPr lang="en-US" sz="1300" b="1" err="1">
                          <a:latin typeface="Barlow Semi Condensed" panose="00000506000000000000" pitchFamily="2" charset="0"/>
                        </a:rPr>
                        <a:t>liệu</a:t>
                      </a:r>
                      <a:r>
                        <a:rPr lang="en-US" sz="1300" b="1">
                          <a:latin typeface="Barlow Semi Condensed" panose="00000506000000000000" pitchFamily="2" charset="0"/>
                        </a:rPr>
                        <a:t> </a:t>
                      </a:r>
                      <a:r>
                        <a:rPr lang="en-US" sz="1300" b="1" err="1">
                          <a:latin typeface="Barlow Semi Condensed" panose="00000506000000000000" pitchFamily="2" charset="0"/>
                        </a:rPr>
                        <a:t>nguồn</a:t>
                      </a:r>
                      <a:r>
                        <a:rPr lang="en-US" sz="1300" b="1">
                          <a:latin typeface="Barlow Semi Condensed" panose="00000506000000000000" pitchFamily="2" charset="0"/>
                        </a:rPr>
                        <a:t> </a:t>
                      </a:r>
                      <a:r>
                        <a:rPr lang="en-US" sz="1300" b="1" err="1">
                          <a:latin typeface="Barlow Semi Condensed" panose="00000506000000000000" pitchFamily="2" charset="0"/>
                        </a:rPr>
                        <a:t>và</a:t>
                      </a:r>
                      <a:r>
                        <a:rPr lang="en-US" sz="1300" b="1">
                          <a:latin typeface="Barlow Semi Condensed" panose="00000506000000000000" pitchFamily="2" charset="0"/>
                        </a:rPr>
                        <a:t> </a:t>
                      </a:r>
                      <a:r>
                        <a:rPr lang="en-US" sz="1300" b="1" err="1">
                          <a:latin typeface="Barlow Semi Condensed" panose="00000506000000000000" pitchFamily="2" charset="0"/>
                        </a:rPr>
                        <a:t>đích</a:t>
                      </a:r>
                      <a:endParaRPr lang="en-US" sz="1300" b="1">
                        <a:latin typeface="Barlow Semi Condensed" panose="00000506000000000000" pitchFamily="2" charset="0"/>
                      </a:endParaRPr>
                    </a:p>
                    <a:p>
                      <a:pPr marL="285750" indent="-285750">
                        <a:buFont typeface="Arial" panose="020B0604020202020204" pitchFamily="34" charset="0"/>
                        <a:buChar char="•"/>
                      </a:pPr>
                      <a:r>
                        <a:rPr lang="en-US" sz="1300" b="0" err="1">
                          <a:latin typeface="Barlow Semi Condensed" panose="00000506000000000000" pitchFamily="2" charset="0"/>
                        </a:rPr>
                        <a:t>Rủi</a:t>
                      </a:r>
                      <a:r>
                        <a:rPr lang="en-US" sz="1300" b="0">
                          <a:latin typeface="Barlow Semi Condensed" panose="00000506000000000000" pitchFamily="2" charset="0"/>
                        </a:rPr>
                        <a:t> </a:t>
                      </a:r>
                      <a:r>
                        <a:rPr lang="en-US" sz="1300" b="0" err="1">
                          <a:latin typeface="Barlow Semi Condensed" panose="00000506000000000000" pitchFamily="2" charset="0"/>
                        </a:rPr>
                        <a:t>ro</a:t>
                      </a:r>
                      <a:r>
                        <a:rPr lang="en-US" sz="1300" b="0">
                          <a:latin typeface="Barlow Semi Condensed" panose="00000506000000000000" pitchFamily="2" charset="0"/>
                        </a:rPr>
                        <a:t> vi </a:t>
                      </a:r>
                      <a:r>
                        <a:rPr lang="en-US" sz="1300" b="0" err="1">
                          <a:latin typeface="Barlow Semi Condensed" panose="00000506000000000000" pitchFamily="2" charset="0"/>
                        </a:rPr>
                        <a:t>phạm</a:t>
                      </a:r>
                      <a:r>
                        <a:rPr lang="en-US" sz="1300" b="0">
                          <a:latin typeface="Barlow Semi Condensed" panose="00000506000000000000" pitchFamily="2" charset="0"/>
                        </a:rPr>
                        <a:t> </a:t>
                      </a:r>
                      <a:r>
                        <a:rPr lang="en-US" sz="1300" b="0" err="1">
                          <a:latin typeface="Barlow Semi Condensed" panose="00000506000000000000" pitchFamily="2" charset="0"/>
                        </a:rPr>
                        <a:t>bảo</a:t>
                      </a:r>
                      <a:r>
                        <a:rPr lang="en-US" sz="1300" b="0">
                          <a:latin typeface="Barlow Semi Condensed" panose="00000506000000000000" pitchFamily="2" charset="0"/>
                        </a:rPr>
                        <a:t> </a:t>
                      </a:r>
                      <a:r>
                        <a:rPr lang="en-US" sz="1300" b="0" err="1">
                          <a:latin typeface="Barlow Semi Condensed" panose="00000506000000000000" pitchFamily="2" charset="0"/>
                        </a:rPr>
                        <a:t>mật</a:t>
                      </a:r>
                      <a:r>
                        <a:rPr lang="en-US" sz="1300" b="0">
                          <a:latin typeface="Barlow Semi Condensed" panose="00000506000000000000" pitchFamily="2" charset="0"/>
                        </a:rPr>
                        <a:t> (VD: </a:t>
                      </a:r>
                      <a:r>
                        <a:rPr lang="en-US" sz="1300" b="0" err="1">
                          <a:latin typeface="Barlow Semi Condensed" panose="00000506000000000000" pitchFamily="2" charset="0"/>
                        </a:rPr>
                        <a:t>dữ</a:t>
                      </a:r>
                      <a:r>
                        <a:rPr lang="en-US" sz="1300" b="0">
                          <a:latin typeface="Barlow Semi Condensed" panose="00000506000000000000" pitchFamily="2" charset="0"/>
                        </a:rPr>
                        <a:t> </a:t>
                      </a:r>
                      <a:r>
                        <a:rPr lang="en-US" sz="1300" b="0" err="1">
                          <a:latin typeface="Barlow Semi Condensed" panose="00000506000000000000" pitchFamily="2" charset="0"/>
                        </a:rPr>
                        <a:t>liệu</a:t>
                      </a:r>
                      <a:r>
                        <a:rPr lang="en-US" sz="1300" b="0">
                          <a:latin typeface="Barlow Semi Condensed" panose="00000506000000000000" pitchFamily="2" charset="0"/>
                        </a:rPr>
                        <a:t> y </a:t>
                      </a:r>
                      <a:r>
                        <a:rPr lang="en-US" sz="1300" b="0" err="1">
                          <a:latin typeface="Barlow Semi Condensed" panose="00000506000000000000" pitchFamily="2" charset="0"/>
                        </a:rPr>
                        <a:t>tế</a:t>
                      </a:r>
                      <a:r>
                        <a:rPr lang="en-US" sz="1300" b="0">
                          <a:latin typeface="Barlow Semi Condensed" panose="00000506000000000000" pitchFamily="2" charset="0"/>
                        </a:rPr>
                        <a:t>)</a:t>
                      </a:r>
                    </a:p>
                  </a:txBody>
                  <a:tcPr/>
                </a:tc>
                <a:extLst>
                  <a:ext uri="{0D108BD9-81ED-4DB2-BD59-A6C34878D82A}">
                    <a16:rowId xmlns:a16="http://schemas.microsoft.com/office/drawing/2014/main" val="2402035170"/>
                  </a:ext>
                </a:extLst>
              </a:tr>
              <a:tr h="385134">
                <a:tc>
                  <a:txBody>
                    <a:bodyPr/>
                    <a:lstStyle/>
                    <a:p>
                      <a:r>
                        <a:rPr lang="en-US" sz="1300" b="1">
                          <a:latin typeface="Barlow Semi Condensed" panose="00000506000000000000" pitchFamily="2" charset="0"/>
                        </a:rPr>
                        <a:t>SFUDA</a:t>
                      </a:r>
                    </a:p>
                  </a:txBody>
                  <a:tcPr/>
                </a:tc>
                <a:tc>
                  <a:txBody>
                    <a:bodyPr/>
                    <a:lstStyle/>
                    <a:p>
                      <a:pPr marL="285750" indent="-285750">
                        <a:buFont typeface="Arial" panose="020B0604020202020204" pitchFamily="34" charset="0"/>
                        <a:buChar char="•"/>
                      </a:pPr>
                      <a:r>
                        <a:rPr lang="en-US" sz="1300" err="1">
                          <a:latin typeface="Barlow Semi Condensed" panose="00000506000000000000" pitchFamily="2" charset="0"/>
                        </a:rPr>
                        <a:t>Chỉ</a:t>
                      </a:r>
                      <a:r>
                        <a:rPr lang="en-US" sz="1300">
                          <a:latin typeface="Barlow Semi Condensed" panose="00000506000000000000" pitchFamily="2" charset="0"/>
                        </a:rPr>
                        <a:t> </a:t>
                      </a:r>
                      <a:r>
                        <a:rPr lang="en-US" sz="1300" err="1">
                          <a:latin typeface="Barlow Semi Condensed" panose="00000506000000000000" pitchFamily="2" charset="0"/>
                        </a:rPr>
                        <a:t>cần</a:t>
                      </a:r>
                      <a:r>
                        <a:rPr lang="en-US" sz="1300">
                          <a:latin typeface="Barlow Semi Condensed" panose="00000506000000000000" pitchFamily="2" charset="0"/>
                        </a:rPr>
                        <a:t> </a:t>
                      </a:r>
                      <a:r>
                        <a:rPr lang="en-US" sz="1300" err="1">
                          <a:latin typeface="Barlow Semi Condensed" panose="00000506000000000000" pitchFamily="2" charset="0"/>
                        </a:rPr>
                        <a:t>dữ</a:t>
                      </a:r>
                      <a:r>
                        <a:rPr lang="en-US" sz="1300">
                          <a:latin typeface="Barlow Semi Condensed" panose="00000506000000000000" pitchFamily="2" charset="0"/>
                        </a:rPr>
                        <a:t> </a:t>
                      </a:r>
                      <a:r>
                        <a:rPr lang="en-US" sz="1300" err="1">
                          <a:latin typeface="Barlow Semi Condensed" panose="00000506000000000000" pitchFamily="2" charset="0"/>
                        </a:rPr>
                        <a:t>liệu</a:t>
                      </a:r>
                      <a:r>
                        <a:rPr lang="en-US" sz="1300">
                          <a:latin typeface="Barlow Semi Condensed" panose="00000506000000000000" pitchFamily="2" charset="0"/>
                        </a:rPr>
                        <a:t> </a:t>
                      </a:r>
                      <a:r>
                        <a:rPr lang="en-US" sz="1300" err="1">
                          <a:latin typeface="Barlow Semi Condensed" panose="00000506000000000000" pitchFamily="2" charset="0"/>
                        </a:rPr>
                        <a:t>nguồn</a:t>
                      </a:r>
                      <a:endParaRPr lang="en-US" sz="1300">
                        <a:latin typeface="Barlow Semi Condensed" panose="00000506000000000000" pitchFamily="2" charset="0"/>
                      </a:endParaRPr>
                    </a:p>
                  </a:txBody>
                  <a:tcPr/>
                </a:tc>
                <a:tc>
                  <a:txBody>
                    <a:bodyPr/>
                    <a:lstStyle/>
                    <a:p>
                      <a:pPr marL="285750" indent="-285750">
                        <a:buFont typeface="Arial" panose="020B0604020202020204" pitchFamily="34" charset="0"/>
                        <a:buChar char="•"/>
                      </a:pPr>
                      <a:r>
                        <a:rPr lang="en-US" sz="1300" err="1">
                          <a:latin typeface="Barlow Semi Condensed" panose="00000506000000000000" pitchFamily="2" charset="0"/>
                        </a:rPr>
                        <a:t>Dễ</a:t>
                      </a:r>
                      <a:r>
                        <a:rPr lang="en-US" sz="1300">
                          <a:latin typeface="Barlow Semi Condensed" panose="00000506000000000000" pitchFamily="2" charset="0"/>
                        </a:rPr>
                        <a:t> </a:t>
                      </a:r>
                      <a:r>
                        <a:rPr lang="en-US" sz="1300" err="1">
                          <a:latin typeface="Barlow Semi Condensed" panose="00000506000000000000" pitchFamily="2" charset="0"/>
                        </a:rPr>
                        <a:t>bị</a:t>
                      </a:r>
                      <a:r>
                        <a:rPr lang="en-US" sz="1300">
                          <a:latin typeface="Barlow Semi Condensed" panose="00000506000000000000" pitchFamily="2" charset="0"/>
                        </a:rPr>
                        <a:t> </a:t>
                      </a:r>
                      <a:r>
                        <a:rPr lang="en-US" sz="1300" b="1">
                          <a:latin typeface="Barlow Semi Condensed" panose="00000506000000000000" pitchFamily="2" charset="0"/>
                        </a:rPr>
                        <a:t>Bias</a:t>
                      </a:r>
                      <a:r>
                        <a:rPr lang="en-US" sz="1300" b="0">
                          <a:latin typeface="Barlow Semi Condensed" panose="00000506000000000000" pitchFamily="2" charset="0"/>
                        </a:rPr>
                        <a:t> </a:t>
                      </a:r>
                      <a:r>
                        <a:rPr lang="en-US" sz="1300" b="0" err="1">
                          <a:latin typeface="Barlow Semi Condensed" panose="00000506000000000000" pitchFamily="2" charset="0"/>
                        </a:rPr>
                        <a:t>khi</a:t>
                      </a:r>
                      <a:r>
                        <a:rPr lang="en-US" sz="1300" b="0">
                          <a:latin typeface="Barlow Semi Condensed" panose="00000506000000000000" pitchFamily="2" charset="0"/>
                        </a:rPr>
                        <a:t> </a:t>
                      </a:r>
                      <a:r>
                        <a:rPr lang="en-US" sz="1300" b="0" err="1">
                          <a:latin typeface="Barlow Semi Condensed" panose="00000506000000000000" pitchFamily="2" charset="0"/>
                        </a:rPr>
                        <a:t>học</a:t>
                      </a:r>
                      <a:r>
                        <a:rPr lang="en-US" sz="1300" b="0">
                          <a:latin typeface="Barlow Semi Condensed" panose="00000506000000000000" pitchFamily="2" charset="0"/>
                        </a:rPr>
                        <a:t> </a:t>
                      </a:r>
                      <a:r>
                        <a:rPr lang="en-US" sz="1300" b="0" err="1">
                          <a:latin typeface="Barlow Semi Condensed" panose="00000506000000000000" pitchFamily="2" charset="0"/>
                        </a:rPr>
                        <a:t>từ</a:t>
                      </a:r>
                      <a:r>
                        <a:rPr lang="en-US" sz="1300" b="0">
                          <a:latin typeface="Barlow Semi Condensed" panose="00000506000000000000" pitchFamily="2" charset="0"/>
                        </a:rPr>
                        <a:t> </a:t>
                      </a:r>
                      <a:r>
                        <a:rPr lang="en-US" sz="1300" b="0" err="1">
                          <a:latin typeface="Barlow Semi Condensed" panose="00000506000000000000" pitchFamily="2" charset="0"/>
                        </a:rPr>
                        <a:t>nhãn</a:t>
                      </a:r>
                      <a:r>
                        <a:rPr lang="en-US" sz="1300" b="0">
                          <a:latin typeface="Barlow Semi Condensed" panose="00000506000000000000" pitchFamily="2" charset="0"/>
                        </a:rPr>
                        <a:t> </a:t>
                      </a:r>
                      <a:r>
                        <a:rPr lang="en-US" sz="1300" b="0" err="1">
                          <a:latin typeface="Barlow Semi Condensed" panose="00000506000000000000" pitchFamily="2" charset="0"/>
                        </a:rPr>
                        <a:t>giả</a:t>
                      </a:r>
                      <a:r>
                        <a:rPr lang="en-US" sz="1300" b="0">
                          <a:latin typeface="Barlow Semi Condensed" panose="00000506000000000000" pitchFamily="2" charset="0"/>
                        </a:rPr>
                        <a:t> </a:t>
                      </a:r>
                      <a:r>
                        <a:rPr lang="en-US" sz="1300" b="0" err="1">
                          <a:latin typeface="Barlow Semi Condensed" panose="00000506000000000000" pitchFamily="2" charset="0"/>
                        </a:rPr>
                        <a:t>bị</a:t>
                      </a:r>
                      <a:r>
                        <a:rPr lang="en-US" sz="1300" b="0">
                          <a:latin typeface="Barlow Semi Condensed" panose="00000506000000000000" pitchFamily="2" charset="0"/>
                        </a:rPr>
                        <a:t> </a:t>
                      </a:r>
                      <a:r>
                        <a:rPr lang="en-US" sz="1300" b="0" err="1">
                          <a:latin typeface="Barlow Semi Condensed" panose="00000506000000000000" pitchFamily="2" charset="0"/>
                        </a:rPr>
                        <a:t>sai</a:t>
                      </a:r>
                      <a:endParaRPr lang="en-US" sz="1300" b="0">
                        <a:latin typeface="Barlow Semi Condensed" panose="00000506000000000000" pitchFamily="2" charset="0"/>
                      </a:endParaRPr>
                    </a:p>
                  </a:txBody>
                  <a:tcPr/>
                </a:tc>
                <a:extLst>
                  <a:ext uri="{0D108BD9-81ED-4DB2-BD59-A6C34878D82A}">
                    <a16:rowId xmlns:a16="http://schemas.microsoft.com/office/drawing/2014/main" val="2523408283"/>
                  </a:ext>
                </a:extLst>
              </a:tr>
              <a:tr h="385134">
                <a:tc>
                  <a:txBody>
                    <a:bodyPr/>
                    <a:lstStyle/>
                    <a:p>
                      <a:r>
                        <a:rPr lang="en-US" sz="1300" b="1">
                          <a:latin typeface="Barlow Semi Condensed" panose="00000506000000000000" pitchFamily="2" charset="0"/>
                        </a:rPr>
                        <a:t>TT-SFUDA</a:t>
                      </a:r>
                    </a:p>
                  </a:txBody>
                  <a:tcPr/>
                </a:tc>
                <a:tc>
                  <a:txBody>
                    <a:bodyPr/>
                    <a:lstStyle/>
                    <a:p>
                      <a:pPr marL="285750" indent="-285750">
                        <a:buFont typeface="Arial" panose="020B0604020202020204" pitchFamily="34" charset="0"/>
                        <a:buChar char="•"/>
                      </a:pPr>
                      <a:r>
                        <a:rPr lang="en-US" sz="1300" err="1">
                          <a:latin typeface="Barlow Semi Condensed" panose="00000506000000000000" pitchFamily="2" charset="0"/>
                        </a:rPr>
                        <a:t>Vừa</a:t>
                      </a:r>
                      <a:r>
                        <a:rPr lang="en-US" sz="1300">
                          <a:latin typeface="Barlow Semi Condensed" panose="00000506000000000000" pitchFamily="2" charset="0"/>
                        </a:rPr>
                        <a:t> train </a:t>
                      </a:r>
                      <a:r>
                        <a:rPr lang="en-US" sz="1300" err="1">
                          <a:latin typeface="Barlow Semi Condensed" panose="00000506000000000000" pitchFamily="2" charset="0"/>
                        </a:rPr>
                        <a:t>vừa</a:t>
                      </a:r>
                      <a:r>
                        <a:rPr lang="en-US" sz="1300">
                          <a:latin typeface="Barlow Semi Condensed" panose="00000506000000000000" pitchFamily="2" charset="0"/>
                        </a:rPr>
                        <a:t> test</a:t>
                      </a:r>
                    </a:p>
                  </a:txBody>
                  <a:tcPr/>
                </a:tc>
                <a:tc>
                  <a:txBody>
                    <a:bodyPr/>
                    <a:lstStyle/>
                    <a:p>
                      <a:pPr marL="285750" indent="-285750">
                        <a:buFont typeface="Arial" panose="020B0604020202020204" pitchFamily="34" charset="0"/>
                        <a:buChar char="•"/>
                      </a:pPr>
                      <a:r>
                        <a:rPr lang="en-US" sz="1300" err="1">
                          <a:latin typeface="Barlow Semi Condensed" panose="00000506000000000000" pitchFamily="2" charset="0"/>
                        </a:rPr>
                        <a:t>Cần</a:t>
                      </a:r>
                      <a:r>
                        <a:rPr lang="en-US" sz="1300">
                          <a:latin typeface="Barlow Semi Condensed" panose="00000506000000000000" pitchFamily="2" charset="0"/>
                        </a:rPr>
                        <a:t> </a:t>
                      </a:r>
                      <a:r>
                        <a:rPr lang="en-US" sz="1300" err="1">
                          <a:latin typeface="Barlow Semi Condensed" panose="00000506000000000000" pitchFamily="2" charset="0"/>
                        </a:rPr>
                        <a:t>hàm</a:t>
                      </a:r>
                      <a:r>
                        <a:rPr lang="en-US" sz="1300">
                          <a:latin typeface="Barlow Semi Condensed" panose="00000506000000000000" pitchFamily="2" charset="0"/>
                        </a:rPr>
                        <a:t> loss </a:t>
                      </a:r>
                      <a:r>
                        <a:rPr lang="en-US" sz="1300" err="1">
                          <a:latin typeface="Barlow Semi Condensed" panose="00000506000000000000" pitchFamily="2" charset="0"/>
                        </a:rPr>
                        <a:t>tinh</a:t>
                      </a:r>
                      <a:r>
                        <a:rPr lang="en-US" sz="1300">
                          <a:latin typeface="Barlow Semi Condensed" panose="00000506000000000000" pitchFamily="2" charset="0"/>
                        </a:rPr>
                        <a:t> </a:t>
                      </a:r>
                      <a:r>
                        <a:rPr lang="en-US" sz="1300" err="1">
                          <a:latin typeface="Barlow Semi Condensed" panose="00000506000000000000" pitchFamily="2" charset="0"/>
                        </a:rPr>
                        <a:t>chỉnh</a:t>
                      </a:r>
                      <a:r>
                        <a:rPr lang="en-US" sz="1300">
                          <a:latin typeface="Barlow Semi Condensed" panose="00000506000000000000" pitchFamily="2" charset="0"/>
                        </a:rPr>
                        <a:t> </a:t>
                      </a:r>
                      <a:r>
                        <a:rPr lang="en-US" sz="1300" err="1">
                          <a:latin typeface="Barlow Semi Condensed" panose="00000506000000000000" pitchFamily="2" charset="0"/>
                        </a:rPr>
                        <a:t>cẩn</a:t>
                      </a:r>
                      <a:r>
                        <a:rPr lang="en-US" sz="1300">
                          <a:latin typeface="Barlow Semi Condensed" panose="00000506000000000000" pitchFamily="2" charset="0"/>
                        </a:rPr>
                        <a:t> </a:t>
                      </a:r>
                      <a:r>
                        <a:rPr lang="en-US" sz="1300" err="1">
                          <a:latin typeface="Barlow Semi Condensed" panose="00000506000000000000" pitchFamily="2" charset="0"/>
                        </a:rPr>
                        <a:t>thận</a:t>
                      </a:r>
                      <a:endParaRPr lang="en-US" sz="1300">
                        <a:latin typeface="Barlow Semi Condensed" panose="00000506000000000000" pitchFamily="2" charset="0"/>
                      </a:endParaRPr>
                    </a:p>
                  </a:txBody>
                  <a:tcPr/>
                </a:tc>
                <a:extLst>
                  <a:ext uri="{0D108BD9-81ED-4DB2-BD59-A6C34878D82A}">
                    <a16:rowId xmlns:a16="http://schemas.microsoft.com/office/drawing/2014/main" val="2960316810"/>
                  </a:ext>
                </a:extLst>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40"/>
        <p:cNvGrpSpPr/>
        <p:nvPr/>
      </p:nvGrpSpPr>
      <p:grpSpPr>
        <a:xfrm>
          <a:off x="0" y="0"/>
          <a:ext cx="0" cy="0"/>
          <a:chOff x="0" y="0"/>
          <a:chExt cx="0" cy="0"/>
        </a:xfrm>
      </p:grpSpPr>
      <p:sp>
        <p:nvSpPr>
          <p:cNvPr id="2" name="Title 1">
            <a:extLst>
              <a:ext uri="{FF2B5EF4-FFF2-40B4-BE49-F238E27FC236}">
                <a16:creationId xmlns:a16="http://schemas.microsoft.com/office/drawing/2014/main" id="{10751A91-D1A5-1779-8811-BC3F78A53BB2}"/>
              </a:ext>
            </a:extLst>
          </p:cNvPr>
          <p:cNvSpPr>
            <a:spLocks noGrp="1"/>
          </p:cNvSpPr>
          <p:nvPr>
            <p:ph type="title"/>
          </p:nvPr>
        </p:nvSpPr>
        <p:spPr>
          <a:xfrm>
            <a:off x="1823475" y="117400"/>
            <a:ext cx="5496900" cy="572700"/>
          </a:xfrm>
        </p:spPr>
        <p:txBody>
          <a:bodyPr/>
          <a:lstStyle/>
          <a:p>
            <a:r>
              <a:rPr lang="en-US" sz="4000" b="1">
                <a:latin typeface="Barlow Semi Condensed" panose="00000506000000000000" pitchFamily="2" charset="0"/>
              </a:rPr>
              <a:t>Domain shift &amp; Domain Adaptation</a:t>
            </a:r>
          </a:p>
        </p:txBody>
      </p:sp>
      <p:sp>
        <p:nvSpPr>
          <p:cNvPr id="5" name="Google Shape;2178;p39">
            <a:extLst>
              <a:ext uri="{FF2B5EF4-FFF2-40B4-BE49-F238E27FC236}">
                <a16:creationId xmlns:a16="http://schemas.microsoft.com/office/drawing/2014/main" id="{22AA5BEC-2B61-FC95-96BB-B6F76ABADA0C}"/>
              </a:ext>
            </a:extLst>
          </p:cNvPr>
          <p:cNvSpPr txBox="1">
            <a:spLocks/>
          </p:cNvSpPr>
          <p:nvPr/>
        </p:nvSpPr>
        <p:spPr>
          <a:xfrm>
            <a:off x="1259078" y="1471359"/>
            <a:ext cx="6576906" cy="363497"/>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a:latin typeface="Barlow Semi Condensed" panose="00000506000000000000" pitchFamily="2" charset="0"/>
              </a:rPr>
              <a:t>Domain shift </a:t>
            </a:r>
            <a:r>
              <a:rPr lang="en-US" sz="1600" err="1">
                <a:latin typeface="Barlow Semi Condensed" panose="00000506000000000000" pitchFamily="2" charset="0"/>
              </a:rPr>
              <a:t>là</a:t>
            </a:r>
            <a:r>
              <a:rPr lang="en-US" sz="1600">
                <a:latin typeface="Barlow Semi Condensed" panose="00000506000000000000" pitchFamily="2" charset="0"/>
              </a:rPr>
              <a:t> </a:t>
            </a:r>
            <a:r>
              <a:rPr lang="en-US" sz="1600" err="1">
                <a:latin typeface="Barlow Semi Condensed" panose="00000506000000000000" pitchFamily="2" charset="0"/>
              </a:rPr>
              <a:t>sự</a:t>
            </a:r>
            <a:r>
              <a:rPr lang="en-US" sz="1600">
                <a:latin typeface="Barlow Semi Condensed" panose="00000506000000000000" pitchFamily="2" charset="0"/>
              </a:rPr>
              <a:t> </a:t>
            </a:r>
            <a:r>
              <a:rPr lang="en-US" sz="1600" err="1">
                <a:latin typeface="Barlow Semi Condensed" panose="00000506000000000000" pitchFamily="2" charset="0"/>
              </a:rPr>
              <a:t>khác</a:t>
            </a:r>
            <a:r>
              <a:rPr lang="en-US" sz="1600">
                <a:latin typeface="Barlow Semi Condensed" panose="00000506000000000000" pitchFamily="2" charset="0"/>
              </a:rPr>
              <a:t> </a:t>
            </a:r>
            <a:r>
              <a:rPr lang="en-US" sz="1600" err="1">
                <a:latin typeface="Barlow Semi Condensed" panose="00000506000000000000" pitchFamily="2" charset="0"/>
              </a:rPr>
              <a:t>biệt</a:t>
            </a:r>
            <a:r>
              <a:rPr lang="en-US" sz="1600">
                <a:latin typeface="Barlow Semi Condensed" panose="00000506000000000000" pitchFamily="2" charset="0"/>
              </a:rPr>
              <a:t> </a:t>
            </a:r>
            <a:r>
              <a:rPr lang="en-US" sz="1600" err="1">
                <a:latin typeface="Barlow Semi Condensed" panose="00000506000000000000" pitchFamily="2" charset="0"/>
              </a:rPr>
              <a:t>phân</a:t>
            </a:r>
            <a:r>
              <a:rPr lang="en-US" sz="1600">
                <a:latin typeface="Barlow Semi Condensed" panose="00000506000000000000" pitchFamily="2" charset="0"/>
              </a:rPr>
              <a:t> </a:t>
            </a:r>
            <a:r>
              <a:rPr lang="en-US" sz="1600" err="1">
                <a:latin typeface="Barlow Semi Condensed" panose="00000506000000000000" pitchFamily="2" charset="0"/>
              </a:rPr>
              <a:t>phối</a:t>
            </a:r>
            <a:r>
              <a:rPr lang="en-US" sz="1600">
                <a:latin typeface="Barlow Semi Condensed" panose="00000506000000000000" pitchFamily="2" charset="0"/>
              </a:rPr>
              <a:t> </a:t>
            </a:r>
            <a:r>
              <a:rPr lang="en-US" sz="1600" err="1">
                <a:latin typeface="Barlow Semi Condensed" panose="00000506000000000000" pitchFamily="2" charset="0"/>
              </a:rPr>
              <a:t>dữ</a:t>
            </a:r>
            <a:r>
              <a:rPr lang="en-US" sz="1600">
                <a:latin typeface="Barlow Semi Condensed" panose="00000506000000000000" pitchFamily="2" charset="0"/>
              </a:rPr>
              <a:t> </a:t>
            </a:r>
            <a:r>
              <a:rPr lang="en-US" sz="1600" err="1">
                <a:latin typeface="Barlow Semi Condensed" panose="00000506000000000000" pitchFamily="2" charset="0"/>
              </a:rPr>
              <a:t>liệu</a:t>
            </a:r>
            <a:r>
              <a:rPr lang="en-US" sz="1600">
                <a:latin typeface="Barlow Semi Condensed" panose="00000506000000000000" pitchFamily="2" charset="0"/>
              </a:rPr>
              <a:t> </a:t>
            </a:r>
            <a:r>
              <a:rPr lang="en-US" sz="1600" err="1">
                <a:latin typeface="Barlow Semi Condensed" panose="00000506000000000000" pitchFamily="2" charset="0"/>
              </a:rPr>
              <a:t>giữa</a:t>
            </a:r>
            <a:r>
              <a:rPr lang="en-US" sz="1600">
                <a:latin typeface="Barlow Semi Condensed" panose="00000506000000000000" pitchFamily="2" charset="0"/>
              </a:rPr>
              <a:t> Source </a:t>
            </a:r>
            <a:r>
              <a:rPr lang="en-US" sz="1600" err="1">
                <a:latin typeface="Barlow Semi Condensed" panose="00000506000000000000" pitchFamily="2" charset="0"/>
              </a:rPr>
              <a:t>và</a:t>
            </a:r>
            <a:r>
              <a:rPr lang="en-US" sz="1600">
                <a:latin typeface="Barlow Semi Condensed" panose="00000506000000000000" pitchFamily="2" charset="0"/>
              </a:rPr>
              <a:t> Target</a:t>
            </a:r>
          </a:p>
          <a:p>
            <a:endParaRPr lang="en-US" sz="1600">
              <a:latin typeface="Barlow Semi Condensed" panose="00000506000000000000" pitchFamily="2" charset="0"/>
            </a:endParaRPr>
          </a:p>
        </p:txBody>
      </p:sp>
      <p:pic>
        <p:nvPicPr>
          <p:cNvPr id="2244" name="Picture 2243">
            <a:extLst>
              <a:ext uri="{FF2B5EF4-FFF2-40B4-BE49-F238E27FC236}">
                <a16:creationId xmlns:a16="http://schemas.microsoft.com/office/drawing/2014/main" id="{FF9649FE-0F86-D60A-67A0-3102D32F494D}"/>
              </a:ext>
            </a:extLst>
          </p:cNvPr>
          <p:cNvPicPr>
            <a:picLocks noChangeAspect="1"/>
          </p:cNvPicPr>
          <p:nvPr/>
        </p:nvPicPr>
        <p:blipFill>
          <a:blip r:embed="rId3"/>
          <a:srcRect t="26103"/>
          <a:stretch>
            <a:fillRect/>
          </a:stretch>
        </p:blipFill>
        <p:spPr>
          <a:xfrm>
            <a:off x="3894975" y="1834856"/>
            <a:ext cx="1305107" cy="246388"/>
          </a:xfrm>
          <a:prstGeom prst="rect">
            <a:avLst/>
          </a:prstGeom>
        </p:spPr>
      </p:pic>
      <p:sp>
        <p:nvSpPr>
          <p:cNvPr id="2245" name="Google Shape;2178;p39">
            <a:extLst>
              <a:ext uri="{FF2B5EF4-FFF2-40B4-BE49-F238E27FC236}">
                <a16:creationId xmlns:a16="http://schemas.microsoft.com/office/drawing/2014/main" id="{E703A53C-F2BA-EDC0-DDAF-8EB369084288}"/>
              </a:ext>
            </a:extLst>
          </p:cNvPr>
          <p:cNvSpPr txBox="1">
            <a:spLocks/>
          </p:cNvSpPr>
          <p:nvPr/>
        </p:nvSpPr>
        <p:spPr>
          <a:xfrm>
            <a:off x="1259075" y="2082994"/>
            <a:ext cx="6298347" cy="39353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a:latin typeface="Barlow Semi Condensed" panose="00000506000000000000" pitchFamily="2" charset="0"/>
              </a:rPr>
              <a:t>Source Domain:</a:t>
            </a:r>
            <a:r>
              <a:rPr lang="en-US" sz="1600">
                <a:latin typeface="Barlow Semi Condensed" panose="00000506000000000000" pitchFamily="2" charset="0"/>
              </a:rPr>
              <a:t> </a:t>
            </a:r>
            <a:r>
              <a:rPr lang="en-US" sz="1600" err="1">
                <a:latin typeface="Barlow Semi Condensed" panose="00000506000000000000" pitchFamily="2" charset="0"/>
              </a:rPr>
              <a:t>Nơi</a:t>
            </a:r>
            <a:r>
              <a:rPr lang="en-US" sz="1600">
                <a:latin typeface="Barlow Semi Condensed" panose="00000506000000000000" pitchFamily="2" charset="0"/>
              </a:rPr>
              <a:t> model train. </a:t>
            </a:r>
            <a:r>
              <a:rPr lang="en-US" sz="1600" err="1">
                <a:latin typeface="Barlow Semi Condensed" panose="00000506000000000000" pitchFamily="2" charset="0"/>
              </a:rPr>
              <a:t>Gồm</a:t>
            </a:r>
            <a:r>
              <a:rPr lang="en-US" sz="1600">
                <a:latin typeface="Barlow Semi Condensed" panose="00000506000000000000" pitchFamily="2" charset="0"/>
              </a:rPr>
              <a:t> </a:t>
            </a:r>
            <a:r>
              <a:rPr lang="en-US" sz="1600" err="1">
                <a:latin typeface="Barlow Semi Condensed" panose="00000506000000000000" pitchFamily="2" charset="0"/>
              </a:rPr>
              <a:t>ảnh</a:t>
            </a:r>
            <a:r>
              <a:rPr lang="en-US" sz="1600">
                <a:latin typeface="Barlow Semi Condensed" panose="00000506000000000000" pitchFamily="2" charset="0"/>
              </a:rPr>
              <a:t> (X</a:t>
            </a:r>
            <a:r>
              <a:rPr lang="en-US" sz="1600" baseline="30000">
                <a:latin typeface="Barlow Semi Condensed" panose="00000506000000000000" pitchFamily="2" charset="0"/>
              </a:rPr>
              <a:t>S</a:t>
            </a:r>
            <a:r>
              <a:rPr lang="en-US" sz="1600">
                <a:latin typeface="Barlow Semi Condensed" panose="00000506000000000000" pitchFamily="2" charset="0"/>
              </a:rPr>
              <a:t>) </a:t>
            </a:r>
            <a:r>
              <a:rPr lang="en-US" sz="1600" err="1">
                <a:latin typeface="Barlow Semi Condensed" panose="00000506000000000000" pitchFamily="2" charset="0"/>
              </a:rPr>
              <a:t>và</a:t>
            </a:r>
            <a:r>
              <a:rPr lang="en-US" sz="1600">
                <a:latin typeface="Barlow Semi Condensed" panose="00000506000000000000" pitchFamily="2" charset="0"/>
              </a:rPr>
              <a:t> </a:t>
            </a:r>
            <a:r>
              <a:rPr lang="en-US" sz="1600" err="1">
                <a:latin typeface="Barlow Semi Condensed" panose="00000506000000000000" pitchFamily="2" charset="0"/>
              </a:rPr>
              <a:t>nhãn</a:t>
            </a:r>
            <a:r>
              <a:rPr lang="en-US" sz="1600">
                <a:latin typeface="Barlow Semi Condensed" panose="00000506000000000000" pitchFamily="2" charset="0"/>
              </a:rPr>
              <a:t> (Y</a:t>
            </a:r>
            <a:r>
              <a:rPr lang="en-US" sz="1600" baseline="30000">
                <a:latin typeface="Barlow Semi Condensed" panose="00000506000000000000" pitchFamily="2" charset="0"/>
              </a:rPr>
              <a:t>S</a:t>
            </a:r>
            <a:r>
              <a:rPr lang="en-US" sz="1600">
                <a:latin typeface="Barlow Semi Condensed" panose="00000506000000000000" pitchFamily="2" charset="0"/>
              </a:rPr>
              <a:t>)</a:t>
            </a:r>
          </a:p>
        </p:txBody>
      </p:sp>
      <p:pic>
        <p:nvPicPr>
          <p:cNvPr id="2247" name="Picture 2246">
            <a:extLst>
              <a:ext uri="{FF2B5EF4-FFF2-40B4-BE49-F238E27FC236}">
                <a16:creationId xmlns:a16="http://schemas.microsoft.com/office/drawing/2014/main" id="{DE918BB3-8B11-87C1-E6A7-A6F78FF35C4D}"/>
              </a:ext>
            </a:extLst>
          </p:cNvPr>
          <p:cNvPicPr>
            <a:picLocks noChangeAspect="1"/>
          </p:cNvPicPr>
          <p:nvPr/>
        </p:nvPicPr>
        <p:blipFill>
          <a:blip r:embed="rId4"/>
          <a:stretch>
            <a:fillRect/>
          </a:stretch>
        </p:blipFill>
        <p:spPr>
          <a:xfrm>
            <a:off x="3295397" y="2444741"/>
            <a:ext cx="2553056" cy="428685"/>
          </a:xfrm>
          <a:prstGeom prst="rect">
            <a:avLst/>
          </a:prstGeom>
        </p:spPr>
      </p:pic>
      <p:pic>
        <p:nvPicPr>
          <p:cNvPr id="2249" name="Picture 2248">
            <a:extLst>
              <a:ext uri="{FF2B5EF4-FFF2-40B4-BE49-F238E27FC236}">
                <a16:creationId xmlns:a16="http://schemas.microsoft.com/office/drawing/2014/main" id="{4B22B1DE-0031-E812-943F-82313B43C818}"/>
              </a:ext>
            </a:extLst>
          </p:cNvPr>
          <p:cNvPicPr>
            <a:picLocks noChangeAspect="1"/>
          </p:cNvPicPr>
          <p:nvPr/>
        </p:nvPicPr>
        <p:blipFill>
          <a:blip r:embed="rId5"/>
          <a:stretch>
            <a:fillRect/>
          </a:stretch>
        </p:blipFill>
        <p:spPr>
          <a:xfrm>
            <a:off x="3432949" y="3153687"/>
            <a:ext cx="2229161" cy="362001"/>
          </a:xfrm>
          <a:prstGeom prst="rect">
            <a:avLst/>
          </a:prstGeom>
        </p:spPr>
      </p:pic>
      <p:sp>
        <p:nvSpPr>
          <p:cNvPr id="2250" name="Google Shape;2178;p39">
            <a:extLst>
              <a:ext uri="{FF2B5EF4-FFF2-40B4-BE49-F238E27FC236}">
                <a16:creationId xmlns:a16="http://schemas.microsoft.com/office/drawing/2014/main" id="{973A4B1B-E156-5EA4-5783-D499AF23D68D}"/>
              </a:ext>
            </a:extLst>
          </p:cNvPr>
          <p:cNvSpPr txBox="1">
            <a:spLocks/>
          </p:cNvSpPr>
          <p:nvPr/>
        </p:nvSpPr>
        <p:spPr>
          <a:xfrm>
            <a:off x="1259075" y="2841637"/>
            <a:ext cx="6298347" cy="39353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a:latin typeface="Barlow Semi Condensed" panose="00000506000000000000" pitchFamily="2" charset="0"/>
              </a:rPr>
              <a:t>Target Domain:</a:t>
            </a:r>
            <a:r>
              <a:rPr lang="en-US" sz="1600">
                <a:latin typeface="Barlow Semi Condensed" panose="00000506000000000000" pitchFamily="2" charset="0"/>
              </a:rPr>
              <a:t> </a:t>
            </a:r>
            <a:r>
              <a:rPr lang="en-US" sz="1600" err="1">
                <a:latin typeface="Barlow Semi Condensed" panose="00000506000000000000" pitchFamily="2" charset="0"/>
              </a:rPr>
              <a:t>Môi</a:t>
            </a:r>
            <a:r>
              <a:rPr lang="en-US" sz="1600">
                <a:latin typeface="Barlow Semi Condensed" panose="00000506000000000000" pitchFamily="2" charset="0"/>
              </a:rPr>
              <a:t> </a:t>
            </a:r>
            <a:r>
              <a:rPr lang="en-US" sz="1600" err="1">
                <a:latin typeface="Barlow Semi Condensed" panose="00000506000000000000" pitchFamily="2" charset="0"/>
              </a:rPr>
              <a:t>trường</a:t>
            </a:r>
            <a:r>
              <a:rPr lang="en-US" sz="1600">
                <a:latin typeface="Barlow Semi Condensed" panose="00000506000000000000" pitchFamily="2" charset="0"/>
              </a:rPr>
              <a:t> test. </a:t>
            </a:r>
            <a:r>
              <a:rPr lang="en-US" sz="1600" err="1">
                <a:latin typeface="Barlow Semi Condensed" panose="00000506000000000000" pitchFamily="2" charset="0"/>
              </a:rPr>
              <a:t>Chỉ</a:t>
            </a:r>
            <a:r>
              <a:rPr lang="en-US" sz="1600">
                <a:latin typeface="Barlow Semi Condensed" panose="00000506000000000000" pitchFamily="2" charset="0"/>
              </a:rPr>
              <a:t> </a:t>
            </a:r>
            <a:r>
              <a:rPr lang="en-US" sz="1600" err="1">
                <a:latin typeface="Barlow Semi Condensed" panose="00000506000000000000" pitchFamily="2" charset="0"/>
              </a:rPr>
              <a:t>có</a:t>
            </a:r>
            <a:r>
              <a:rPr lang="en-US" sz="1600">
                <a:latin typeface="Barlow Semi Condensed" panose="00000506000000000000" pitchFamily="2" charset="0"/>
              </a:rPr>
              <a:t> </a:t>
            </a:r>
            <a:r>
              <a:rPr lang="en-US" sz="1600" err="1">
                <a:latin typeface="Barlow Semi Condensed" panose="00000506000000000000" pitchFamily="2" charset="0"/>
              </a:rPr>
              <a:t>ảnh</a:t>
            </a:r>
            <a:r>
              <a:rPr lang="en-US" sz="1600">
                <a:latin typeface="Barlow Semi Condensed" panose="00000506000000000000" pitchFamily="2" charset="0"/>
              </a:rPr>
              <a:t> (X</a:t>
            </a:r>
            <a:r>
              <a:rPr lang="en-US" sz="1600" baseline="30000">
                <a:latin typeface="Barlow Semi Condensed" panose="00000506000000000000" pitchFamily="2" charset="0"/>
              </a:rPr>
              <a:t>T</a:t>
            </a:r>
            <a:r>
              <a:rPr lang="en-US" sz="1600">
                <a:latin typeface="Barlow Semi Condensed" panose="00000506000000000000" pitchFamily="2" charset="0"/>
              </a:rPr>
              <a:t>) </a:t>
            </a:r>
            <a:r>
              <a:rPr lang="en-US" sz="1600" err="1">
                <a:latin typeface="Barlow Semi Condensed" panose="00000506000000000000" pitchFamily="2" charset="0"/>
              </a:rPr>
              <a:t>và</a:t>
            </a:r>
            <a:r>
              <a:rPr lang="en-US" sz="1600">
                <a:latin typeface="Barlow Semi Condensed" panose="00000506000000000000" pitchFamily="2" charset="0"/>
              </a:rPr>
              <a:t> </a:t>
            </a:r>
            <a:r>
              <a:rPr lang="en-US" sz="1600" err="1">
                <a:latin typeface="Barlow Semi Condensed" panose="00000506000000000000" pitchFamily="2" charset="0"/>
              </a:rPr>
              <a:t>không</a:t>
            </a:r>
            <a:r>
              <a:rPr lang="en-US" sz="1600">
                <a:latin typeface="Barlow Semi Condensed" panose="00000506000000000000" pitchFamily="2" charset="0"/>
              </a:rPr>
              <a:t> </a:t>
            </a:r>
            <a:r>
              <a:rPr lang="en-US" sz="1600" err="1">
                <a:latin typeface="Barlow Semi Condensed" panose="00000506000000000000" pitchFamily="2" charset="0"/>
              </a:rPr>
              <a:t>có</a:t>
            </a:r>
            <a:r>
              <a:rPr lang="en-US" sz="1600">
                <a:latin typeface="Barlow Semi Condensed" panose="00000506000000000000" pitchFamily="2" charset="0"/>
              </a:rPr>
              <a:t> </a:t>
            </a:r>
            <a:r>
              <a:rPr lang="en-US" sz="1600" err="1">
                <a:latin typeface="Barlow Semi Condensed" panose="00000506000000000000" pitchFamily="2" charset="0"/>
              </a:rPr>
              <a:t>nhãn</a:t>
            </a:r>
            <a:endParaRPr lang="en-US" sz="1600">
              <a:latin typeface="Barlow Semi Condensed" panose="00000506000000000000" pitchFamily="2" charset="0"/>
            </a:endParaRPr>
          </a:p>
        </p:txBody>
      </p:sp>
      <p:sp>
        <p:nvSpPr>
          <p:cNvPr id="2251" name="Google Shape;2178;p39">
            <a:extLst>
              <a:ext uri="{FF2B5EF4-FFF2-40B4-BE49-F238E27FC236}">
                <a16:creationId xmlns:a16="http://schemas.microsoft.com/office/drawing/2014/main" id="{EC428410-1AC9-D1F2-E651-8C58C867B45E}"/>
              </a:ext>
            </a:extLst>
          </p:cNvPr>
          <p:cNvSpPr txBox="1">
            <a:spLocks/>
          </p:cNvSpPr>
          <p:nvPr/>
        </p:nvSpPr>
        <p:spPr>
          <a:xfrm>
            <a:off x="1259075" y="3515434"/>
            <a:ext cx="6298347" cy="62661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a:latin typeface="Barlow Semi Condensed" panose="00000506000000000000" pitchFamily="2" charset="0"/>
              </a:rPr>
              <a:t>Domain Adaptation:</a:t>
            </a:r>
            <a:r>
              <a:rPr lang="en-US" sz="1600">
                <a:latin typeface="Barlow Semi Condensed" panose="00000506000000000000" pitchFamily="2" charset="0"/>
              </a:rPr>
              <a:t> </a:t>
            </a:r>
            <a:r>
              <a:rPr lang="en-US" sz="1600" err="1">
                <a:latin typeface="Barlow Semi Condensed" panose="00000506000000000000" pitchFamily="2" charset="0"/>
              </a:rPr>
              <a:t>Tìm</a:t>
            </a:r>
            <a:r>
              <a:rPr lang="en-US" sz="1600">
                <a:latin typeface="Barlow Semi Condensed" panose="00000506000000000000" pitchFamily="2" charset="0"/>
              </a:rPr>
              <a:t> </a:t>
            </a:r>
            <a:r>
              <a:rPr lang="en-US" sz="1600" err="1">
                <a:latin typeface="Barlow Semi Condensed" panose="00000506000000000000" pitchFamily="2" charset="0"/>
              </a:rPr>
              <a:t>một</a:t>
            </a:r>
            <a:r>
              <a:rPr lang="en-US" sz="1600">
                <a:latin typeface="Barlow Semi Condensed" panose="00000506000000000000" pitchFamily="2" charset="0"/>
              </a:rPr>
              <a:t> </a:t>
            </a:r>
            <a:r>
              <a:rPr lang="en-US" sz="1600" err="1">
                <a:latin typeface="Barlow Semi Condensed" panose="00000506000000000000" pitchFamily="2" charset="0"/>
              </a:rPr>
              <a:t>hàm</a:t>
            </a:r>
            <a:r>
              <a:rPr lang="en-US" sz="1600">
                <a:latin typeface="Barlow Semi Condensed" panose="00000506000000000000" pitchFamily="2" charset="0"/>
              </a:rPr>
              <a:t> mapping f: X → Y </a:t>
            </a:r>
            <a:r>
              <a:rPr lang="en-US" sz="1600" err="1">
                <a:latin typeface="Barlow Semi Condensed" panose="00000506000000000000" pitchFamily="2" charset="0"/>
              </a:rPr>
              <a:t>để</a:t>
            </a:r>
            <a:r>
              <a:rPr lang="en-US" sz="1600">
                <a:latin typeface="Barlow Semi Condensed" panose="00000506000000000000" pitchFamily="2" charset="0"/>
              </a:rPr>
              <a:t> </a:t>
            </a:r>
            <a:r>
              <a:rPr lang="en-US" sz="1600" err="1">
                <a:latin typeface="Barlow Semi Condensed" panose="00000506000000000000" pitchFamily="2" charset="0"/>
              </a:rPr>
              <a:t>cực</a:t>
            </a:r>
            <a:r>
              <a:rPr lang="en-US" sz="1600">
                <a:latin typeface="Barlow Semi Condensed" panose="00000506000000000000" pitchFamily="2" charset="0"/>
              </a:rPr>
              <a:t> </a:t>
            </a:r>
            <a:r>
              <a:rPr lang="en-US" sz="1600" err="1">
                <a:latin typeface="Barlow Semi Condensed" panose="00000506000000000000" pitchFamily="2" charset="0"/>
              </a:rPr>
              <a:t>tiểu</a:t>
            </a:r>
            <a:r>
              <a:rPr lang="en-US" sz="1600">
                <a:latin typeface="Barlow Semi Condensed" panose="00000506000000000000" pitchFamily="2" charset="0"/>
              </a:rPr>
              <a:t> </a:t>
            </a:r>
            <a:r>
              <a:rPr lang="en-US" sz="1600" err="1">
                <a:latin typeface="Barlow Semi Condensed" panose="00000506000000000000" pitchFamily="2" charset="0"/>
              </a:rPr>
              <a:t>hóa</a:t>
            </a:r>
            <a:r>
              <a:rPr lang="en-US" sz="1600">
                <a:latin typeface="Barlow Semi Condensed" panose="00000506000000000000" pitchFamily="2" charset="0"/>
              </a:rPr>
              <a:t> </a:t>
            </a:r>
            <a:r>
              <a:rPr lang="en-US" sz="1600" err="1">
                <a:latin typeface="Barlow Semi Condensed" panose="00000506000000000000" pitchFamily="2" charset="0"/>
              </a:rPr>
              <a:t>lỗi</a:t>
            </a:r>
            <a:r>
              <a:rPr lang="en-US" sz="1600">
                <a:latin typeface="Barlow Semi Condensed" panose="00000506000000000000" pitchFamily="2" charset="0"/>
              </a:rPr>
              <a:t> </a:t>
            </a:r>
            <a:r>
              <a:rPr lang="en-US" sz="1600" err="1">
                <a:latin typeface="Barlow Semi Condensed" panose="00000506000000000000" pitchFamily="2" charset="0"/>
              </a:rPr>
              <a:t>trên</a:t>
            </a:r>
            <a:r>
              <a:rPr lang="en-US" sz="1600">
                <a:latin typeface="Barlow Semi Condensed" panose="00000506000000000000" pitchFamily="2" charset="0"/>
              </a:rPr>
              <a:t> D</a:t>
            </a:r>
            <a:r>
              <a:rPr lang="en-US" sz="1600" baseline="-25000">
                <a:latin typeface="Barlow Semi Condensed" panose="00000506000000000000" pitchFamily="2" charset="0"/>
              </a:rPr>
              <a:t>T</a:t>
            </a:r>
            <a:r>
              <a:rPr lang="en-US" sz="1600">
                <a:latin typeface="Barlow Semi Condensed" panose="00000506000000000000" pitchFamily="2" charset="0"/>
              </a:rPr>
              <a:t>, </a:t>
            </a:r>
            <a:r>
              <a:rPr lang="en-US" sz="1600" err="1">
                <a:latin typeface="Barlow Semi Condensed" panose="00000506000000000000" pitchFamily="2" charset="0"/>
              </a:rPr>
              <a:t>dù</a:t>
            </a:r>
            <a:r>
              <a:rPr lang="en-US" sz="1600">
                <a:latin typeface="Barlow Semi Condensed" panose="00000506000000000000" pitchFamily="2" charset="0"/>
              </a:rPr>
              <a:t> </a:t>
            </a:r>
            <a:r>
              <a:rPr lang="en-US" sz="1600" err="1">
                <a:latin typeface="Barlow Semi Condensed" panose="00000506000000000000" pitchFamily="2" charset="0"/>
              </a:rPr>
              <a:t>không</a:t>
            </a:r>
            <a:r>
              <a:rPr lang="en-US" sz="1600">
                <a:latin typeface="Barlow Semi Condensed" panose="00000506000000000000" pitchFamily="2" charset="0"/>
              </a:rPr>
              <a:t> </a:t>
            </a:r>
            <a:r>
              <a:rPr lang="en-US" sz="1600" err="1">
                <a:latin typeface="Barlow Semi Condensed" panose="00000506000000000000" pitchFamily="2" charset="0"/>
              </a:rPr>
              <a:t>biết</a:t>
            </a:r>
            <a:r>
              <a:rPr lang="en-US" sz="1600">
                <a:latin typeface="Barlow Semi Condensed" panose="00000506000000000000" pitchFamily="2" charset="0"/>
              </a:rPr>
              <a:t> </a:t>
            </a:r>
            <a:r>
              <a:rPr lang="en-US" sz="1600" err="1">
                <a:latin typeface="Barlow Semi Condensed" panose="00000506000000000000" pitchFamily="2" charset="0"/>
              </a:rPr>
              <a:t>nhãn</a:t>
            </a:r>
            <a:r>
              <a:rPr lang="en-US" sz="1600">
                <a:latin typeface="Barlow Semi Condensed" panose="00000506000000000000" pitchFamily="2" charset="0"/>
              </a:rPr>
              <a:t> </a:t>
            </a:r>
            <a:r>
              <a:rPr lang="en-US" sz="1600" err="1">
                <a:latin typeface="Barlow Semi Condensed" panose="00000506000000000000" pitchFamily="2" charset="0"/>
              </a:rPr>
              <a:t>thật</a:t>
            </a:r>
            <a:endParaRPr lang="en-US" sz="1600">
              <a:latin typeface="Barlow Semi Condensed" panose="00000506000000000000" pitchFamily="2" charset="0"/>
            </a:endParaRPr>
          </a:p>
        </p:txBody>
      </p:sp>
      <p:pic>
        <p:nvPicPr>
          <p:cNvPr id="2254" name="Picture 2253">
            <a:extLst>
              <a:ext uri="{FF2B5EF4-FFF2-40B4-BE49-F238E27FC236}">
                <a16:creationId xmlns:a16="http://schemas.microsoft.com/office/drawing/2014/main" id="{7777E5CB-3D78-48FB-FDA0-6DCE3D6AC561}"/>
              </a:ext>
            </a:extLst>
          </p:cNvPr>
          <p:cNvPicPr>
            <a:picLocks noChangeAspect="1"/>
          </p:cNvPicPr>
          <p:nvPr/>
        </p:nvPicPr>
        <p:blipFill>
          <a:blip r:embed="rId6"/>
          <a:stretch>
            <a:fillRect/>
          </a:stretch>
        </p:blipFill>
        <p:spPr>
          <a:xfrm>
            <a:off x="3556789" y="4093674"/>
            <a:ext cx="1981477" cy="37152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328848-0A70-34DF-AAE9-AFCD3AAEFB66}"/>
              </a:ext>
            </a:extLst>
          </p:cNvPr>
          <p:cNvPicPr>
            <a:picLocks noChangeAspect="1"/>
          </p:cNvPicPr>
          <p:nvPr/>
        </p:nvPicPr>
        <p:blipFill>
          <a:blip r:embed="rId3"/>
          <a:stretch>
            <a:fillRect/>
          </a:stretch>
        </p:blipFill>
        <p:spPr>
          <a:xfrm>
            <a:off x="-72668" y="75902"/>
            <a:ext cx="9144000" cy="4991695"/>
          </a:xfrm>
          <a:prstGeom prst="rect">
            <a:avLst/>
          </a:prstGeom>
        </p:spPr>
      </p:pic>
    </p:spTree>
    <p:extLst>
      <p:ext uri="{BB962C8B-B14F-4D97-AF65-F5344CB8AC3E}">
        <p14:creationId xmlns:p14="http://schemas.microsoft.com/office/powerpoint/2010/main" val="30203155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40">
          <a:extLst>
            <a:ext uri="{FF2B5EF4-FFF2-40B4-BE49-F238E27FC236}">
              <a16:creationId xmlns:a16="http://schemas.microsoft.com/office/drawing/2014/main" id="{A2C757FC-266C-F6DB-B8B8-9DBFE4A24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108A0C-4C24-3E06-8A95-6028A8EFDB5F}"/>
              </a:ext>
            </a:extLst>
          </p:cNvPr>
          <p:cNvSpPr>
            <a:spLocks noGrp="1"/>
          </p:cNvSpPr>
          <p:nvPr>
            <p:ph type="title"/>
          </p:nvPr>
        </p:nvSpPr>
        <p:spPr>
          <a:xfrm>
            <a:off x="1823475" y="117400"/>
            <a:ext cx="5496900" cy="572700"/>
          </a:xfrm>
        </p:spPr>
        <p:txBody>
          <a:bodyPr/>
          <a:lstStyle/>
          <a:p>
            <a:r>
              <a:rPr lang="en-US" sz="4000" b="1">
                <a:latin typeface="Barlow Semi Condensed" panose="00000506000000000000" pitchFamily="2" charset="0"/>
              </a:rPr>
              <a:t>Nguyên </a:t>
            </a:r>
            <a:r>
              <a:rPr lang="en-US" sz="4000" b="1" err="1">
                <a:latin typeface="Barlow Semi Condensed" panose="00000506000000000000" pitchFamily="2" charset="0"/>
              </a:rPr>
              <a:t>lý</a:t>
            </a:r>
            <a:r>
              <a:rPr lang="en-US" sz="4000" b="1">
                <a:latin typeface="Barlow Semi Condensed" panose="00000506000000000000" pitchFamily="2" charset="0"/>
              </a:rPr>
              <a:t> </a:t>
            </a:r>
            <a:r>
              <a:rPr lang="en-US" sz="4000" b="1" err="1">
                <a:latin typeface="Barlow Semi Condensed" panose="00000506000000000000" pitchFamily="2" charset="0"/>
              </a:rPr>
              <a:t>hoạt</a:t>
            </a:r>
            <a:r>
              <a:rPr lang="en-US" sz="4000" b="1">
                <a:latin typeface="Barlow Semi Condensed" panose="00000506000000000000" pitchFamily="2" charset="0"/>
              </a:rPr>
              <a:t> </a:t>
            </a:r>
            <a:r>
              <a:rPr lang="en-US" sz="4000" b="1" err="1">
                <a:latin typeface="Barlow Semi Condensed" panose="00000506000000000000" pitchFamily="2" charset="0"/>
              </a:rPr>
              <a:t>động</a:t>
            </a:r>
            <a:endParaRPr lang="en-US" sz="4000" b="1">
              <a:latin typeface="Barlow Semi Condensed" panose="00000506000000000000" pitchFamily="2" charset="0"/>
            </a:endParaRPr>
          </a:p>
        </p:txBody>
      </p:sp>
      <p:pic>
        <p:nvPicPr>
          <p:cNvPr id="2054" name="Picture 6">
            <a:extLst>
              <a:ext uri="{FF2B5EF4-FFF2-40B4-BE49-F238E27FC236}">
                <a16:creationId xmlns:a16="http://schemas.microsoft.com/office/drawing/2014/main" id="{046FE23C-AFD4-0FE9-8473-59A401635C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2030" y="911028"/>
            <a:ext cx="6039790" cy="3915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21062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40">
          <a:extLst>
            <a:ext uri="{FF2B5EF4-FFF2-40B4-BE49-F238E27FC236}">
              <a16:creationId xmlns:a16="http://schemas.microsoft.com/office/drawing/2014/main" id="{3596BFC5-649C-8E21-49EC-5B99A479C7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2B3F5-685F-94CF-435C-FD7F60D09B9C}"/>
              </a:ext>
            </a:extLst>
          </p:cNvPr>
          <p:cNvSpPr>
            <a:spLocks noGrp="1"/>
          </p:cNvSpPr>
          <p:nvPr>
            <p:ph type="title"/>
          </p:nvPr>
        </p:nvSpPr>
        <p:spPr>
          <a:xfrm>
            <a:off x="1823475" y="117400"/>
            <a:ext cx="5496900" cy="572700"/>
          </a:xfrm>
        </p:spPr>
        <p:txBody>
          <a:bodyPr/>
          <a:lstStyle/>
          <a:p>
            <a:r>
              <a:rPr lang="en-US" sz="4000" b="1">
                <a:latin typeface="Barlow Semi Condensed" panose="00000506000000000000" pitchFamily="2" charset="0"/>
              </a:rPr>
              <a:t>Nguyên </a:t>
            </a:r>
            <a:r>
              <a:rPr lang="en-US" sz="4000" b="1" err="1">
                <a:latin typeface="Barlow Semi Condensed" panose="00000506000000000000" pitchFamily="2" charset="0"/>
              </a:rPr>
              <a:t>lý</a:t>
            </a:r>
            <a:r>
              <a:rPr lang="en-US" sz="4000" b="1">
                <a:latin typeface="Barlow Semi Condensed" panose="00000506000000000000" pitchFamily="2" charset="0"/>
              </a:rPr>
              <a:t> </a:t>
            </a:r>
            <a:r>
              <a:rPr lang="en-US" sz="4000" b="1" err="1">
                <a:latin typeface="Barlow Semi Condensed" panose="00000506000000000000" pitchFamily="2" charset="0"/>
              </a:rPr>
              <a:t>hoạt</a:t>
            </a:r>
            <a:r>
              <a:rPr lang="en-US" sz="4000" b="1">
                <a:latin typeface="Barlow Semi Condensed" panose="00000506000000000000" pitchFamily="2" charset="0"/>
              </a:rPr>
              <a:t> </a:t>
            </a:r>
            <a:r>
              <a:rPr lang="en-US" sz="4000" b="1" err="1">
                <a:latin typeface="Barlow Semi Condensed" panose="00000506000000000000" pitchFamily="2" charset="0"/>
              </a:rPr>
              <a:t>động</a:t>
            </a:r>
            <a:endParaRPr lang="en-US" sz="4000" b="1">
              <a:latin typeface="Barlow Semi Condensed" panose="00000506000000000000" pitchFamily="2" charset="0"/>
            </a:endParaRPr>
          </a:p>
        </p:txBody>
      </p:sp>
      <p:pic>
        <p:nvPicPr>
          <p:cNvPr id="2054" name="Picture 6">
            <a:extLst>
              <a:ext uri="{FF2B5EF4-FFF2-40B4-BE49-F238E27FC236}">
                <a16:creationId xmlns:a16="http://schemas.microsoft.com/office/drawing/2014/main" id="{EBAE27A1-BBA5-DBAB-C219-EAF7C98103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0" b="57584"/>
          <a:stretch>
            <a:fillRect/>
          </a:stretch>
        </p:blipFill>
        <p:spPr bwMode="auto">
          <a:xfrm>
            <a:off x="1536992" y="1553554"/>
            <a:ext cx="6070016" cy="1660722"/>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2178;p39">
            <a:extLst>
              <a:ext uri="{FF2B5EF4-FFF2-40B4-BE49-F238E27FC236}">
                <a16:creationId xmlns:a16="http://schemas.microsoft.com/office/drawing/2014/main" id="{5A7AD120-5666-2229-C957-C55E79CE74D5}"/>
              </a:ext>
            </a:extLst>
          </p:cNvPr>
          <p:cNvSpPr txBox="1">
            <a:spLocks/>
          </p:cNvSpPr>
          <p:nvPr/>
        </p:nvSpPr>
        <p:spPr>
          <a:xfrm>
            <a:off x="1420894" y="980854"/>
            <a:ext cx="6186114" cy="5727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err="1">
                <a:latin typeface="Barlow Semi Condensed" panose="00000506000000000000" pitchFamily="2" charset="0"/>
              </a:rPr>
              <a:t>Mục</a:t>
            </a:r>
            <a:r>
              <a:rPr lang="en-US" sz="1600" b="1">
                <a:latin typeface="Barlow Semi Condensed" panose="00000506000000000000" pitchFamily="2" charset="0"/>
              </a:rPr>
              <a:t> </a:t>
            </a:r>
            <a:r>
              <a:rPr lang="en-US" sz="1600" b="1" err="1">
                <a:latin typeface="Barlow Semi Condensed" panose="00000506000000000000" pitchFamily="2" charset="0"/>
              </a:rPr>
              <a:t>tiêu</a:t>
            </a:r>
            <a:r>
              <a:rPr lang="en-US" sz="1600" b="1">
                <a:latin typeface="Barlow Semi Condensed" panose="00000506000000000000" pitchFamily="2" charset="0"/>
              </a:rPr>
              <a:t> </a:t>
            </a:r>
            <a:r>
              <a:rPr lang="en-US" sz="1600" b="1" err="1">
                <a:latin typeface="Barlow Semi Condensed" panose="00000506000000000000" pitchFamily="2" charset="0"/>
              </a:rPr>
              <a:t>của</a:t>
            </a:r>
            <a:r>
              <a:rPr lang="en-US" sz="1600" b="1">
                <a:latin typeface="Barlow Semi Condensed" panose="00000506000000000000" pitchFamily="2" charset="0"/>
              </a:rPr>
              <a:t> Stage I: </a:t>
            </a:r>
            <a:r>
              <a:rPr lang="en-US" sz="1600">
                <a:latin typeface="Barlow Semi Condensed" panose="00000506000000000000" pitchFamily="2" charset="0"/>
              </a:rPr>
              <a:t>Khai </a:t>
            </a:r>
            <a:r>
              <a:rPr lang="en-US" sz="1600" err="1">
                <a:latin typeface="Barlow Semi Condensed" panose="00000506000000000000" pitchFamily="2" charset="0"/>
              </a:rPr>
              <a:t>thác</a:t>
            </a:r>
            <a:r>
              <a:rPr lang="en-US" sz="1600">
                <a:latin typeface="Barlow Semi Condensed" panose="00000506000000000000" pitchFamily="2" charset="0"/>
              </a:rPr>
              <a:t> </a:t>
            </a:r>
            <a:r>
              <a:rPr lang="en-US" sz="1600" err="1">
                <a:latin typeface="Barlow Semi Condensed" panose="00000506000000000000" pitchFamily="2" charset="0"/>
              </a:rPr>
              <a:t>đặc</a:t>
            </a:r>
            <a:r>
              <a:rPr lang="en-US" sz="1600">
                <a:latin typeface="Barlow Semi Condensed" panose="00000506000000000000" pitchFamily="2" charset="0"/>
              </a:rPr>
              <a:t> </a:t>
            </a:r>
            <a:r>
              <a:rPr lang="en-US" sz="1600" err="1">
                <a:latin typeface="Barlow Semi Condensed" panose="00000506000000000000" pitchFamily="2" charset="0"/>
              </a:rPr>
              <a:t>trưng</a:t>
            </a:r>
            <a:r>
              <a:rPr lang="en-US" sz="1600">
                <a:latin typeface="Barlow Semi Condensed" panose="00000506000000000000" pitchFamily="2" charset="0"/>
              </a:rPr>
              <a:t> </a:t>
            </a:r>
            <a:r>
              <a:rPr lang="en-US" sz="1600" err="1">
                <a:latin typeface="Barlow Semi Condensed" panose="00000506000000000000" pitchFamily="2" charset="0"/>
              </a:rPr>
              <a:t>dữ</a:t>
            </a:r>
            <a:r>
              <a:rPr lang="en-US" sz="1600">
                <a:latin typeface="Barlow Semi Condensed" panose="00000506000000000000" pitchFamily="2" charset="0"/>
              </a:rPr>
              <a:t> </a:t>
            </a:r>
            <a:r>
              <a:rPr lang="en-US" sz="1600" err="1">
                <a:latin typeface="Barlow Semi Condensed" panose="00000506000000000000" pitchFamily="2" charset="0"/>
              </a:rPr>
              <a:t>liệu</a:t>
            </a:r>
            <a:r>
              <a:rPr lang="en-US" sz="1600">
                <a:latin typeface="Barlow Semi Condensed" panose="00000506000000000000" pitchFamily="2" charset="0"/>
              </a:rPr>
              <a:t> </a:t>
            </a:r>
            <a:r>
              <a:rPr lang="en-US" sz="1600" err="1">
                <a:latin typeface="Barlow Semi Condensed" panose="00000506000000000000" pitchFamily="2" charset="0"/>
              </a:rPr>
              <a:t>để</a:t>
            </a:r>
            <a:r>
              <a:rPr lang="en-US" sz="1600">
                <a:latin typeface="Barlow Semi Condensed" panose="00000506000000000000" pitchFamily="2" charset="0"/>
              </a:rPr>
              <a:t> </a:t>
            </a:r>
            <a:r>
              <a:rPr lang="en-US" sz="1600" err="1">
                <a:latin typeface="Barlow Semi Condensed" panose="00000506000000000000" pitchFamily="2" charset="0"/>
              </a:rPr>
              <a:t>tạo</a:t>
            </a:r>
            <a:r>
              <a:rPr lang="en-US" sz="1600">
                <a:latin typeface="Barlow Semi Condensed" panose="00000506000000000000" pitchFamily="2" charset="0"/>
              </a:rPr>
              <a:t> </a:t>
            </a:r>
            <a:r>
              <a:rPr lang="en-US" sz="1600" err="1">
                <a:latin typeface="Barlow Semi Condensed" panose="00000506000000000000" pitchFamily="2" charset="0"/>
              </a:rPr>
              <a:t>nhãn</a:t>
            </a:r>
            <a:r>
              <a:rPr lang="en-US" sz="1600">
                <a:latin typeface="Barlow Semi Condensed" panose="00000506000000000000" pitchFamily="2" charset="0"/>
              </a:rPr>
              <a:t> </a:t>
            </a:r>
            <a:r>
              <a:rPr lang="en-US" sz="1600" err="1">
                <a:latin typeface="Barlow Semi Condensed" panose="00000506000000000000" pitchFamily="2" charset="0"/>
              </a:rPr>
              <a:t>giả</a:t>
            </a:r>
            <a:r>
              <a:rPr lang="en-US" sz="1600">
                <a:latin typeface="Barlow Semi Condensed" panose="00000506000000000000" pitchFamily="2" charset="0"/>
              </a:rPr>
              <a:t> </a:t>
            </a:r>
            <a:r>
              <a:rPr lang="en-US" sz="1600" err="1">
                <a:latin typeface="Barlow Semi Condensed" panose="00000506000000000000" pitchFamily="2" charset="0"/>
              </a:rPr>
              <a:t>có</a:t>
            </a:r>
            <a:r>
              <a:rPr lang="en-US" sz="1600">
                <a:latin typeface="Barlow Semi Condensed" panose="00000506000000000000" pitchFamily="2" charset="0"/>
              </a:rPr>
              <a:t> </a:t>
            </a:r>
            <a:r>
              <a:rPr lang="en-US" sz="1600" err="1">
                <a:latin typeface="Barlow Semi Condensed" panose="00000506000000000000" pitchFamily="2" charset="0"/>
              </a:rPr>
              <a:t>độ</a:t>
            </a:r>
            <a:r>
              <a:rPr lang="en-US" sz="1600">
                <a:latin typeface="Barlow Semi Condensed" panose="00000506000000000000" pitchFamily="2" charset="0"/>
              </a:rPr>
              <a:t> </a:t>
            </a:r>
            <a:r>
              <a:rPr lang="en-US" sz="1600" err="1">
                <a:latin typeface="Barlow Semi Condensed" panose="00000506000000000000" pitchFamily="2" charset="0"/>
              </a:rPr>
              <a:t>tín</a:t>
            </a:r>
            <a:r>
              <a:rPr lang="en-US" sz="1600">
                <a:latin typeface="Barlow Semi Condensed" panose="00000506000000000000" pitchFamily="2" charset="0"/>
              </a:rPr>
              <a:t> </a:t>
            </a:r>
            <a:r>
              <a:rPr lang="en-US" sz="1600" err="1">
                <a:latin typeface="Barlow Semi Condensed" panose="00000506000000000000" pitchFamily="2" charset="0"/>
              </a:rPr>
              <a:t>cậy</a:t>
            </a:r>
            <a:r>
              <a:rPr lang="en-US" sz="1600">
                <a:latin typeface="Barlow Semi Condensed" panose="00000506000000000000" pitchFamily="2" charset="0"/>
              </a:rPr>
              <a:t> </a:t>
            </a:r>
            <a:r>
              <a:rPr lang="en-US" sz="1600" err="1">
                <a:latin typeface="Barlow Semi Condensed" panose="00000506000000000000" pitchFamily="2" charset="0"/>
              </a:rPr>
              <a:t>cao</a:t>
            </a:r>
            <a:r>
              <a:rPr lang="en-US" sz="1600">
                <a:latin typeface="Barlow Semi Condensed" panose="00000506000000000000" pitchFamily="2" charset="0"/>
              </a:rPr>
              <a:t> </a:t>
            </a:r>
            <a:r>
              <a:rPr lang="en-US" sz="1600" err="1">
                <a:latin typeface="Barlow Semi Condensed" panose="00000506000000000000" pitchFamily="2" charset="0"/>
              </a:rPr>
              <a:t>mà</a:t>
            </a:r>
            <a:r>
              <a:rPr lang="en-US" sz="1600">
                <a:latin typeface="Barlow Semi Condensed" panose="00000506000000000000" pitchFamily="2" charset="0"/>
              </a:rPr>
              <a:t> k </a:t>
            </a:r>
            <a:r>
              <a:rPr lang="en-US" sz="1600" err="1">
                <a:latin typeface="Barlow Semi Condensed" panose="00000506000000000000" pitchFamily="2" charset="0"/>
              </a:rPr>
              <a:t>cần</a:t>
            </a:r>
            <a:r>
              <a:rPr lang="en-US" sz="1600">
                <a:latin typeface="Barlow Semi Condensed" panose="00000506000000000000" pitchFamily="2" charset="0"/>
              </a:rPr>
              <a:t> </a:t>
            </a:r>
            <a:r>
              <a:rPr lang="en-US" sz="1600" err="1">
                <a:latin typeface="Barlow Semi Condensed" panose="00000506000000000000" pitchFamily="2" charset="0"/>
              </a:rPr>
              <a:t>dữ</a:t>
            </a:r>
            <a:r>
              <a:rPr lang="en-US" sz="1600">
                <a:latin typeface="Barlow Semi Condensed" panose="00000506000000000000" pitchFamily="2" charset="0"/>
              </a:rPr>
              <a:t> </a:t>
            </a:r>
            <a:r>
              <a:rPr lang="en-US" sz="1600" err="1">
                <a:latin typeface="Barlow Semi Condensed" panose="00000506000000000000" pitchFamily="2" charset="0"/>
              </a:rPr>
              <a:t>liệu</a:t>
            </a:r>
            <a:r>
              <a:rPr lang="en-US" sz="1600">
                <a:latin typeface="Barlow Semi Condensed" panose="00000506000000000000" pitchFamily="2" charset="0"/>
              </a:rPr>
              <a:t> </a:t>
            </a:r>
            <a:r>
              <a:rPr lang="en-US" sz="1600" err="1">
                <a:latin typeface="Barlow Semi Condensed" panose="00000506000000000000" pitchFamily="2" charset="0"/>
              </a:rPr>
              <a:t>nguồn</a:t>
            </a:r>
            <a:endParaRPr lang="en-US" sz="1600">
              <a:latin typeface="Barlow Semi Condensed" panose="00000506000000000000" pitchFamily="2" charset="0"/>
            </a:endParaRPr>
          </a:p>
        </p:txBody>
      </p:sp>
      <p:sp>
        <p:nvSpPr>
          <p:cNvPr id="4" name="Google Shape;2178;p39">
            <a:extLst>
              <a:ext uri="{FF2B5EF4-FFF2-40B4-BE49-F238E27FC236}">
                <a16:creationId xmlns:a16="http://schemas.microsoft.com/office/drawing/2014/main" id="{CD982C9A-DA60-2D5D-6F1E-16AE9EBAE180}"/>
              </a:ext>
            </a:extLst>
          </p:cNvPr>
          <p:cNvSpPr txBox="1">
            <a:spLocks/>
          </p:cNvSpPr>
          <p:nvPr/>
        </p:nvSpPr>
        <p:spPr>
          <a:xfrm>
            <a:off x="1420894" y="3214276"/>
            <a:ext cx="6118364" cy="1128077"/>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a:latin typeface="Barlow Semi Condensed" panose="00000506000000000000" pitchFamily="2" charset="0"/>
              </a:rPr>
              <a:t>Entropy Map: </a:t>
            </a:r>
            <a:r>
              <a:rPr lang="en-US" sz="1600" err="1">
                <a:latin typeface="Barlow Semi Condensed" panose="00000506000000000000" pitchFamily="2" charset="0"/>
              </a:rPr>
              <a:t>Đo</a:t>
            </a:r>
            <a:r>
              <a:rPr lang="en-US" sz="1600">
                <a:latin typeface="Barlow Semi Condensed" panose="00000506000000000000" pitchFamily="2" charset="0"/>
              </a:rPr>
              <a:t> </a:t>
            </a:r>
            <a:r>
              <a:rPr lang="en-US" sz="1600" err="1">
                <a:latin typeface="Barlow Semi Condensed" panose="00000506000000000000" pitchFamily="2" charset="0"/>
              </a:rPr>
              <a:t>lường</a:t>
            </a:r>
            <a:r>
              <a:rPr lang="en-US" sz="1600">
                <a:latin typeface="Barlow Semi Condensed" panose="00000506000000000000" pitchFamily="2" charset="0"/>
              </a:rPr>
              <a:t> </a:t>
            </a:r>
            <a:r>
              <a:rPr lang="en-US" sz="1600" err="1">
                <a:latin typeface="Barlow Semi Condensed" panose="00000506000000000000" pitchFamily="2" charset="0"/>
              </a:rPr>
              <a:t>sự</a:t>
            </a:r>
            <a:r>
              <a:rPr lang="en-US" sz="1600">
                <a:latin typeface="Barlow Semi Condensed" panose="00000506000000000000" pitchFamily="2" charset="0"/>
              </a:rPr>
              <a:t> </a:t>
            </a:r>
            <a:r>
              <a:rPr lang="en-US" sz="1600" err="1">
                <a:latin typeface="Barlow Semi Condensed" panose="00000506000000000000" pitchFamily="2" charset="0"/>
              </a:rPr>
              <a:t>phân</a:t>
            </a:r>
            <a:r>
              <a:rPr lang="en-US" sz="1600">
                <a:latin typeface="Barlow Semi Condensed" panose="00000506000000000000" pitchFamily="2" charset="0"/>
              </a:rPr>
              <a:t> </a:t>
            </a:r>
            <a:r>
              <a:rPr lang="en-US" sz="1600" err="1">
                <a:latin typeface="Barlow Semi Condensed" panose="00000506000000000000" pitchFamily="2" charset="0"/>
              </a:rPr>
              <a:t>vân</a:t>
            </a:r>
            <a:r>
              <a:rPr lang="en-US" sz="1600">
                <a:latin typeface="Barlow Semi Condensed" panose="00000506000000000000" pitchFamily="2" charset="0"/>
              </a:rPr>
              <a:t> </a:t>
            </a:r>
            <a:r>
              <a:rPr lang="en-US" sz="1600" err="1">
                <a:latin typeface="Barlow Semi Condensed" panose="00000506000000000000" pitchFamily="2" charset="0"/>
              </a:rPr>
              <a:t>của</a:t>
            </a:r>
            <a:r>
              <a:rPr lang="en-US" sz="1600">
                <a:latin typeface="Barlow Semi Condensed" panose="00000506000000000000" pitchFamily="2" charset="0"/>
              </a:rPr>
              <a:t> Source Model </a:t>
            </a:r>
            <a:r>
              <a:rPr lang="en-US" sz="1600" err="1">
                <a:latin typeface="Barlow Semi Condensed" panose="00000506000000000000" pitchFamily="2" charset="0"/>
              </a:rPr>
              <a:t>tại</a:t>
            </a:r>
            <a:r>
              <a:rPr lang="en-US" sz="1600">
                <a:latin typeface="Barlow Semi Condensed" panose="00000506000000000000" pitchFamily="2" charset="0"/>
              </a:rPr>
              <a:t> </a:t>
            </a:r>
            <a:r>
              <a:rPr lang="en-US" sz="1600" err="1">
                <a:latin typeface="Barlow Semi Condensed" panose="00000506000000000000" pitchFamily="2" charset="0"/>
              </a:rPr>
              <a:t>mỗi</a:t>
            </a:r>
            <a:r>
              <a:rPr lang="en-US" sz="1600">
                <a:latin typeface="Barlow Semi Condensed" panose="00000506000000000000" pitchFamily="2" charset="0"/>
              </a:rPr>
              <a:t> pixel. </a:t>
            </a:r>
            <a:r>
              <a:rPr lang="en-US" sz="1600" err="1">
                <a:latin typeface="Barlow Semi Condensed" panose="00000506000000000000" pitchFamily="2" charset="0"/>
              </a:rPr>
              <a:t>Với</a:t>
            </a:r>
            <a:r>
              <a:rPr lang="en-US" sz="1600">
                <a:latin typeface="Barlow Semi Condensed" panose="00000506000000000000" pitchFamily="2" charset="0"/>
              </a:rPr>
              <a:t> p</a:t>
            </a:r>
            <a:r>
              <a:rPr lang="en-US" sz="1600" baseline="-25000">
                <a:latin typeface="Barlow Semi Condensed" panose="00000506000000000000" pitchFamily="2" charset="0"/>
              </a:rPr>
              <a:t>c </a:t>
            </a:r>
            <a:r>
              <a:rPr lang="en-US" sz="1600" err="1">
                <a:latin typeface="Barlow Semi Condensed" panose="00000506000000000000" pitchFamily="2" charset="0"/>
              </a:rPr>
              <a:t>là</a:t>
            </a:r>
            <a:r>
              <a:rPr lang="en-US" sz="1600">
                <a:latin typeface="Barlow Semi Condensed" panose="00000506000000000000" pitchFamily="2" charset="0"/>
              </a:rPr>
              <a:t> </a:t>
            </a:r>
            <a:r>
              <a:rPr lang="en-US" sz="1600" err="1">
                <a:latin typeface="Barlow Semi Condensed" panose="00000506000000000000" pitchFamily="2" charset="0"/>
              </a:rPr>
              <a:t>xác</a:t>
            </a:r>
            <a:r>
              <a:rPr lang="en-US" sz="1600">
                <a:latin typeface="Barlow Semi Condensed" panose="00000506000000000000" pitchFamily="2" charset="0"/>
              </a:rPr>
              <a:t> </a:t>
            </a:r>
            <a:r>
              <a:rPr lang="en-US" sz="1600" err="1">
                <a:latin typeface="Barlow Semi Condensed" panose="00000506000000000000" pitchFamily="2" charset="0"/>
              </a:rPr>
              <a:t>suất</a:t>
            </a:r>
            <a:r>
              <a:rPr lang="en-US" sz="1600">
                <a:latin typeface="Barlow Semi Condensed" panose="00000506000000000000" pitchFamily="2" charset="0"/>
              </a:rPr>
              <a:t> </a:t>
            </a:r>
            <a:r>
              <a:rPr lang="en-US" sz="1600" err="1">
                <a:latin typeface="Barlow Semi Condensed" panose="00000506000000000000" pitchFamily="2" charset="0"/>
              </a:rPr>
              <a:t>dự</a:t>
            </a:r>
            <a:r>
              <a:rPr lang="en-US" sz="1600">
                <a:latin typeface="Barlow Semi Condensed" panose="00000506000000000000" pitchFamily="2" charset="0"/>
              </a:rPr>
              <a:t> </a:t>
            </a:r>
            <a:r>
              <a:rPr lang="en-US" sz="1600" err="1">
                <a:latin typeface="Barlow Semi Condensed" panose="00000506000000000000" pitchFamily="2" charset="0"/>
              </a:rPr>
              <a:t>đoán</a:t>
            </a:r>
            <a:r>
              <a:rPr lang="en-US" sz="1600">
                <a:latin typeface="Barlow Semi Condensed" panose="00000506000000000000" pitchFamily="2" charset="0"/>
              </a:rPr>
              <a:t> pixel </a:t>
            </a:r>
            <a:r>
              <a:rPr lang="en-US" sz="1600" err="1">
                <a:latin typeface="Barlow Semi Condensed" panose="00000506000000000000" pitchFamily="2" charset="0"/>
              </a:rPr>
              <a:t>thuộc</a:t>
            </a:r>
            <a:r>
              <a:rPr lang="en-US" sz="1600">
                <a:latin typeface="Barlow Semi Condensed" panose="00000506000000000000" pitchFamily="2" charset="0"/>
              </a:rPr>
              <a:t> </a:t>
            </a:r>
            <a:r>
              <a:rPr lang="en-US" sz="1600" err="1">
                <a:latin typeface="Barlow Semi Condensed" panose="00000506000000000000" pitchFamily="2" charset="0"/>
              </a:rPr>
              <a:t>lớp</a:t>
            </a:r>
            <a:r>
              <a:rPr lang="en-US" sz="1600">
                <a:latin typeface="Barlow Semi Condensed" panose="00000506000000000000" pitchFamily="2" charset="0"/>
              </a:rPr>
              <a:t> c.</a:t>
            </a:r>
          </a:p>
        </p:txBody>
      </p:sp>
      <p:pic>
        <p:nvPicPr>
          <p:cNvPr id="6" name="Picture 5">
            <a:extLst>
              <a:ext uri="{FF2B5EF4-FFF2-40B4-BE49-F238E27FC236}">
                <a16:creationId xmlns:a16="http://schemas.microsoft.com/office/drawing/2014/main" id="{A4E36557-2EE5-9748-72C9-A929633109E4}"/>
              </a:ext>
            </a:extLst>
          </p:cNvPr>
          <p:cNvPicPr>
            <a:picLocks noChangeAspect="1"/>
          </p:cNvPicPr>
          <p:nvPr/>
        </p:nvPicPr>
        <p:blipFill>
          <a:blip r:embed="rId4"/>
          <a:stretch>
            <a:fillRect/>
          </a:stretch>
        </p:blipFill>
        <p:spPr>
          <a:xfrm>
            <a:off x="3277472" y="3881619"/>
            <a:ext cx="1905266" cy="562053"/>
          </a:xfrm>
          <a:prstGeom prst="rect">
            <a:avLst/>
          </a:prstGeom>
        </p:spPr>
      </p:pic>
    </p:spTree>
    <p:extLst>
      <p:ext uri="{BB962C8B-B14F-4D97-AF65-F5344CB8AC3E}">
        <p14:creationId xmlns:p14="http://schemas.microsoft.com/office/powerpoint/2010/main" val="5446136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40">
          <a:extLst>
            <a:ext uri="{FF2B5EF4-FFF2-40B4-BE49-F238E27FC236}">
              <a16:creationId xmlns:a16="http://schemas.microsoft.com/office/drawing/2014/main" id="{29D2C783-0698-F58F-E76A-75E66A4F33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EB5E2-16A0-2256-57B5-49737C15B48B}"/>
              </a:ext>
            </a:extLst>
          </p:cNvPr>
          <p:cNvSpPr>
            <a:spLocks noGrp="1"/>
          </p:cNvSpPr>
          <p:nvPr>
            <p:ph type="title"/>
          </p:nvPr>
        </p:nvSpPr>
        <p:spPr>
          <a:xfrm>
            <a:off x="1823475" y="117400"/>
            <a:ext cx="5496900" cy="572700"/>
          </a:xfrm>
        </p:spPr>
        <p:txBody>
          <a:bodyPr/>
          <a:lstStyle/>
          <a:p>
            <a:r>
              <a:rPr lang="en-US" sz="4000" b="1">
                <a:latin typeface="Barlow Semi Condensed" panose="00000506000000000000" pitchFamily="2" charset="0"/>
              </a:rPr>
              <a:t>Nguyên </a:t>
            </a:r>
            <a:r>
              <a:rPr lang="en-US" sz="4000" b="1" err="1">
                <a:latin typeface="Barlow Semi Condensed" panose="00000506000000000000" pitchFamily="2" charset="0"/>
              </a:rPr>
              <a:t>lý</a:t>
            </a:r>
            <a:r>
              <a:rPr lang="en-US" sz="4000" b="1">
                <a:latin typeface="Barlow Semi Condensed" panose="00000506000000000000" pitchFamily="2" charset="0"/>
              </a:rPr>
              <a:t> </a:t>
            </a:r>
            <a:r>
              <a:rPr lang="en-US" sz="4000" b="1" err="1">
                <a:latin typeface="Barlow Semi Condensed" panose="00000506000000000000" pitchFamily="2" charset="0"/>
              </a:rPr>
              <a:t>hoạt</a:t>
            </a:r>
            <a:r>
              <a:rPr lang="en-US" sz="4000" b="1">
                <a:latin typeface="Barlow Semi Condensed" panose="00000506000000000000" pitchFamily="2" charset="0"/>
              </a:rPr>
              <a:t> </a:t>
            </a:r>
            <a:r>
              <a:rPr lang="en-US" sz="4000" b="1" err="1">
                <a:latin typeface="Barlow Semi Condensed" panose="00000506000000000000" pitchFamily="2" charset="0"/>
              </a:rPr>
              <a:t>động</a:t>
            </a:r>
            <a:endParaRPr lang="en-US" sz="4000" b="1">
              <a:latin typeface="Barlow Semi Condensed" panose="00000506000000000000" pitchFamily="2" charset="0"/>
            </a:endParaRPr>
          </a:p>
        </p:txBody>
      </p:sp>
      <p:pic>
        <p:nvPicPr>
          <p:cNvPr id="2054" name="Picture 6">
            <a:extLst>
              <a:ext uri="{FF2B5EF4-FFF2-40B4-BE49-F238E27FC236}">
                <a16:creationId xmlns:a16="http://schemas.microsoft.com/office/drawing/2014/main" id="{ED8FE766-6FEC-E569-1F16-DC7E19E9BF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0" b="57584"/>
          <a:stretch>
            <a:fillRect/>
          </a:stretch>
        </p:blipFill>
        <p:spPr bwMode="auto">
          <a:xfrm>
            <a:off x="1536992" y="1553554"/>
            <a:ext cx="6070016" cy="1660722"/>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2178;p39">
            <a:extLst>
              <a:ext uri="{FF2B5EF4-FFF2-40B4-BE49-F238E27FC236}">
                <a16:creationId xmlns:a16="http://schemas.microsoft.com/office/drawing/2014/main" id="{D1241498-D487-EDD2-F7E0-0D592FE5AC41}"/>
              </a:ext>
            </a:extLst>
          </p:cNvPr>
          <p:cNvSpPr txBox="1">
            <a:spLocks/>
          </p:cNvSpPr>
          <p:nvPr/>
        </p:nvSpPr>
        <p:spPr>
          <a:xfrm>
            <a:off x="1420894" y="980854"/>
            <a:ext cx="6186114" cy="5727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a:latin typeface="Barlow Semi Condensed" panose="00000506000000000000" pitchFamily="2" charset="0"/>
              </a:rPr>
              <a:t>Selective </a:t>
            </a:r>
            <a:r>
              <a:rPr lang="en-US" sz="1600" b="1" err="1">
                <a:latin typeface="Barlow Semi Condensed" panose="00000506000000000000" pitchFamily="2" charset="0"/>
              </a:rPr>
              <a:t>Voing</a:t>
            </a:r>
            <a:r>
              <a:rPr lang="en-US" sz="1600" b="1">
                <a:latin typeface="Barlow Semi Condensed" panose="00000506000000000000" pitchFamily="2" charset="0"/>
              </a:rPr>
              <a:t>: </a:t>
            </a:r>
            <a:r>
              <a:rPr lang="en-US" sz="1600" err="1">
                <a:latin typeface="Barlow Semi Condensed" panose="00000506000000000000" pitchFamily="2" charset="0"/>
              </a:rPr>
              <a:t>chỉ</a:t>
            </a:r>
            <a:r>
              <a:rPr lang="en-US" sz="1600">
                <a:latin typeface="Barlow Semi Condensed" panose="00000506000000000000" pitchFamily="2" charset="0"/>
              </a:rPr>
              <a:t> </a:t>
            </a:r>
            <a:r>
              <a:rPr lang="en-US" sz="1600" err="1">
                <a:latin typeface="Barlow Semi Condensed" panose="00000506000000000000" pitchFamily="2" charset="0"/>
              </a:rPr>
              <a:t>giữ</a:t>
            </a:r>
            <a:r>
              <a:rPr lang="en-US" sz="1600">
                <a:latin typeface="Barlow Semi Condensed" panose="00000506000000000000" pitchFamily="2" charset="0"/>
              </a:rPr>
              <a:t> </a:t>
            </a:r>
            <a:r>
              <a:rPr lang="en-US" sz="1600" err="1">
                <a:latin typeface="Barlow Semi Condensed" panose="00000506000000000000" pitchFamily="2" charset="0"/>
              </a:rPr>
              <a:t>lại</a:t>
            </a:r>
            <a:r>
              <a:rPr lang="en-US" sz="1600">
                <a:latin typeface="Barlow Semi Condensed" panose="00000506000000000000" pitchFamily="2" charset="0"/>
              </a:rPr>
              <a:t> </a:t>
            </a:r>
            <a:r>
              <a:rPr lang="en-US" sz="1600" err="1">
                <a:latin typeface="Barlow Semi Condensed" panose="00000506000000000000" pitchFamily="2" charset="0"/>
              </a:rPr>
              <a:t>các</a:t>
            </a:r>
            <a:r>
              <a:rPr lang="en-US" sz="1600">
                <a:latin typeface="Barlow Semi Condensed" panose="00000506000000000000" pitchFamily="2" charset="0"/>
              </a:rPr>
              <a:t> pixel </a:t>
            </a:r>
            <a:r>
              <a:rPr lang="en-US" sz="1600" err="1">
                <a:latin typeface="Barlow Semi Condensed" panose="00000506000000000000" pitchFamily="2" charset="0"/>
              </a:rPr>
              <a:t>mà</a:t>
            </a:r>
            <a:r>
              <a:rPr lang="en-US" sz="1600">
                <a:latin typeface="Barlow Semi Condensed" panose="00000506000000000000" pitchFamily="2" charset="0"/>
              </a:rPr>
              <a:t> </a:t>
            </a:r>
            <a:r>
              <a:rPr lang="en-US" sz="1600" err="1">
                <a:latin typeface="Barlow Semi Condensed" panose="00000506000000000000" pitchFamily="2" charset="0"/>
              </a:rPr>
              <a:t>mô</a:t>
            </a:r>
            <a:r>
              <a:rPr lang="en-US" sz="1600">
                <a:latin typeface="Barlow Semi Condensed" panose="00000506000000000000" pitchFamily="2" charset="0"/>
              </a:rPr>
              <a:t> </a:t>
            </a:r>
            <a:r>
              <a:rPr lang="en-US" sz="1600" err="1">
                <a:latin typeface="Barlow Semi Condensed" panose="00000506000000000000" pitchFamily="2" charset="0"/>
              </a:rPr>
              <a:t>hình</a:t>
            </a:r>
            <a:r>
              <a:rPr lang="en-US" sz="1600">
                <a:latin typeface="Barlow Semi Condensed" panose="00000506000000000000" pitchFamily="2" charset="0"/>
              </a:rPr>
              <a:t> </a:t>
            </a:r>
            <a:r>
              <a:rPr lang="en-US" sz="1600" err="1">
                <a:latin typeface="Barlow Semi Condensed" panose="00000506000000000000" pitchFamily="2" charset="0"/>
              </a:rPr>
              <a:t>có</a:t>
            </a:r>
            <a:r>
              <a:rPr lang="en-US" sz="1600">
                <a:latin typeface="Barlow Semi Condensed" panose="00000506000000000000" pitchFamily="2" charset="0"/>
              </a:rPr>
              <a:t> </a:t>
            </a:r>
            <a:r>
              <a:rPr lang="en-US" sz="1600" err="1">
                <a:latin typeface="Barlow Semi Condensed" panose="00000506000000000000" pitchFamily="2" charset="0"/>
              </a:rPr>
              <a:t>dự</a:t>
            </a:r>
            <a:r>
              <a:rPr lang="en-US" sz="1600">
                <a:latin typeface="Barlow Semi Condensed" panose="00000506000000000000" pitchFamily="2" charset="0"/>
              </a:rPr>
              <a:t> </a:t>
            </a:r>
            <a:r>
              <a:rPr lang="en-US" sz="1600" err="1">
                <a:latin typeface="Barlow Semi Condensed" panose="00000506000000000000" pitchFamily="2" charset="0"/>
              </a:rPr>
              <a:t>đoán</a:t>
            </a:r>
            <a:r>
              <a:rPr lang="en-US" sz="1600">
                <a:latin typeface="Barlow Semi Condensed" panose="00000506000000000000" pitchFamily="2" charset="0"/>
              </a:rPr>
              <a:t> </a:t>
            </a:r>
            <a:r>
              <a:rPr lang="en-US" sz="1600" err="1">
                <a:latin typeface="Barlow Semi Condensed" panose="00000506000000000000" pitchFamily="2" charset="0"/>
              </a:rPr>
              <a:t>nhất</a:t>
            </a:r>
            <a:r>
              <a:rPr lang="en-US" sz="1600">
                <a:latin typeface="Barlow Semi Condensed" panose="00000506000000000000" pitchFamily="2" charset="0"/>
              </a:rPr>
              <a:t> </a:t>
            </a:r>
            <a:r>
              <a:rPr lang="en-US" sz="1600" err="1">
                <a:latin typeface="Barlow Semi Condensed" panose="00000506000000000000" pitchFamily="2" charset="0"/>
              </a:rPr>
              <a:t>quán</a:t>
            </a:r>
            <a:r>
              <a:rPr lang="en-US" sz="1600">
                <a:latin typeface="Barlow Semi Condensed" panose="00000506000000000000" pitchFamily="2" charset="0"/>
              </a:rPr>
              <a:t> </a:t>
            </a:r>
            <a:r>
              <a:rPr lang="en-US" sz="1600" err="1">
                <a:latin typeface="Barlow Semi Condensed" panose="00000506000000000000" pitchFamily="2" charset="0"/>
              </a:rPr>
              <a:t>để</a:t>
            </a:r>
            <a:r>
              <a:rPr lang="en-US" sz="1600">
                <a:latin typeface="Barlow Semi Condensed" panose="00000506000000000000" pitchFamily="2" charset="0"/>
              </a:rPr>
              <a:t> </a:t>
            </a:r>
            <a:r>
              <a:rPr lang="en-US" sz="1600" err="1">
                <a:latin typeface="Barlow Semi Condensed" panose="00000506000000000000" pitchFamily="2" charset="0"/>
              </a:rPr>
              <a:t>tạo</a:t>
            </a:r>
            <a:r>
              <a:rPr lang="en-US" sz="1600">
                <a:latin typeface="Barlow Semi Condensed" panose="00000506000000000000" pitchFamily="2" charset="0"/>
              </a:rPr>
              <a:t> </a:t>
            </a:r>
            <a:r>
              <a:rPr lang="en-US" sz="1600" err="1">
                <a:latin typeface="Barlow Semi Condensed" panose="00000506000000000000" pitchFamily="2" charset="0"/>
              </a:rPr>
              <a:t>ra</a:t>
            </a:r>
            <a:r>
              <a:rPr lang="en-US" sz="1600">
                <a:latin typeface="Barlow Semi Condensed" panose="00000506000000000000" pitchFamily="2" charset="0"/>
              </a:rPr>
              <a:t> </a:t>
            </a:r>
            <a:r>
              <a:rPr lang="en-US" sz="1600" b="1" err="1">
                <a:latin typeface="Barlow Semi Condensed" panose="00000506000000000000" pitchFamily="2" charset="0"/>
              </a:rPr>
              <a:t>Enhancced</a:t>
            </a:r>
            <a:r>
              <a:rPr lang="en-US" sz="1600" b="1">
                <a:latin typeface="Barlow Semi Condensed" panose="00000506000000000000" pitchFamily="2" charset="0"/>
              </a:rPr>
              <a:t> Pseudo GT</a:t>
            </a:r>
            <a:endParaRPr lang="en-US" sz="1600">
              <a:latin typeface="Barlow Semi Condensed" panose="00000506000000000000" pitchFamily="2" charset="0"/>
            </a:endParaRPr>
          </a:p>
        </p:txBody>
      </p:sp>
      <p:sp>
        <p:nvSpPr>
          <p:cNvPr id="4" name="Google Shape;2178;p39">
            <a:extLst>
              <a:ext uri="{FF2B5EF4-FFF2-40B4-BE49-F238E27FC236}">
                <a16:creationId xmlns:a16="http://schemas.microsoft.com/office/drawing/2014/main" id="{0B8BF539-0DD3-A4CE-3407-CCF509DA477E}"/>
              </a:ext>
            </a:extLst>
          </p:cNvPr>
          <p:cNvSpPr txBox="1">
            <a:spLocks/>
          </p:cNvSpPr>
          <p:nvPr/>
        </p:nvSpPr>
        <p:spPr>
          <a:xfrm>
            <a:off x="1420894" y="3214277"/>
            <a:ext cx="3303506" cy="46618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err="1">
                <a:latin typeface="Barlow Semi Condensed" panose="00000506000000000000" pitchFamily="2" charset="0"/>
              </a:rPr>
              <a:t>Targer</a:t>
            </a:r>
            <a:r>
              <a:rPr lang="en-US" sz="1600" b="1">
                <a:latin typeface="Barlow Semi Condensed" panose="00000506000000000000" pitchFamily="2" charset="0"/>
              </a:rPr>
              <a:t> Model (Loss Functions):</a:t>
            </a:r>
            <a:endParaRPr lang="en-US" sz="1600">
              <a:latin typeface="Barlow Semi Condensed" panose="00000506000000000000" pitchFamily="2" charset="0"/>
            </a:endParaRPr>
          </a:p>
        </p:txBody>
      </p:sp>
      <p:pic>
        <p:nvPicPr>
          <p:cNvPr id="5" name="Picture 4">
            <a:extLst>
              <a:ext uri="{FF2B5EF4-FFF2-40B4-BE49-F238E27FC236}">
                <a16:creationId xmlns:a16="http://schemas.microsoft.com/office/drawing/2014/main" id="{34AFFBC0-B3CB-4A35-B20D-380A1A0902EC}"/>
              </a:ext>
            </a:extLst>
          </p:cNvPr>
          <p:cNvPicPr>
            <a:picLocks noChangeAspect="1"/>
          </p:cNvPicPr>
          <p:nvPr/>
        </p:nvPicPr>
        <p:blipFill>
          <a:blip r:embed="rId4"/>
          <a:stretch>
            <a:fillRect/>
          </a:stretch>
        </p:blipFill>
        <p:spPr>
          <a:xfrm>
            <a:off x="2839319" y="3680460"/>
            <a:ext cx="3204206" cy="482186"/>
          </a:xfrm>
          <a:prstGeom prst="rect">
            <a:avLst/>
          </a:prstGeom>
        </p:spPr>
      </p:pic>
      <p:cxnSp>
        <p:nvCxnSpPr>
          <p:cNvPr id="13" name="Straight Arrow Connector 12">
            <a:extLst>
              <a:ext uri="{FF2B5EF4-FFF2-40B4-BE49-F238E27FC236}">
                <a16:creationId xmlns:a16="http://schemas.microsoft.com/office/drawing/2014/main" id="{C91FB563-02FA-F380-7CE6-3B1319D25220}"/>
              </a:ext>
            </a:extLst>
          </p:cNvPr>
          <p:cNvCxnSpPr/>
          <p:nvPr/>
        </p:nvCxnSpPr>
        <p:spPr>
          <a:xfrm flipV="1">
            <a:off x="3627120" y="3078480"/>
            <a:ext cx="655320" cy="20574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161043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40">
          <a:extLst>
            <a:ext uri="{FF2B5EF4-FFF2-40B4-BE49-F238E27FC236}">
              <a16:creationId xmlns:a16="http://schemas.microsoft.com/office/drawing/2014/main" id="{B9B26215-90AD-C1DF-CEF7-1BBC8A44EA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26266F-91E5-7DBB-1616-460585D12391}"/>
              </a:ext>
            </a:extLst>
          </p:cNvPr>
          <p:cNvSpPr>
            <a:spLocks noGrp="1"/>
          </p:cNvSpPr>
          <p:nvPr>
            <p:ph type="title"/>
          </p:nvPr>
        </p:nvSpPr>
        <p:spPr>
          <a:xfrm>
            <a:off x="1823475" y="117400"/>
            <a:ext cx="5496900" cy="572700"/>
          </a:xfrm>
        </p:spPr>
        <p:txBody>
          <a:bodyPr/>
          <a:lstStyle/>
          <a:p>
            <a:r>
              <a:rPr lang="en-US" sz="4000" b="1">
                <a:latin typeface="Barlow Semi Condensed" panose="00000506000000000000" pitchFamily="2" charset="0"/>
              </a:rPr>
              <a:t>Nguyên </a:t>
            </a:r>
            <a:r>
              <a:rPr lang="en-US" sz="4000" b="1" err="1">
                <a:latin typeface="Barlow Semi Condensed" panose="00000506000000000000" pitchFamily="2" charset="0"/>
              </a:rPr>
              <a:t>lý</a:t>
            </a:r>
            <a:r>
              <a:rPr lang="en-US" sz="4000" b="1">
                <a:latin typeface="Barlow Semi Condensed" panose="00000506000000000000" pitchFamily="2" charset="0"/>
              </a:rPr>
              <a:t> </a:t>
            </a:r>
            <a:r>
              <a:rPr lang="en-US" sz="4000" b="1" err="1">
                <a:latin typeface="Barlow Semi Condensed" panose="00000506000000000000" pitchFamily="2" charset="0"/>
              </a:rPr>
              <a:t>hoạt</a:t>
            </a:r>
            <a:r>
              <a:rPr lang="en-US" sz="4000" b="1">
                <a:latin typeface="Barlow Semi Condensed" panose="00000506000000000000" pitchFamily="2" charset="0"/>
              </a:rPr>
              <a:t> </a:t>
            </a:r>
            <a:r>
              <a:rPr lang="en-US" sz="4000" b="1" err="1">
                <a:latin typeface="Barlow Semi Condensed" panose="00000506000000000000" pitchFamily="2" charset="0"/>
              </a:rPr>
              <a:t>động</a:t>
            </a:r>
            <a:endParaRPr lang="en-US" sz="4000" b="1">
              <a:latin typeface="Barlow Semi Condensed" panose="00000506000000000000" pitchFamily="2" charset="0"/>
            </a:endParaRPr>
          </a:p>
        </p:txBody>
      </p:sp>
      <p:pic>
        <p:nvPicPr>
          <p:cNvPr id="8" name="Picture 7">
            <a:extLst>
              <a:ext uri="{FF2B5EF4-FFF2-40B4-BE49-F238E27FC236}">
                <a16:creationId xmlns:a16="http://schemas.microsoft.com/office/drawing/2014/main" id="{6C5EEF56-7D92-9BEE-57B6-E4AC31FC4A71}"/>
              </a:ext>
            </a:extLst>
          </p:cNvPr>
          <p:cNvPicPr>
            <a:picLocks noChangeAspect="1"/>
          </p:cNvPicPr>
          <p:nvPr/>
        </p:nvPicPr>
        <p:blipFill>
          <a:blip r:embed="rId3"/>
          <a:stretch>
            <a:fillRect/>
          </a:stretch>
        </p:blipFill>
        <p:spPr>
          <a:xfrm>
            <a:off x="1552232" y="1017106"/>
            <a:ext cx="2010056" cy="247685"/>
          </a:xfrm>
          <a:prstGeom prst="rect">
            <a:avLst/>
          </a:prstGeom>
        </p:spPr>
      </p:pic>
      <p:pic>
        <p:nvPicPr>
          <p:cNvPr id="10" name="Picture 9">
            <a:extLst>
              <a:ext uri="{FF2B5EF4-FFF2-40B4-BE49-F238E27FC236}">
                <a16:creationId xmlns:a16="http://schemas.microsoft.com/office/drawing/2014/main" id="{8BAB6A82-4F94-CDAC-7E9E-7BE54C7C3168}"/>
              </a:ext>
            </a:extLst>
          </p:cNvPr>
          <p:cNvPicPr>
            <a:picLocks noChangeAspect="1"/>
          </p:cNvPicPr>
          <p:nvPr/>
        </p:nvPicPr>
        <p:blipFill>
          <a:blip r:embed="rId4"/>
          <a:stretch>
            <a:fillRect/>
          </a:stretch>
        </p:blipFill>
        <p:spPr>
          <a:xfrm>
            <a:off x="1458187" y="3778629"/>
            <a:ext cx="3038899" cy="295316"/>
          </a:xfrm>
          <a:prstGeom prst="rect">
            <a:avLst/>
          </a:prstGeom>
        </p:spPr>
      </p:pic>
      <p:pic>
        <p:nvPicPr>
          <p:cNvPr id="11" name="Picture 10">
            <a:extLst>
              <a:ext uri="{FF2B5EF4-FFF2-40B4-BE49-F238E27FC236}">
                <a16:creationId xmlns:a16="http://schemas.microsoft.com/office/drawing/2014/main" id="{76BAAE41-0BC4-2FE6-ABC2-1200AC35ABE9}"/>
              </a:ext>
            </a:extLst>
          </p:cNvPr>
          <p:cNvPicPr>
            <a:picLocks noChangeAspect="1"/>
          </p:cNvPicPr>
          <p:nvPr/>
        </p:nvPicPr>
        <p:blipFill>
          <a:blip r:embed="rId5"/>
          <a:stretch>
            <a:fillRect/>
          </a:stretch>
        </p:blipFill>
        <p:spPr>
          <a:xfrm>
            <a:off x="3314603" y="1453658"/>
            <a:ext cx="2553056" cy="724001"/>
          </a:xfrm>
          <a:prstGeom prst="rect">
            <a:avLst/>
          </a:prstGeom>
        </p:spPr>
      </p:pic>
      <p:sp>
        <p:nvSpPr>
          <p:cNvPr id="12" name="Google Shape;2178;p39">
            <a:extLst>
              <a:ext uri="{FF2B5EF4-FFF2-40B4-BE49-F238E27FC236}">
                <a16:creationId xmlns:a16="http://schemas.microsoft.com/office/drawing/2014/main" id="{70DC5D46-06B9-7A7F-2FF4-A8211E6167BB}"/>
              </a:ext>
            </a:extLst>
          </p:cNvPr>
          <p:cNvSpPr txBox="1">
            <a:spLocks/>
          </p:cNvSpPr>
          <p:nvPr/>
        </p:nvSpPr>
        <p:spPr>
          <a:xfrm>
            <a:off x="1552232" y="919247"/>
            <a:ext cx="6265888" cy="630127"/>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a:latin typeface="Barlow Semi Condensed" panose="00000506000000000000" pitchFamily="2" charset="0"/>
              </a:rPr>
              <a:t>                             	   </a:t>
            </a:r>
            <a:r>
              <a:rPr lang="en-US" sz="1600" err="1">
                <a:latin typeface="Barlow Semi Condensed" panose="00000506000000000000" pitchFamily="2" charset="0"/>
              </a:rPr>
              <a:t>Sử</a:t>
            </a:r>
            <a:r>
              <a:rPr lang="en-US" sz="1600">
                <a:latin typeface="Barlow Semi Condensed" panose="00000506000000000000" pitchFamily="2" charset="0"/>
              </a:rPr>
              <a:t> </a:t>
            </a:r>
            <a:r>
              <a:rPr lang="en-US" sz="1600" err="1">
                <a:latin typeface="Barlow Semi Condensed" panose="00000506000000000000" pitchFamily="2" charset="0"/>
              </a:rPr>
              <a:t>dụng</a:t>
            </a:r>
            <a:r>
              <a:rPr lang="en-US" sz="1600">
                <a:latin typeface="Barlow Semi Condensed" panose="00000506000000000000" pitchFamily="2" charset="0"/>
              </a:rPr>
              <a:t> </a:t>
            </a:r>
            <a:r>
              <a:rPr lang="en-US" sz="1600" err="1">
                <a:latin typeface="Barlow Semi Condensed" panose="00000506000000000000" pitchFamily="2" charset="0"/>
              </a:rPr>
              <a:t>hàm</a:t>
            </a:r>
            <a:r>
              <a:rPr lang="en-US" sz="1600">
                <a:latin typeface="Barlow Semi Condensed" panose="00000506000000000000" pitchFamily="2" charset="0"/>
              </a:rPr>
              <a:t> Cross-Entropy </a:t>
            </a:r>
            <a:r>
              <a:rPr lang="en-US" sz="1600" err="1">
                <a:latin typeface="Barlow Semi Condensed" panose="00000506000000000000" pitchFamily="2" charset="0"/>
              </a:rPr>
              <a:t>tiêu</a:t>
            </a:r>
            <a:r>
              <a:rPr lang="en-US" sz="1600">
                <a:latin typeface="Barlow Semi Condensed" panose="00000506000000000000" pitchFamily="2" charset="0"/>
              </a:rPr>
              <a:t> </a:t>
            </a:r>
            <a:r>
              <a:rPr lang="en-US" sz="1600" err="1">
                <a:latin typeface="Barlow Semi Condensed" panose="00000506000000000000" pitchFamily="2" charset="0"/>
              </a:rPr>
              <a:t>chuẩn</a:t>
            </a:r>
            <a:r>
              <a:rPr lang="en-US" sz="1600">
                <a:latin typeface="Barlow Semi Condensed" panose="00000506000000000000" pitchFamily="2" charset="0"/>
              </a:rPr>
              <a:t> </a:t>
            </a:r>
            <a:r>
              <a:rPr lang="en-US" sz="1600" err="1">
                <a:latin typeface="Barlow Semi Condensed" panose="00000506000000000000" pitchFamily="2" charset="0"/>
              </a:rPr>
              <a:t>để</a:t>
            </a:r>
            <a:r>
              <a:rPr lang="en-US" sz="1600">
                <a:latin typeface="Barlow Semi Condensed" panose="00000506000000000000" pitchFamily="2" charset="0"/>
              </a:rPr>
              <a:t> </a:t>
            </a:r>
            <a:r>
              <a:rPr lang="en-US" sz="1600" err="1">
                <a:latin typeface="Barlow Semi Condensed" panose="00000506000000000000" pitchFamily="2" charset="0"/>
              </a:rPr>
              <a:t>ép</a:t>
            </a:r>
            <a:r>
              <a:rPr lang="en-US" sz="1600">
                <a:latin typeface="Barlow Semi Condensed" panose="00000506000000000000" pitchFamily="2" charset="0"/>
              </a:rPr>
              <a:t> Target Model </a:t>
            </a:r>
            <a:r>
              <a:rPr lang="en-US" sz="1600" err="1">
                <a:latin typeface="Barlow Semi Condensed" panose="00000506000000000000" pitchFamily="2" charset="0"/>
              </a:rPr>
              <a:t>học</a:t>
            </a:r>
            <a:r>
              <a:rPr lang="en-US" sz="1600">
                <a:latin typeface="Barlow Semi Condensed" panose="00000506000000000000" pitchFamily="2" charset="0"/>
              </a:rPr>
              <a:t> </a:t>
            </a:r>
            <a:r>
              <a:rPr lang="en-US" sz="1600" err="1">
                <a:latin typeface="Barlow Semi Condensed" panose="00000506000000000000" pitchFamily="2" charset="0"/>
              </a:rPr>
              <a:t>theo</a:t>
            </a:r>
            <a:r>
              <a:rPr lang="en-US" sz="1600">
                <a:latin typeface="Barlow Semi Condensed" panose="00000506000000000000" pitchFamily="2" charset="0"/>
              </a:rPr>
              <a:t> </a:t>
            </a:r>
            <a:r>
              <a:rPr lang="en-US" sz="1600" err="1">
                <a:latin typeface="Barlow Semi Condensed" panose="00000506000000000000" pitchFamily="2" charset="0"/>
              </a:rPr>
              <a:t>nhãn</a:t>
            </a:r>
            <a:r>
              <a:rPr lang="en-US" sz="1600">
                <a:latin typeface="Barlow Semi Condensed" panose="00000506000000000000" pitchFamily="2" charset="0"/>
              </a:rPr>
              <a:t> </a:t>
            </a:r>
            <a:r>
              <a:rPr lang="en-US" sz="1600" err="1">
                <a:latin typeface="Barlow Semi Condensed" panose="00000506000000000000" pitchFamily="2" charset="0"/>
              </a:rPr>
              <a:t>giả</a:t>
            </a:r>
            <a:r>
              <a:rPr lang="en-US" sz="1600">
                <a:latin typeface="Barlow Semi Condensed" panose="00000506000000000000" pitchFamily="2" charset="0"/>
              </a:rPr>
              <a:t> </a:t>
            </a:r>
            <a:r>
              <a:rPr lang="en-US" sz="1600" err="1">
                <a:latin typeface="Barlow Semi Condensed" panose="00000506000000000000" pitchFamily="2" charset="0"/>
              </a:rPr>
              <a:t>nâng</a:t>
            </a:r>
            <a:r>
              <a:rPr lang="en-US" sz="1600">
                <a:latin typeface="Barlow Semi Condensed" panose="00000506000000000000" pitchFamily="2" charset="0"/>
              </a:rPr>
              <a:t> </a:t>
            </a:r>
            <a:r>
              <a:rPr lang="en-US" sz="1600" err="1">
                <a:latin typeface="Barlow Semi Condensed" panose="00000506000000000000" pitchFamily="2" charset="0"/>
              </a:rPr>
              <a:t>cao</a:t>
            </a:r>
            <a:r>
              <a:rPr lang="en-US" sz="1600">
                <a:latin typeface="Barlow Semi Condensed" panose="00000506000000000000" pitchFamily="2" charset="0"/>
              </a:rPr>
              <a:t> (y^) </a:t>
            </a:r>
            <a:r>
              <a:rPr lang="en-US" sz="1600" err="1">
                <a:latin typeface="Barlow Semi Condensed" panose="00000506000000000000" pitchFamily="2" charset="0"/>
              </a:rPr>
              <a:t>vừa</a:t>
            </a:r>
            <a:r>
              <a:rPr lang="en-US" sz="1600">
                <a:latin typeface="Barlow Semi Condensed" panose="00000506000000000000" pitchFamily="2" charset="0"/>
              </a:rPr>
              <a:t> </a:t>
            </a:r>
            <a:r>
              <a:rPr lang="en-US" sz="1600" err="1">
                <a:latin typeface="Barlow Semi Condensed" panose="00000506000000000000" pitchFamily="2" charset="0"/>
              </a:rPr>
              <a:t>tạo</a:t>
            </a:r>
            <a:r>
              <a:rPr lang="en-US" sz="1600">
                <a:latin typeface="Barlow Semi Condensed" panose="00000506000000000000" pitchFamily="2" charset="0"/>
              </a:rPr>
              <a:t> </a:t>
            </a:r>
            <a:r>
              <a:rPr lang="en-US" sz="1600" err="1">
                <a:latin typeface="Barlow Semi Condensed" panose="00000506000000000000" pitchFamily="2" charset="0"/>
              </a:rPr>
              <a:t>ra</a:t>
            </a:r>
            <a:r>
              <a:rPr lang="en-US" sz="1600">
                <a:latin typeface="Barlow Semi Condensed" panose="00000506000000000000" pitchFamily="2" charset="0"/>
              </a:rPr>
              <a:t> </a:t>
            </a:r>
            <a:r>
              <a:rPr lang="en-US" sz="1600" err="1">
                <a:latin typeface="Barlow Semi Condensed" panose="00000506000000000000" pitchFamily="2" charset="0"/>
              </a:rPr>
              <a:t>từ</a:t>
            </a:r>
            <a:r>
              <a:rPr lang="en-US" sz="1600">
                <a:latin typeface="Barlow Semi Condensed" panose="00000506000000000000" pitchFamily="2" charset="0"/>
              </a:rPr>
              <a:t> Selective </a:t>
            </a:r>
            <a:r>
              <a:rPr lang="en-US" sz="1600" err="1">
                <a:latin typeface="Barlow Semi Condensed" panose="00000506000000000000" pitchFamily="2" charset="0"/>
              </a:rPr>
              <a:t>Voing</a:t>
            </a:r>
            <a:r>
              <a:rPr lang="en-US" sz="1600">
                <a:latin typeface="Barlow Semi Condensed" panose="00000506000000000000" pitchFamily="2" charset="0"/>
              </a:rPr>
              <a:t>.</a:t>
            </a:r>
          </a:p>
        </p:txBody>
      </p:sp>
      <p:pic>
        <p:nvPicPr>
          <p:cNvPr id="14" name="Picture 13">
            <a:extLst>
              <a:ext uri="{FF2B5EF4-FFF2-40B4-BE49-F238E27FC236}">
                <a16:creationId xmlns:a16="http://schemas.microsoft.com/office/drawing/2014/main" id="{68F7D01F-2E39-A9F6-224A-69C3F26CB46E}"/>
              </a:ext>
            </a:extLst>
          </p:cNvPr>
          <p:cNvPicPr>
            <a:picLocks noChangeAspect="1"/>
          </p:cNvPicPr>
          <p:nvPr/>
        </p:nvPicPr>
        <p:blipFill>
          <a:blip r:embed="rId6"/>
          <a:stretch>
            <a:fillRect/>
          </a:stretch>
        </p:blipFill>
        <p:spPr>
          <a:xfrm>
            <a:off x="1678695" y="2214659"/>
            <a:ext cx="4279205" cy="1474521"/>
          </a:xfrm>
          <a:prstGeom prst="rect">
            <a:avLst/>
          </a:prstGeom>
        </p:spPr>
      </p:pic>
      <p:sp>
        <p:nvSpPr>
          <p:cNvPr id="15" name="Google Shape;2178;p39">
            <a:extLst>
              <a:ext uri="{FF2B5EF4-FFF2-40B4-BE49-F238E27FC236}">
                <a16:creationId xmlns:a16="http://schemas.microsoft.com/office/drawing/2014/main" id="{E5A3B2E4-56B3-4F2D-1A41-E31139EC239E}"/>
              </a:ext>
            </a:extLst>
          </p:cNvPr>
          <p:cNvSpPr txBox="1">
            <a:spLocks/>
          </p:cNvSpPr>
          <p:nvPr/>
        </p:nvSpPr>
        <p:spPr>
          <a:xfrm>
            <a:off x="1458187" y="3726180"/>
            <a:ext cx="6265888" cy="630127"/>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a:latin typeface="Barlow Semi Condensed" panose="00000506000000000000" pitchFamily="2" charset="0"/>
              </a:rPr>
              <a:t>                             	   	     </a:t>
            </a:r>
            <a:r>
              <a:rPr lang="en-US" sz="1600" err="1">
                <a:latin typeface="Barlow Semi Condensed" panose="00000506000000000000" pitchFamily="2" charset="0"/>
              </a:rPr>
              <a:t>Ép</a:t>
            </a:r>
            <a:r>
              <a:rPr lang="en-US" sz="1600">
                <a:latin typeface="Barlow Semi Condensed" panose="00000506000000000000" pitchFamily="2" charset="0"/>
              </a:rPr>
              <a:t> </a:t>
            </a:r>
            <a:r>
              <a:rPr lang="en-US" sz="1600" err="1">
                <a:latin typeface="Barlow Semi Condensed" panose="00000506000000000000" pitchFamily="2" charset="0"/>
              </a:rPr>
              <a:t>mô</a:t>
            </a:r>
            <a:r>
              <a:rPr lang="en-US" sz="1600">
                <a:latin typeface="Barlow Semi Condensed" panose="00000506000000000000" pitchFamily="2" charset="0"/>
              </a:rPr>
              <a:t> </a:t>
            </a:r>
            <a:r>
              <a:rPr lang="en-US" sz="1600" err="1">
                <a:latin typeface="Barlow Semi Condensed" panose="00000506000000000000" pitchFamily="2" charset="0"/>
              </a:rPr>
              <a:t>hình</a:t>
            </a:r>
            <a:r>
              <a:rPr lang="en-US" sz="1600">
                <a:latin typeface="Barlow Semi Condensed" panose="00000506000000000000" pitchFamily="2" charset="0"/>
              </a:rPr>
              <a:t> </a:t>
            </a:r>
            <a:r>
              <a:rPr lang="en-US" sz="1600" err="1">
                <a:latin typeface="Barlow Semi Condensed" panose="00000506000000000000" pitchFamily="2" charset="0"/>
              </a:rPr>
              <a:t>phải</a:t>
            </a:r>
            <a:r>
              <a:rPr lang="en-US" sz="1600">
                <a:latin typeface="Barlow Semi Condensed" panose="00000506000000000000" pitchFamily="2" charset="0"/>
              </a:rPr>
              <a:t> </a:t>
            </a:r>
            <a:r>
              <a:rPr lang="en-US" sz="1600" err="1">
                <a:latin typeface="Barlow Semi Condensed" panose="00000506000000000000" pitchFamily="2" charset="0"/>
              </a:rPr>
              <a:t>đưa</a:t>
            </a:r>
            <a:r>
              <a:rPr lang="en-US" sz="1600">
                <a:latin typeface="Barlow Semi Condensed" panose="00000506000000000000" pitchFamily="2" charset="0"/>
              </a:rPr>
              <a:t> </a:t>
            </a:r>
            <a:r>
              <a:rPr lang="en-US" sz="1600" err="1">
                <a:latin typeface="Barlow Semi Condensed" panose="00000506000000000000" pitchFamily="2" charset="0"/>
              </a:rPr>
              <a:t>ra</a:t>
            </a:r>
            <a:r>
              <a:rPr lang="en-US" sz="1600">
                <a:latin typeface="Barlow Semi Condensed" panose="00000506000000000000" pitchFamily="2" charset="0"/>
              </a:rPr>
              <a:t> </a:t>
            </a:r>
            <a:r>
              <a:rPr lang="en-US" sz="1600" err="1">
                <a:latin typeface="Barlow Semi Condensed" panose="00000506000000000000" pitchFamily="2" charset="0"/>
              </a:rPr>
              <a:t>dự</a:t>
            </a:r>
            <a:r>
              <a:rPr lang="en-US" sz="1600">
                <a:latin typeface="Barlow Semi Condensed" panose="00000506000000000000" pitchFamily="2" charset="0"/>
              </a:rPr>
              <a:t> </a:t>
            </a:r>
            <a:r>
              <a:rPr lang="en-US" sz="1600" err="1">
                <a:latin typeface="Barlow Semi Condensed" panose="00000506000000000000" pitchFamily="2" charset="0"/>
              </a:rPr>
              <a:t>đoán</a:t>
            </a:r>
            <a:r>
              <a:rPr lang="en-US" sz="1600">
                <a:latin typeface="Barlow Semi Condensed" panose="00000506000000000000" pitchFamily="2" charset="0"/>
              </a:rPr>
              <a:t> </a:t>
            </a:r>
            <a:r>
              <a:rPr lang="en-US" sz="1600" b="1" err="1">
                <a:latin typeface="Barlow Semi Condensed" panose="00000506000000000000" pitchFamily="2" charset="0"/>
              </a:rPr>
              <a:t>nhất</a:t>
            </a:r>
            <a:r>
              <a:rPr lang="en-US" sz="1600" b="1">
                <a:latin typeface="Barlow Semi Condensed" panose="00000506000000000000" pitchFamily="2" charset="0"/>
              </a:rPr>
              <a:t> </a:t>
            </a:r>
            <a:r>
              <a:rPr lang="en-US" sz="1600" b="1" err="1">
                <a:latin typeface="Barlow Semi Condensed" panose="00000506000000000000" pitchFamily="2" charset="0"/>
              </a:rPr>
              <a:t>quan</a:t>
            </a:r>
            <a:r>
              <a:rPr lang="en-US" sz="1600">
                <a:latin typeface="Barlow Semi Condensed" panose="00000506000000000000" pitchFamily="2" charset="0"/>
              </a:rPr>
              <a:t> </a:t>
            </a:r>
            <a:r>
              <a:rPr lang="en-US" sz="1600" err="1">
                <a:latin typeface="Barlow Semi Condensed" panose="00000506000000000000" pitchFamily="2" charset="0"/>
              </a:rPr>
              <a:t>và</a:t>
            </a:r>
            <a:r>
              <a:rPr lang="en-US" sz="1600">
                <a:latin typeface="Barlow Semi Condensed" panose="00000506000000000000" pitchFamily="2" charset="0"/>
              </a:rPr>
              <a:t> </a:t>
            </a:r>
            <a:r>
              <a:rPr lang="en-US" sz="1600" b="1" err="1">
                <a:latin typeface="Barlow Semi Condensed" panose="00000506000000000000" pitchFamily="2" charset="0"/>
              </a:rPr>
              <a:t>tự</a:t>
            </a:r>
            <a:r>
              <a:rPr lang="en-US" sz="1600" b="1">
                <a:latin typeface="Barlow Semi Condensed" panose="00000506000000000000" pitchFamily="2" charset="0"/>
              </a:rPr>
              <a:t> tin</a:t>
            </a:r>
            <a:r>
              <a:rPr lang="en-US" sz="1600">
                <a:latin typeface="Barlow Semi Condensed" panose="00000506000000000000" pitchFamily="2" charset="0"/>
              </a:rPr>
              <a:t> </a:t>
            </a:r>
            <a:r>
              <a:rPr lang="en-US" sz="1600" err="1">
                <a:latin typeface="Barlow Semi Condensed" panose="00000506000000000000" pitchFamily="2" charset="0"/>
              </a:rPr>
              <a:t>trên</a:t>
            </a:r>
            <a:r>
              <a:rPr lang="en-US" sz="1600">
                <a:latin typeface="Barlow Semi Condensed" panose="00000506000000000000" pitchFamily="2" charset="0"/>
              </a:rPr>
              <a:t> </a:t>
            </a:r>
            <a:r>
              <a:rPr lang="en-US" sz="1600" err="1">
                <a:latin typeface="Barlow Semi Condensed" panose="00000506000000000000" pitchFamily="2" charset="0"/>
              </a:rPr>
              <a:t>tất</a:t>
            </a:r>
            <a:r>
              <a:rPr lang="en-US" sz="1600">
                <a:latin typeface="Barlow Semi Condensed" panose="00000506000000000000" pitchFamily="2" charset="0"/>
              </a:rPr>
              <a:t> </a:t>
            </a:r>
            <a:r>
              <a:rPr lang="en-US" sz="1600" err="1">
                <a:latin typeface="Barlow Semi Condensed" panose="00000506000000000000" pitchFamily="2" charset="0"/>
              </a:rPr>
              <a:t>cả</a:t>
            </a:r>
            <a:r>
              <a:rPr lang="en-US" sz="1600">
                <a:latin typeface="Barlow Semi Condensed" panose="00000506000000000000" pitchFamily="2" charset="0"/>
              </a:rPr>
              <a:t> K </a:t>
            </a:r>
            <a:r>
              <a:rPr lang="en-US" sz="1600" err="1">
                <a:latin typeface="Barlow Semi Condensed" panose="00000506000000000000" pitchFamily="2" charset="0"/>
              </a:rPr>
              <a:t>phiên</a:t>
            </a:r>
            <a:r>
              <a:rPr lang="en-US" sz="1600">
                <a:latin typeface="Barlow Semi Condensed" panose="00000506000000000000" pitchFamily="2" charset="0"/>
              </a:rPr>
              <a:t> </a:t>
            </a:r>
            <a:r>
              <a:rPr lang="en-US" sz="1600" err="1">
                <a:latin typeface="Barlow Semi Condensed" panose="00000506000000000000" pitchFamily="2" charset="0"/>
              </a:rPr>
              <a:t>bản</a:t>
            </a:r>
            <a:r>
              <a:rPr lang="en-US" sz="1600">
                <a:latin typeface="Barlow Semi Condensed" panose="00000506000000000000" pitchFamily="2" charset="0"/>
              </a:rPr>
              <a:t> </a:t>
            </a:r>
            <a:r>
              <a:rPr lang="en-US" sz="1600" err="1">
                <a:latin typeface="Barlow Semi Condensed" panose="00000506000000000000" pitchFamily="2" charset="0"/>
              </a:rPr>
              <a:t>ảnh</a:t>
            </a:r>
            <a:r>
              <a:rPr lang="en-US" sz="1600">
                <a:latin typeface="Barlow Semi Condensed" panose="00000506000000000000" pitchFamily="2" charset="0"/>
              </a:rPr>
              <a:t> </a:t>
            </a:r>
            <a:r>
              <a:rPr lang="en-US" sz="1600" err="1">
                <a:latin typeface="Barlow Semi Condensed" panose="00000506000000000000" pitchFamily="2" charset="0"/>
              </a:rPr>
              <a:t>bị</a:t>
            </a:r>
            <a:r>
              <a:rPr lang="en-US" sz="1600">
                <a:latin typeface="Barlow Semi Condensed" panose="00000506000000000000" pitchFamily="2" charset="0"/>
              </a:rPr>
              <a:t> </a:t>
            </a:r>
            <a:r>
              <a:rPr lang="en-US" sz="1600" err="1">
                <a:latin typeface="Barlow Semi Condensed" panose="00000506000000000000" pitchFamily="2" charset="0"/>
              </a:rPr>
              <a:t>bóp</a:t>
            </a:r>
            <a:r>
              <a:rPr lang="en-US" sz="1600">
                <a:latin typeface="Barlow Semi Condensed" panose="00000506000000000000" pitchFamily="2" charset="0"/>
              </a:rPr>
              <a:t> </a:t>
            </a:r>
            <a:r>
              <a:rPr lang="en-US" sz="1600" err="1">
                <a:latin typeface="Barlow Semi Condensed" panose="00000506000000000000" pitchFamily="2" charset="0"/>
              </a:rPr>
              <a:t>méo</a:t>
            </a:r>
            <a:r>
              <a:rPr lang="en-US" sz="1600">
                <a:latin typeface="Barlow Semi Condensed" panose="00000506000000000000" pitchFamily="2" charset="0"/>
              </a:rPr>
              <a:t> (</a:t>
            </a:r>
            <a:r>
              <a:rPr lang="en-US" sz="1600" err="1">
                <a:latin typeface="Barlow Semi Condensed" panose="00000506000000000000" pitchFamily="2" charset="0"/>
              </a:rPr>
              <a:t>Augementations</a:t>
            </a:r>
            <a:r>
              <a:rPr lang="en-US" sz="1600">
                <a:latin typeface="Barlow Semi Condensed" panose="00000506000000000000" pitchFamily="2" charset="0"/>
              </a:rPr>
              <a:t>)</a:t>
            </a:r>
          </a:p>
        </p:txBody>
      </p:sp>
    </p:spTree>
    <p:extLst>
      <p:ext uri="{BB962C8B-B14F-4D97-AF65-F5344CB8AC3E}">
        <p14:creationId xmlns:p14="http://schemas.microsoft.com/office/powerpoint/2010/main" val="6016188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40">
          <a:extLst>
            <a:ext uri="{FF2B5EF4-FFF2-40B4-BE49-F238E27FC236}">
              <a16:creationId xmlns:a16="http://schemas.microsoft.com/office/drawing/2014/main" id="{52FE14A8-62C0-9758-312C-DDE919C6BE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A68327-1862-12D3-0190-F00428029240}"/>
              </a:ext>
            </a:extLst>
          </p:cNvPr>
          <p:cNvSpPr>
            <a:spLocks noGrp="1"/>
          </p:cNvSpPr>
          <p:nvPr>
            <p:ph type="title"/>
          </p:nvPr>
        </p:nvSpPr>
        <p:spPr>
          <a:xfrm>
            <a:off x="1823475" y="117400"/>
            <a:ext cx="5496900" cy="572700"/>
          </a:xfrm>
        </p:spPr>
        <p:txBody>
          <a:bodyPr/>
          <a:lstStyle/>
          <a:p>
            <a:r>
              <a:rPr lang="en-US" sz="4000" b="1">
                <a:latin typeface="Barlow Semi Condensed" panose="00000506000000000000" pitchFamily="2" charset="0"/>
              </a:rPr>
              <a:t>Nguyên </a:t>
            </a:r>
            <a:r>
              <a:rPr lang="en-US" sz="4000" b="1" err="1">
                <a:latin typeface="Barlow Semi Condensed" panose="00000506000000000000" pitchFamily="2" charset="0"/>
              </a:rPr>
              <a:t>lý</a:t>
            </a:r>
            <a:r>
              <a:rPr lang="en-US" sz="4000" b="1">
                <a:latin typeface="Barlow Semi Condensed" panose="00000506000000000000" pitchFamily="2" charset="0"/>
              </a:rPr>
              <a:t> </a:t>
            </a:r>
            <a:r>
              <a:rPr lang="en-US" sz="4000" b="1" err="1">
                <a:latin typeface="Barlow Semi Condensed" panose="00000506000000000000" pitchFamily="2" charset="0"/>
              </a:rPr>
              <a:t>hoạt</a:t>
            </a:r>
            <a:r>
              <a:rPr lang="en-US" sz="4000" b="1">
                <a:latin typeface="Barlow Semi Condensed" panose="00000506000000000000" pitchFamily="2" charset="0"/>
              </a:rPr>
              <a:t> </a:t>
            </a:r>
            <a:r>
              <a:rPr lang="en-US" sz="4000" b="1" err="1">
                <a:latin typeface="Barlow Semi Condensed" panose="00000506000000000000" pitchFamily="2" charset="0"/>
              </a:rPr>
              <a:t>động</a:t>
            </a:r>
            <a:endParaRPr lang="en-US" sz="4000" b="1">
              <a:latin typeface="Barlow Semi Condensed" panose="00000506000000000000" pitchFamily="2" charset="0"/>
            </a:endParaRPr>
          </a:p>
        </p:txBody>
      </p:sp>
      <p:pic>
        <p:nvPicPr>
          <p:cNvPr id="10" name="Picture 9">
            <a:extLst>
              <a:ext uri="{FF2B5EF4-FFF2-40B4-BE49-F238E27FC236}">
                <a16:creationId xmlns:a16="http://schemas.microsoft.com/office/drawing/2014/main" id="{E98718E6-5218-E266-A7F2-DAB98F6FFBE7}"/>
              </a:ext>
            </a:extLst>
          </p:cNvPr>
          <p:cNvPicPr>
            <a:picLocks noChangeAspect="1"/>
          </p:cNvPicPr>
          <p:nvPr/>
        </p:nvPicPr>
        <p:blipFill>
          <a:blip r:embed="rId3"/>
          <a:stretch>
            <a:fillRect/>
          </a:stretch>
        </p:blipFill>
        <p:spPr>
          <a:xfrm>
            <a:off x="1439056" y="1187829"/>
            <a:ext cx="3038899" cy="295316"/>
          </a:xfrm>
          <a:prstGeom prst="rect">
            <a:avLst/>
          </a:prstGeom>
        </p:spPr>
      </p:pic>
      <p:sp>
        <p:nvSpPr>
          <p:cNvPr id="15" name="Google Shape;2178;p39">
            <a:extLst>
              <a:ext uri="{FF2B5EF4-FFF2-40B4-BE49-F238E27FC236}">
                <a16:creationId xmlns:a16="http://schemas.microsoft.com/office/drawing/2014/main" id="{451DC897-35A4-09F5-8FF5-E9708A79B4CA}"/>
              </a:ext>
            </a:extLst>
          </p:cNvPr>
          <p:cNvSpPr txBox="1">
            <a:spLocks/>
          </p:cNvSpPr>
          <p:nvPr/>
        </p:nvSpPr>
        <p:spPr>
          <a:xfrm>
            <a:off x="1439056" y="1135380"/>
            <a:ext cx="6265888" cy="630127"/>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a:latin typeface="Barlow Semi Condensed" panose="00000506000000000000" pitchFamily="2" charset="0"/>
              </a:rPr>
              <a:t>                             	   	     </a:t>
            </a:r>
            <a:r>
              <a:rPr lang="en-US" sz="1600" err="1">
                <a:latin typeface="Barlow Semi Condensed" panose="00000506000000000000" pitchFamily="2" charset="0"/>
              </a:rPr>
              <a:t>Ép</a:t>
            </a:r>
            <a:r>
              <a:rPr lang="en-US" sz="1600">
                <a:latin typeface="Barlow Semi Condensed" panose="00000506000000000000" pitchFamily="2" charset="0"/>
              </a:rPr>
              <a:t> </a:t>
            </a:r>
            <a:r>
              <a:rPr lang="en-US" sz="1600" err="1">
                <a:latin typeface="Barlow Semi Condensed" panose="00000506000000000000" pitchFamily="2" charset="0"/>
              </a:rPr>
              <a:t>mô</a:t>
            </a:r>
            <a:r>
              <a:rPr lang="en-US" sz="1600">
                <a:latin typeface="Barlow Semi Condensed" panose="00000506000000000000" pitchFamily="2" charset="0"/>
              </a:rPr>
              <a:t> </a:t>
            </a:r>
            <a:r>
              <a:rPr lang="en-US" sz="1600" err="1">
                <a:latin typeface="Barlow Semi Condensed" panose="00000506000000000000" pitchFamily="2" charset="0"/>
              </a:rPr>
              <a:t>hình</a:t>
            </a:r>
            <a:r>
              <a:rPr lang="en-US" sz="1600">
                <a:latin typeface="Barlow Semi Condensed" panose="00000506000000000000" pitchFamily="2" charset="0"/>
              </a:rPr>
              <a:t> </a:t>
            </a:r>
            <a:r>
              <a:rPr lang="en-US" sz="1600" err="1">
                <a:latin typeface="Barlow Semi Condensed" panose="00000506000000000000" pitchFamily="2" charset="0"/>
              </a:rPr>
              <a:t>phải</a:t>
            </a:r>
            <a:r>
              <a:rPr lang="en-US" sz="1600">
                <a:latin typeface="Barlow Semi Condensed" panose="00000506000000000000" pitchFamily="2" charset="0"/>
              </a:rPr>
              <a:t> </a:t>
            </a:r>
            <a:r>
              <a:rPr lang="en-US" sz="1600" err="1">
                <a:latin typeface="Barlow Semi Condensed" panose="00000506000000000000" pitchFamily="2" charset="0"/>
              </a:rPr>
              <a:t>đưa</a:t>
            </a:r>
            <a:r>
              <a:rPr lang="en-US" sz="1600">
                <a:latin typeface="Barlow Semi Condensed" panose="00000506000000000000" pitchFamily="2" charset="0"/>
              </a:rPr>
              <a:t> </a:t>
            </a:r>
            <a:r>
              <a:rPr lang="en-US" sz="1600" err="1">
                <a:latin typeface="Barlow Semi Condensed" panose="00000506000000000000" pitchFamily="2" charset="0"/>
              </a:rPr>
              <a:t>ra</a:t>
            </a:r>
            <a:r>
              <a:rPr lang="en-US" sz="1600">
                <a:latin typeface="Barlow Semi Condensed" panose="00000506000000000000" pitchFamily="2" charset="0"/>
              </a:rPr>
              <a:t> </a:t>
            </a:r>
            <a:r>
              <a:rPr lang="en-US" sz="1600" err="1">
                <a:latin typeface="Barlow Semi Condensed" panose="00000506000000000000" pitchFamily="2" charset="0"/>
              </a:rPr>
              <a:t>dự</a:t>
            </a:r>
            <a:r>
              <a:rPr lang="en-US" sz="1600">
                <a:latin typeface="Barlow Semi Condensed" panose="00000506000000000000" pitchFamily="2" charset="0"/>
              </a:rPr>
              <a:t> </a:t>
            </a:r>
            <a:r>
              <a:rPr lang="en-US" sz="1600" err="1">
                <a:latin typeface="Barlow Semi Condensed" panose="00000506000000000000" pitchFamily="2" charset="0"/>
              </a:rPr>
              <a:t>đoán</a:t>
            </a:r>
            <a:r>
              <a:rPr lang="en-US" sz="1600">
                <a:latin typeface="Barlow Semi Condensed" panose="00000506000000000000" pitchFamily="2" charset="0"/>
              </a:rPr>
              <a:t> </a:t>
            </a:r>
            <a:r>
              <a:rPr lang="en-US" sz="1600" b="1" err="1">
                <a:latin typeface="Barlow Semi Condensed" panose="00000506000000000000" pitchFamily="2" charset="0"/>
              </a:rPr>
              <a:t>nhất</a:t>
            </a:r>
            <a:r>
              <a:rPr lang="en-US" sz="1600" b="1">
                <a:latin typeface="Barlow Semi Condensed" panose="00000506000000000000" pitchFamily="2" charset="0"/>
              </a:rPr>
              <a:t> </a:t>
            </a:r>
            <a:r>
              <a:rPr lang="en-US" sz="1600" b="1" err="1">
                <a:latin typeface="Barlow Semi Condensed" panose="00000506000000000000" pitchFamily="2" charset="0"/>
              </a:rPr>
              <a:t>quan</a:t>
            </a:r>
            <a:r>
              <a:rPr lang="en-US" sz="1600">
                <a:latin typeface="Barlow Semi Condensed" panose="00000506000000000000" pitchFamily="2" charset="0"/>
              </a:rPr>
              <a:t> </a:t>
            </a:r>
            <a:r>
              <a:rPr lang="en-US" sz="1600" err="1">
                <a:latin typeface="Barlow Semi Condensed" panose="00000506000000000000" pitchFamily="2" charset="0"/>
              </a:rPr>
              <a:t>và</a:t>
            </a:r>
            <a:r>
              <a:rPr lang="en-US" sz="1600">
                <a:latin typeface="Barlow Semi Condensed" panose="00000506000000000000" pitchFamily="2" charset="0"/>
              </a:rPr>
              <a:t> </a:t>
            </a:r>
            <a:r>
              <a:rPr lang="en-US" sz="1600" b="1" err="1">
                <a:latin typeface="Barlow Semi Condensed" panose="00000506000000000000" pitchFamily="2" charset="0"/>
              </a:rPr>
              <a:t>tự</a:t>
            </a:r>
            <a:r>
              <a:rPr lang="en-US" sz="1600" b="1">
                <a:latin typeface="Barlow Semi Condensed" panose="00000506000000000000" pitchFamily="2" charset="0"/>
              </a:rPr>
              <a:t> tin</a:t>
            </a:r>
            <a:r>
              <a:rPr lang="en-US" sz="1600">
                <a:latin typeface="Barlow Semi Condensed" panose="00000506000000000000" pitchFamily="2" charset="0"/>
              </a:rPr>
              <a:t> </a:t>
            </a:r>
            <a:r>
              <a:rPr lang="en-US" sz="1600" err="1">
                <a:latin typeface="Barlow Semi Condensed" panose="00000506000000000000" pitchFamily="2" charset="0"/>
              </a:rPr>
              <a:t>trên</a:t>
            </a:r>
            <a:r>
              <a:rPr lang="en-US" sz="1600">
                <a:latin typeface="Barlow Semi Condensed" panose="00000506000000000000" pitchFamily="2" charset="0"/>
              </a:rPr>
              <a:t> </a:t>
            </a:r>
            <a:r>
              <a:rPr lang="en-US" sz="1600" err="1">
                <a:latin typeface="Barlow Semi Condensed" panose="00000506000000000000" pitchFamily="2" charset="0"/>
              </a:rPr>
              <a:t>tất</a:t>
            </a:r>
            <a:r>
              <a:rPr lang="en-US" sz="1600">
                <a:latin typeface="Barlow Semi Condensed" panose="00000506000000000000" pitchFamily="2" charset="0"/>
              </a:rPr>
              <a:t> </a:t>
            </a:r>
            <a:r>
              <a:rPr lang="en-US" sz="1600" err="1">
                <a:latin typeface="Barlow Semi Condensed" panose="00000506000000000000" pitchFamily="2" charset="0"/>
              </a:rPr>
              <a:t>cả</a:t>
            </a:r>
            <a:r>
              <a:rPr lang="en-US" sz="1600">
                <a:latin typeface="Barlow Semi Condensed" panose="00000506000000000000" pitchFamily="2" charset="0"/>
              </a:rPr>
              <a:t> K </a:t>
            </a:r>
            <a:r>
              <a:rPr lang="en-US" sz="1600" err="1">
                <a:latin typeface="Barlow Semi Condensed" panose="00000506000000000000" pitchFamily="2" charset="0"/>
              </a:rPr>
              <a:t>phiên</a:t>
            </a:r>
            <a:r>
              <a:rPr lang="en-US" sz="1600">
                <a:latin typeface="Barlow Semi Condensed" panose="00000506000000000000" pitchFamily="2" charset="0"/>
              </a:rPr>
              <a:t> </a:t>
            </a:r>
            <a:r>
              <a:rPr lang="en-US" sz="1600" err="1">
                <a:latin typeface="Barlow Semi Condensed" panose="00000506000000000000" pitchFamily="2" charset="0"/>
              </a:rPr>
              <a:t>bản</a:t>
            </a:r>
            <a:r>
              <a:rPr lang="en-US" sz="1600">
                <a:latin typeface="Barlow Semi Condensed" panose="00000506000000000000" pitchFamily="2" charset="0"/>
              </a:rPr>
              <a:t> </a:t>
            </a:r>
            <a:r>
              <a:rPr lang="en-US" sz="1600" err="1">
                <a:latin typeface="Barlow Semi Condensed" panose="00000506000000000000" pitchFamily="2" charset="0"/>
              </a:rPr>
              <a:t>ảnh</a:t>
            </a:r>
            <a:r>
              <a:rPr lang="en-US" sz="1600">
                <a:latin typeface="Barlow Semi Condensed" panose="00000506000000000000" pitchFamily="2" charset="0"/>
              </a:rPr>
              <a:t> </a:t>
            </a:r>
            <a:r>
              <a:rPr lang="en-US" sz="1600" err="1">
                <a:latin typeface="Barlow Semi Condensed" panose="00000506000000000000" pitchFamily="2" charset="0"/>
              </a:rPr>
              <a:t>bị</a:t>
            </a:r>
            <a:r>
              <a:rPr lang="en-US" sz="1600">
                <a:latin typeface="Barlow Semi Condensed" panose="00000506000000000000" pitchFamily="2" charset="0"/>
              </a:rPr>
              <a:t> </a:t>
            </a:r>
            <a:r>
              <a:rPr lang="en-US" sz="1600" err="1">
                <a:latin typeface="Barlow Semi Condensed" panose="00000506000000000000" pitchFamily="2" charset="0"/>
              </a:rPr>
              <a:t>bóp</a:t>
            </a:r>
            <a:r>
              <a:rPr lang="en-US" sz="1600">
                <a:latin typeface="Barlow Semi Condensed" panose="00000506000000000000" pitchFamily="2" charset="0"/>
              </a:rPr>
              <a:t> </a:t>
            </a:r>
            <a:r>
              <a:rPr lang="en-US" sz="1600" err="1">
                <a:latin typeface="Barlow Semi Condensed" panose="00000506000000000000" pitchFamily="2" charset="0"/>
              </a:rPr>
              <a:t>méo</a:t>
            </a:r>
            <a:r>
              <a:rPr lang="en-US" sz="1600">
                <a:latin typeface="Barlow Semi Condensed" panose="00000506000000000000" pitchFamily="2" charset="0"/>
              </a:rPr>
              <a:t> (</a:t>
            </a:r>
            <a:r>
              <a:rPr lang="en-US" sz="1600" err="1">
                <a:latin typeface="Barlow Semi Condensed" panose="00000506000000000000" pitchFamily="2" charset="0"/>
              </a:rPr>
              <a:t>Augementations</a:t>
            </a:r>
            <a:r>
              <a:rPr lang="en-US" sz="1600">
                <a:latin typeface="Barlow Semi Condensed" panose="00000506000000000000" pitchFamily="2" charset="0"/>
              </a:rPr>
              <a:t>)</a:t>
            </a:r>
          </a:p>
        </p:txBody>
      </p:sp>
      <p:sp>
        <p:nvSpPr>
          <p:cNvPr id="3" name="Google Shape;2178;p39">
            <a:extLst>
              <a:ext uri="{FF2B5EF4-FFF2-40B4-BE49-F238E27FC236}">
                <a16:creationId xmlns:a16="http://schemas.microsoft.com/office/drawing/2014/main" id="{66E0E719-E922-33FC-5485-20263C77C951}"/>
              </a:ext>
            </a:extLst>
          </p:cNvPr>
          <p:cNvSpPr txBox="1">
            <a:spLocks/>
          </p:cNvSpPr>
          <p:nvPr/>
        </p:nvSpPr>
        <p:spPr>
          <a:xfrm>
            <a:off x="1438981" y="1971248"/>
            <a:ext cx="4176959" cy="44528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err="1">
                <a:latin typeface="Barlow Semi Condensed" panose="00000506000000000000" pitchFamily="2" charset="0"/>
              </a:rPr>
              <a:t>Bước</a:t>
            </a:r>
            <a:r>
              <a:rPr lang="en-US" sz="1600">
                <a:latin typeface="Barlow Semi Condensed" panose="00000506000000000000" pitchFamily="2" charset="0"/>
              </a:rPr>
              <a:t> 1: </a:t>
            </a:r>
            <a:r>
              <a:rPr lang="en-US" sz="1600" err="1">
                <a:latin typeface="Barlow Semi Condensed" panose="00000506000000000000" pitchFamily="2" charset="0"/>
              </a:rPr>
              <a:t>Tính</a:t>
            </a:r>
            <a:r>
              <a:rPr lang="en-US" sz="1600">
                <a:latin typeface="Barlow Semi Condensed" panose="00000506000000000000" pitchFamily="2" charset="0"/>
              </a:rPr>
              <a:t> </a:t>
            </a:r>
            <a:r>
              <a:rPr lang="en-US" sz="1600" err="1">
                <a:latin typeface="Barlow Semi Condensed" panose="00000506000000000000" pitchFamily="2" charset="0"/>
              </a:rPr>
              <a:t>xác</a:t>
            </a:r>
            <a:r>
              <a:rPr lang="en-US" sz="1600">
                <a:latin typeface="Barlow Semi Condensed" panose="00000506000000000000" pitchFamily="2" charset="0"/>
              </a:rPr>
              <a:t> </a:t>
            </a:r>
            <a:r>
              <a:rPr lang="en-US" sz="1600" err="1">
                <a:latin typeface="Barlow Semi Condensed" panose="00000506000000000000" pitchFamily="2" charset="0"/>
              </a:rPr>
              <a:t>suất</a:t>
            </a:r>
            <a:r>
              <a:rPr lang="en-US" sz="1600">
                <a:latin typeface="Barlow Semi Condensed" panose="00000506000000000000" pitchFamily="2" charset="0"/>
              </a:rPr>
              <a:t> </a:t>
            </a:r>
            <a:r>
              <a:rPr lang="en-US" sz="1600" err="1">
                <a:latin typeface="Barlow Semi Condensed" panose="00000506000000000000" pitchFamily="2" charset="0"/>
              </a:rPr>
              <a:t>trung</a:t>
            </a:r>
            <a:r>
              <a:rPr lang="en-US" sz="1600">
                <a:latin typeface="Barlow Semi Condensed" panose="00000506000000000000" pitchFamily="2" charset="0"/>
              </a:rPr>
              <a:t> </a:t>
            </a:r>
            <a:r>
              <a:rPr lang="en-US" sz="1600" err="1">
                <a:latin typeface="Barlow Semi Condensed" panose="00000506000000000000" pitchFamily="2" charset="0"/>
              </a:rPr>
              <a:t>bình</a:t>
            </a:r>
            <a:r>
              <a:rPr lang="en-US" sz="1600">
                <a:latin typeface="Barlow Semi Condensed" panose="00000506000000000000" pitchFamily="2" charset="0"/>
              </a:rPr>
              <a:t> </a:t>
            </a:r>
            <a:r>
              <a:rPr lang="en-US" sz="1600" err="1">
                <a:latin typeface="Barlow Semi Condensed" panose="00000506000000000000" pitchFamily="2" charset="0"/>
              </a:rPr>
              <a:t>của</a:t>
            </a:r>
            <a:r>
              <a:rPr lang="en-US" sz="1600">
                <a:latin typeface="Barlow Semi Condensed" panose="00000506000000000000" pitchFamily="2" charset="0"/>
              </a:rPr>
              <a:t> K </a:t>
            </a:r>
            <a:r>
              <a:rPr lang="en-US" sz="1600" err="1">
                <a:latin typeface="Barlow Semi Condensed" panose="00000506000000000000" pitchFamily="2" charset="0"/>
              </a:rPr>
              <a:t>phiên</a:t>
            </a:r>
            <a:r>
              <a:rPr lang="en-US" sz="1600">
                <a:latin typeface="Barlow Semi Condensed" panose="00000506000000000000" pitchFamily="2" charset="0"/>
              </a:rPr>
              <a:t> </a:t>
            </a:r>
            <a:r>
              <a:rPr lang="en-US" sz="1600" err="1">
                <a:latin typeface="Barlow Semi Condensed" panose="00000506000000000000" pitchFamily="2" charset="0"/>
              </a:rPr>
              <a:t>bản</a:t>
            </a:r>
            <a:r>
              <a:rPr lang="en-US" sz="1600">
                <a:latin typeface="Barlow Semi Condensed" panose="00000506000000000000" pitchFamily="2" charset="0"/>
              </a:rPr>
              <a:t>:</a:t>
            </a:r>
          </a:p>
        </p:txBody>
      </p:sp>
      <p:sp>
        <p:nvSpPr>
          <p:cNvPr id="4" name="Google Shape;2178;p39">
            <a:extLst>
              <a:ext uri="{FF2B5EF4-FFF2-40B4-BE49-F238E27FC236}">
                <a16:creationId xmlns:a16="http://schemas.microsoft.com/office/drawing/2014/main" id="{B7252958-E03E-F6BC-544D-F15959A07D42}"/>
              </a:ext>
            </a:extLst>
          </p:cNvPr>
          <p:cNvSpPr txBox="1">
            <a:spLocks/>
          </p:cNvSpPr>
          <p:nvPr/>
        </p:nvSpPr>
        <p:spPr>
          <a:xfrm>
            <a:off x="1438980" y="2442701"/>
            <a:ext cx="4176959" cy="44528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err="1">
                <a:latin typeface="Barlow Semi Condensed" panose="00000506000000000000" pitchFamily="2" charset="0"/>
              </a:rPr>
              <a:t>Bước</a:t>
            </a:r>
            <a:r>
              <a:rPr lang="en-US" sz="1600">
                <a:latin typeface="Barlow Semi Condensed" panose="00000506000000000000" pitchFamily="2" charset="0"/>
              </a:rPr>
              <a:t> 2:Tính Entropy </a:t>
            </a:r>
            <a:r>
              <a:rPr lang="en-US" sz="1600" err="1">
                <a:latin typeface="Barlow Semi Condensed" panose="00000506000000000000" pitchFamily="2" charset="0"/>
              </a:rPr>
              <a:t>của</a:t>
            </a:r>
            <a:r>
              <a:rPr lang="en-US" sz="1600">
                <a:latin typeface="Barlow Semi Condensed" panose="00000506000000000000" pitchFamily="2" charset="0"/>
              </a:rPr>
              <a:t> </a:t>
            </a:r>
            <a:r>
              <a:rPr lang="en-US" sz="1600" err="1">
                <a:latin typeface="Barlow Semi Condensed" panose="00000506000000000000" pitchFamily="2" charset="0"/>
              </a:rPr>
              <a:t>tập</a:t>
            </a:r>
            <a:r>
              <a:rPr lang="en-US" sz="1600">
                <a:latin typeface="Barlow Semi Condensed" panose="00000506000000000000" pitchFamily="2" charset="0"/>
              </a:rPr>
              <a:t> </a:t>
            </a:r>
            <a:r>
              <a:rPr lang="en-US" sz="1600" err="1">
                <a:latin typeface="Barlow Semi Condensed" panose="00000506000000000000" pitchFamily="2" charset="0"/>
              </a:rPr>
              <a:t>hợp</a:t>
            </a:r>
            <a:r>
              <a:rPr lang="en-US" sz="1600">
                <a:latin typeface="Barlow Semi Condensed" panose="00000506000000000000" pitchFamily="2" charset="0"/>
              </a:rPr>
              <a:t> (Ensemble):</a:t>
            </a:r>
          </a:p>
        </p:txBody>
      </p:sp>
      <p:pic>
        <p:nvPicPr>
          <p:cNvPr id="6" name="Picture 5">
            <a:extLst>
              <a:ext uri="{FF2B5EF4-FFF2-40B4-BE49-F238E27FC236}">
                <a16:creationId xmlns:a16="http://schemas.microsoft.com/office/drawing/2014/main" id="{095DF798-A6DC-AF5E-0259-FB1E498055AB}"/>
              </a:ext>
            </a:extLst>
          </p:cNvPr>
          <p:cNvPicPr>
            <a:picLocks noChangeAspect="1"/>
          </p:cNvPicPr>
          <p:nvPr/>
        </p:nvPicPr>
        <p:blipFill>
          <a:blip r:embed="rId4"/>
          <a:stretch>
            <a:fillRect/>
          </a:stretch>
        </p:blipFill>
        <p:spPr>
          <a:xfrm>
            <a:off x="5435816" y="1960682"/>
            <a:ext cx="1457528" cy="371527"/>
          </a:xfrm>
          <a:prstGeom prst="rect">
            <a:avLst/>
          </a:prstGeom>
        </p:spPr>
      </p:pic>
      <p:pic>
        <p:nvPicPr>
          <p:cNvPr id="9" name="Picture 8">
            <a:extLst>
              <a:ext uri="{FF2B5EF4-FFF2-40B4-BE49-F238E27FC236}">
                <a16:creationId xmlns:a16="http://schemas.microsoft.com/office/drawing/2014/main" id="{6088E1E9-299F-382A-730B-BF331CE615F4}"/>
              </a:ext>
            </a:extLst>
          </p:cNvPr>
          <p:cNvPicPr>
            <a:picLocks noChangeAspect="1"/>
          </p:cNvPicPr>
          <p:nvPr/>
        </p:nvPicPr>
        <p:blipFill>
          <a:blip r:embed="rId5"/>
          <a:stretch>
            <a:fillRect/>
          </a:stretch>
        </p:blipFill>
        <p:spPr>
          <a:xfrm>
            <a:off x="3271581" y="2948452"/>
            <a:ext cx="2600688" cy="609685"/>
          </a:xfrm>
          <a:prstGeom prst="rect">
            <a:avLst/>
          </a:prstGeom>
        </p:spPr>
      </p:pic>
      <p:sp>
        <p:nvSpPr>
          <p:cNvPr id="19" name="Google Shape;2178;p39">
            <a:extLst>
              <a:ext uri="{FF2B5EF4-FFF2-40B4-BE49-F238E27FC236}">
                <a16:creationId xmlns:a16="http://schemas.microsoft.com/office/drawing/2014/main" id="{BCA75BA4-E5A3-98E6-C64C-BC339E7CA63F}"/>
              </a:ext>
            </a:extLst>
          </p:cNvPr>
          <p:cNvSpPr txBox="1">
            <a:spLocks/>
          </p:cNvSpPr>
          <p:nvPr/>
        </p:nvSpPr>
        <p:spPr>
          <a:xfrm>
            <a:off x="2003141" y="3588617"/>
            <a:ext cx="6265888" cy="41102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err="1">
                <a:latin typeface="Barlow Semi Condensed" panose="00000506000000000000" pitchFamily="2" charset="0"/>
              </a:rPr>
              <a:t>Lần</a:t>
            </a:r>
            <a:r>
              <a:rPr lang="en-US" sz="1600">
                <a:latin typeface="Barlow Semi Condensed" panose="00000506000000000000" pitchFamily="2" charset="0"/>
              </a:rPr>
              <a:t> </a:t>
            </a:r>
            <a:r>
              <a:rPr lang="en-US" sz="1600" err="1">
                <a:latin typeface="Barlow Semi Condensed" panose="00000506000000000000" pitchFamily="2" charset="0"/>
              </a:rPr>
              <a:t>lượt</a:t>
            </a:r>
            <a:r>
              <a:rPr lang="en-US" sz="1600">
                <a:latin typeface="Barlow Semi Condensed" panose="00000506000000000000" pitchFamily="2" charset="0"/>
              </a:rPr>
              <a:t> </a:t>
            </a:r>
            <a:r>
              <a:rPr lang="en-US" sz="1600" err="1">
                <a:latin typeface="Barlow Semi Condensed" panose="00000506000000000000" pitchFamily="2" charset="0"/>
              </a:rPr>
              <a:t>là</a:t>
            </a:r>
            <a:r>
              <a:rPr lang="en-US" sz="1600">
                <a:latin typeface="Barlow Semi Condensed" panose="00000506000000000000" pitchFamily="2" charset="0"/>
              </a:rPr>
              <a:t> </a:t>
            </a:r>
            <a:r>
              <a:rPr lang="en-US" sz="1600" err="1">
                <a:latin typeface="Barlow Semi Condensed" panose="00000506000000000000" pitchFamily="2" charset="0"/>
              </a:rPr>
              <a:t>chỉ</a:t>
            </a:r>
            <a:r>
              <a:rPr lang="en-US" sz="1600">
                <a:latin typeface="Barlow Semi Condensed" panose="00000506000000000000" pitchFamily="2" charset="0"/>
              </a:rPr>
              <a:t> </a:t>
            </a:r>
            <a:r>
              <a:rPr lang="en-US" sz="1600" err="1">
                <a:latin typeface="Barlow Semi Condensed" panose="00000506000000000000" pitchFamily="2" charset="0"/>
              </a:rPr>
              <a:t>số</a:t>
            </a:r>
            <a:r>
              <a:rPr lang="en-US" sz="1600">
                <a:latin typeface="Barlow Semi Condensed" panose="00000506000000000000" pitchFamily="2" charset="0"/>
              </a:rPr>
              <a:t> </a:t>
            </a:r>
            <a:r>
              <a:rPr lang="en-US" sz="1600" err="1">
                <a:latin typeface="Barlow Semi Condensed" panose="00000506000000000000" pitchFamily="2" charset="0"/>
              </a:rPr>
              <a:t>của</a:t>
            </a:r>
            <a:r>
              <a:rPr lang="en-US" sz="1600">
                <a:latin typeface="Barlow Semi Condensed" panose="00000506000000000000" pitchFamily="2" charset="0"/>
              </a:rPr>
              <a:t> </a:t>
            </a:r>
            <a:r>
              <a:rPr lang="en-US" sz="1600" err="1">
                <a:latin typeface="Barlow Semi Condensed" panose="00000506000000000000" pitchFamily="2" charset="0"/>
              </a:rPr>
              <a:t>điểm</a:t>
            </a:r>
            <a:r>
              <a:rPr lang="en-US" sz="1600">
                <a:latin typeface="Barlow Semi Condensed" panose="00000506000000000000" pitchFamily="2" charset="0"/>
              </a:rPr>
              <a:t> </a:t>
            </a:r>
            <a:r>
              <a:rPr lang="en-US" sz="1600" err="1">
                <a:latin typeface="Barlow Semi Condensed" panose="00000506000000000000" pitchFamily="2" charset="0"/>
              </a:rPr>
              <a:t>ảnh</a:t>
            </a:r>
            <a:r>
              <a:rPr lang="en-US" sz="1600">
                <a:latin typeface="Barlow Semi Condensed" panose="00000506000000000000" pitchFamily="2" charset="0"/>
              </a:rPr>
              <a:t> </a:t>
            </a:r>
            <a:r>
              <a:rPr lang="en-US" sz="1600" err="1">
                <a:latin typeface="Barlow Semi Condensed" panose="00000506000000000000" pitchFamily="2" charset="0"/>
              </a:rPr>
              <a:t>hiện</a:t>
            </a:r>
            <a:r>
              <a:rPr lang="en-US" sz="1600">
                <a:latin typeface="Barlow Semi Condensed" panose="00000506000000000000" pitchFamily="2" charset="0"/>
              </a:rPr>
              <a:t> </a:t>
            </a:r>
            <a:r>
              <a:rPr lang="en-US" sz="1600" err="1">
                <a:latin typeface="Barlow Semi Condensed" panose="00000506000000000000" pitchFamily="2" charset="0"/>
              </a:rPr>
              <a:t>tại</a:t>
            </a:r>
            <a:r>
              <a:rPr lang="en-US" sz="1600">
                <a:latin typeface="Barlow Semi Condensed" panose="00000506000000000000" pitchFamily="2" charset="0"/>
              </a:rPr>
              <a:t> </a:t>
            </a:r>
            <a:r>
              <a:rPr lang="en-US" sz="1600" err="1">
                <a:latin typeface="Barlow Semi Condensed" panose="00000506000000000000" pitchFamily="2" charset="0"/>
              </a:rPr>
              <a:t>và</a:t>
            </a:r>
            <a:r>
              <a:rPr lang="en-US" sz="1600">
                <a:latin typeface="Barlow Semi Condensed" panose="00000506000000000000" pitchFamily="2" charset="0"/>
              </a:rPr>
              <a:t> </a:t>
            </a:r>
            <a:r>
              <a:rPr lang="en-US" sz="1600" err="1">
                <a:latin typeface="Barlow Semi Condensed" panose="00000506000000000000" pitchFamily="2" charset="0"/>
              </a:rPr>
              <a:t>lớp</a:t>
            </a:r>
            <a:r>
              <a:rPr lang="en-US" sz="1600">
                <a:latin typeface="Barlow Semi Condensed" panose="00000506000000000000" pitchFamily="2" charset="0"/>
              </a:rPr>
              <a:t> </a:t>
            </a:r>
            <a:r>
              <a:rPr lang="en-US" sz="1600" err="1">
                <a:latin typeface="Barlow Semi Condensed" panose="00000506000000000000" pitchFamily="2" charset="0"/>
              </a:rPr>
              <a:t>hiện</a:t>
            </a:r>
            <a:r>
              <a:rPr lang="en-US" sz="1600">
                <a:latin typeface="Barlow Semi Condensed" panose="00000506000000000000" pitchFamily="2" charset="0"/>
              </a:rPr>
              <a:t> </a:t>
            </a:r>
            <a:r>
              <a:rPr lang="en-US" sz="1600" err="1">
                <a:latin typeface="Barlow Semi Condensed" panose="00000506000000000000" pitchFamily="2" charset="0"/>
              </a:rPr>
              <a:t>tại</a:t>
            </a:r>
            <a:endParaRPr lang="en-US" sz="1600">
              <a:latin typeface="Barlow Semi Condensed" panose="00000506000000000000" pitchFamily="2" charset="0"/>
            </a:endParaRPr>
          </a:p>
        </p:txBody>
      </p:sp>
      <p:pic>
        <p:nvPicPr>
          <p:cNvPr id="21" name="Picture 20">
            <a:extLst>
              <a:ext uri="{FF2B5EF4-FFF2-40B4-BE49-F238E27FC236}">
                <a16:creationId xmlns:a16="http://schemas.microsoft.com/office/drawing/2014/main" id="{3694F940-F05C-0E7E-A9E2-1C686EDB1D9D}"/>
              </a:ext>
            </a:extLst>
          </p:cNvPr>
          <p:cNvPicPr>
            <a:picLocks noChangeAspect="1"/>
          </p:cNvPicPr>
          <p:nvPr/>
        </p:nvPicPr>
        <p:blipFill>
          <a:blip r:embed="rId6"/>
          <a:stretch>
            <a:fillRect/>
          </a:stretch>
        </p:blipFill>
        <p:spPr>
          <a:xfrm>
            <a:off x="1517298" y="3684574"/>
            <a:ext cx="485843" cy="219106"/>
          </a:xfrm>
          <a:prstGeom prst="rect">
            <a:avLst/>
          </a:prstGeom>
        </p:spPr>
      </p:pic>
      <p:pic>
        <p:nvPicPr>
          <p:cNvPr id="23" name="Picture 22">
            <a:extLst>
              <a:ext uri="{FF2B5EF4-FFF2-40B4-BE49-F238E27FC236}">
                <a16:creationId xmlns:a16="http://schemas.microsoft.com/office/drawing/2014/main" id="{B0C57B80-06D6-5551-D97A-6B61CD004AA2}"/>
              </a:ext>
            </a:extLst>
          </p:cNvPr>
          <p:cNvPicPr>
            <a:picLocks noChangeAspect="1"/>
          </p:cNvPicPr>
          <p:nvPr/>
        </p:nvPicPr>
        <p:blipFill>
          <a:blip r:embed="rId7"/>
          <a:stretch>
            <a:fillRect/>
          </a:stretch>
        </p:blipFill>
        <p:spPr>
          <a:xfrm>
            <a:off x="1517298" y="3999638"/>
            <a:ext cx="342948" cy="219106"/>
          </a:xfrm>
          <a:prstGeom prst="rect">
            <a:avLst/>
          </a:prstGeom>
        </p:spPr>
      </p:pic>
      <p:sp>
        <p:nvSpPr>
          <p:cNvPr id="24" name="Google Shape;2178;p39">
            <a:extLst>
              <a:ext uri="{FF2B5EF4-FFF2-40B4-BE49-F238E27FC236}">
                <a16:creationId xmlns:a16="http://schemas.microsoft.com/office/drawing/2014/main" id="{63C1F37C-78CB-5EE7-3E1E-E727C058020E}"/>
              </a:ext>
            </a:extLst>
          </p:cNvPr>
          <p:cNvSpPr txBox="1">
            <a:spLocks/>
          </p:cNvSpPr>
          <p:nvPr/>
        </p:nvSpPr>
        <p:spPr>
          <a:xfrm>
            <a:off x="1860246" y="3903680"/>
            <a:ext cx="6265888" cy="8925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err="1">
                <a:latin typeface="Barlow Semi Condensed" panose="00000506000000000000" pitchFamily="2" charset="0"/>
              </a:rPr>
              <a:t>Là</a:t>
            </a:r>
            <a:r>
              <a:rPr lang="en-US" sz="1600">
                <a:latin typeface="Barlow Semi Condensed" panose="00000506000000000000" pitchFamily="2" charset="0"/>
              </a:rPr>
              <a:t> </a:t>
            </a:r>
            <a:r>
              <a:rPr lang="en-US" sz="1600" err="1">
                <a:latin typeface="Barlow Semi Condensed" panose="00000506000000000000" pitchFamily="2" charset="0"/>
              </a:rPr>
              <a:t>Xác</a:t>
            </a:r>
            <a:r>
              <a:rPr lang="en-US" sz="1600">
                <a:latin typeface="Barlow Semi Condensed" panose="00000506000000000000" pitchFamily="2" charset="0"/>
              </a:rPr>
              <a:t> </a:t>
            </a:r>
            <a:r>
              <a:rPr lang="en-US" sz="1600" err="1">
                <a:latin typeface="Barlow Semi Condensed" panose="00000506000000000000" pitchFamily="2" charset="0"/>
              </a:rPr>
              <a:t>suất</a:t>
            </a:r>
            <a:r>
              <a:rPr lang="en-US" sz="1600">
                <a:latin typeface="Barlow Semi Condensed" panose="00000506000000000000" pitchFamily="2" charset="0"/>
              </a:rPr>
              <a:t> </a:t>
            </a:r>
            <a:r>
              <a:rPr lang="en-US" sz="1600" err="1">
                <a:latin typeface="Barlow Semi Condensed" panose="00000506000000000000" pitchFamily="2" charset="0"/>
              </a:rPr>
              <a:t>dự</a:t>
            </a:r>
            <a:r>
              <a:rPr lang="en-US" sz="1600">
                <a:latin typeface="Barlow Semi Condensed" panose="00000506000000000000" pitchFamily="2" charset="0"/>
              </a:rPr>
              <a:t> </a:t>
            </a:r>
            <a:r>
              <a:rPr lang="en-US" sz="1600" err="1">
                <a:latin typeface="Barlow Semi Condensed" panose="00000506000000000000" pitchFamily="2" charset="0"/>
              </a:rPr>
              <a:t>đoán</a:t>
            </a:r>
            <a:r>
              <a:rPr lang="en-US" sz="1600">
                <a:latin typeface="Barlow Semi Condensed" panose="00000506000000000000" pitchFamily="2" charset="0"/>
              </a:rPr>
              <a:t> </a:t>
            </a:r>
            <a:r>
              <a:rPr lang="en-US" sz="1600" err="1">
                <a:latin typeface="Barlow Semi Condensed" panose="00000506000000000000" pitchFamily="2" charset="0"/>
              </a:rPr>
              <a:t>trung</a:t>
            </a:r>
            <a:r>
              <a:rPr lang="en-US" sz="1600">
                <a:latin typeface="Barlow Semi Condensed" panose="00000506000000000000" pitchFamily="2" charset="0"/>
              </a:rPr>
              <a:t> </a:t>
            </a:r>
            <a:r>
              <a:rPr lang="en-US" sz="1600" err="1">
                <a:latin typeface="Barlow Semi Condensed" panose="00000506000000000000" pitchFamily="2" charset="0"/>
              </a:rPr>
              <a:t>bình</a:t>
            </a:r>
            <a:r>
              <a:rPr lang="en-US" sz="1600">
                <a:latin typeface="Barlow Semi Condensed" panose="00000506000000000000" pitchFamily="2" charset="0"/>
              </a:rPr>
              <a:t> </a:t>
            </a:r>
            <a:r>
              <a:rPr lang="en-US" sz="1600" err="1">
                <a:latin typeface="Barlow Semi Condensed" panose="00000506000000000000" pitchFamily="2" charset="0"/>
              </a:rPr>
              <a:t>của</a:t>
            </a:r>
            <a:r>
              <a:rPr lang="en-US" sz="1600">
                <a:latin typeface="Barlow Semi Condensed" panose="00000506000000000000" pitchFamily="2" charset="0"/>
              </a:rPr>
              <a:t> Target Model </a:t>
            </a:r>
            <a:r>
              <a:rPr lang="en-US" sz="1600" err="1">
                <a:latin typeface="Barlow Semi Condensed" panose="00000506000000000000" pitchFamily="2" charset="0"/>
              </a:rPr>
              <a:t>cho</a:t>
            </a:r>
            <a:r>
              <a:rPr lang="en-US" sz="1600">
                <a:latin typeface="Barlow Semi Condensed" panose="00000506000000000000" pitchFamily="2" charset="0"/>
              </a:rPr>
              <a:t> </a:t>
            </a:r>
            <a:r>
              <a:rPr lang="en-US" sz="1600" err="1">
                <a:latin typeface="Barlow Semi Condensed" panose="00000506000000000000" pitchFamily="2" charset="0"/>
              </a:rPr>
              <a:t>điểm</a:t>
            </a:r>
            <a:r>
              <a:rPr lang="en-US" sz="1600">
                <a:latin typeface="Barlow Semi Condensed" panose="00000506000000000000" pitchFamily="2" charset="0"/>
              </a:rPr>
              <a:t> </a:t>
            </a:r>
            <a:r>
              <a:rPr lang="en-US" sz="1600" err="1">
                <a:latin typeface="Barlow Semi Condensed" panose="00000506000000000000" pitchFamily="2" charset="0"/>
              </a:rPr>
              <a:t>ảnh</a:t>
            </a:r>
            <a:r>
              <a:rPr lang="en-US" sz="1600">
                <a:latin typeface="Barlow Semi Condensed" panose="00000506000000000000" pitchFamily="2" charset="0"/>
              </a:rPr>
              <a:t> </a:t>
            </a:r>
            <a:r>
              <a:rPr lang="en-US" sz="1600" err="1">
                <a:latin typeface="Barlow Semi Condensed" panose="00000506000000000000" pitchFamily="2" charset="0"/>
              </a:rPr>
              <a:t>i</a:t>
            </a:r>
            <a:r>
              <a:rPr lang="en-US" sz="1600">
                <a:latin typeface="Barlow Semi Condensed" panose="00000506000000000000" pitchFamily="2" charset="0"/>
              </a:rPr>
              <a:t> </a:t>
            </a:r>
            <a:r>
              <a:rPr lang="en-US" sz="1600" err="1">
                <a:latin typeface="Barlow Semi Condensed" panose="00000506000000000000" pitchFamily="2" charset="0"/>
              </a:rPr>
              <a:t>thuộc</a:t>
            </a:r>
            <a:r>
              <a:rPr lang="en-US" sz="1600">
                <a:latin typeface="Barlow Semi Condensed" panose="00000506000000000000" pitchFamily="2" charset="0"/>
              </a:rPr>
              <a:t> </a:t>
            </a:r>
            <a:r>
              <a:rPr lang="en-US" sz="1600" err="1">
                <a:latin typeface="Barlow Semi Condensed" panose="00000506000000000000" pitchFamily="2" charset="0"/>
              </a:rPr>
              <a:t>lớp</a:t>
            </a:r>
            <a:r>
              <a:rPr lang="en-US" sz="1600">
                <a:latin typeface="Barlow Semi Condensed" panose="00000506000000000000" pitchFamily="2" charset="0"/>
              </a:rPr>
              <a:t> c, </a:t>
            </a:r>
            <a:r>
              <a:rPr lang="en-US" sz="1600" err="1">
                <a:latin typeface="Barlow Semi Condensed" panose="00000506000000000000" pitchFamily="2" charset="0"/>
              </a:rPr>
              <a:t>dược</a:t>
            </a:r>
            <a:r>
              <a:rPr lang="en-US" sz="1600">
                <a:latin typeface="Barlow Semi Condensed" panose="00000506000000000000" pitchFamily="2" charset="0"/>
              </a:rPr>
              <a:t> </a:t>
            </a:r>
            <a:r>
              <a:rPr lang="en-US" sz="1600" err="1">
                <a:latin typeface="Barlow Semi Condensed" panose="00000506000000000000" pitchFamily="2" charset="0"/>
              </a:rPr>
              <a:t>tính</a:t>
            </a:r>
            <a:r>
              <a:rPr lang="en-US" sz="1600">
                <a:latin typeface="Barlow Semi Condensed" panose="00000506000000000000" pitchFamily="2" charset="0"/>
              </a:rPr>
              <a:t> </a:t>
            </a:r>
            <a:r>
              <a:rPr lang="en-US" sz="1600" err="1">
                <a:latin typeface="Barlow Semi Condensed" panose="00000506000000000000" pitchFamily="2" charset="0"/>
              </a:rPr>
              <a:t>toán</a:t>
            </a:r>
            <a:r>
              <a:rPr lang="en-US" sz="1600">
                <a:latin typeface="Barlow Semi Condensed" panose="00000506000000000000" pitchFamily="2" charset="0"/>
              </a:rPr>
              <a:t> </a:t>
            </a:r>
            <a:r>
              <a:rPr lang="en-US" sz="1600" err="1">
                <a:latin typeface="Barlow Semi Condensed" panose="00000506000000000000" pitchFamily="2" charset="0"/>
              </a:rPr>
              <a:t>sau</a:t>
            </a:r>
            <a:r>
              <a:rPr lang="en-US" sz="1600">
                <a:latin typeface="Barlow Semi Condensed" panose="00000506000000000000" pitchFamily="2" charset="0"/>
              </a:rPr>
              <a:t> </a:t>
            </a:r>
            <a:r>
              <a:rPr lang="en-US" sz="1600" err="1">
                <a:latin typeface="Barlow Semi Condensed" panose="00000506000000000000" pitchFamily="2" charset="0"/>
              </a:rPr>
              <a:t>khi</a:t>
            </a:r>
            <a:r>
              <a:rPr lang="en-US" sz="1600">
                <a:latin typeface="Barlow Semi Condensed" panose="00000506000000000000" pitchFamily="2" charset="0"/>
              </a:rPr>
              <a:t> </a:t>
            </a:r>
            <a:r>
              <a:rPr lang="en-US" sz="1600" err="1">
                <a:latin typeface="Barlow Semi Condensed" panose="00000506000000000000" pitchFamily="2" charset="0"/>
              </a:rPr>
              <a:t>ảnh</a:t>
            </a:r>
            <a:r>
              <a:rPr lang="en-US" sz="1600">
                <a:latin typeface="Barlow Semi Condensed" panose="00000506000000000000" pitchFamily="2" charset="0"/>
              </a:rPr>
              <a:t> </a:t>
            </a:r>
            <a:r>
              <a:rPr lang="en-US" sz="1600" err="1">
                <a:latin typeface="Barlow Semi Condensed" panose="00000506000000000000" pitchFamily="2" charset="0"/>
              </a:rPr>
              <a:t>đi</a:t>
            </a:r>
            <a:r>
              <a:rPr lang="en-US" sz="1600">
                <a:latin typeface="Barlow Semi Condensed" panose="00000506000000000000" pitchFamily="2" charset="0"/>
              </a:rPr>
              <a:t> qua K </a:t>
            </a:r>
            <a:r>
              <a:rPr lang="en-US" sz="1600" err="1">
                <a:latin typeface="Barlow Semi Condensed" panose="00000506000000000000" pitchFamily="2" charset="0"/>
              </a:rPr>
              <a:t>phép</a:t>
            </a:r>
            <a:r>
              <a:rPr lang="en-US" sz="1600">
                <a:latin typeface="Barlow Semi Condensed" panose="00000506000000000000" pitchFamily="2" charset="0"/>
              </a:rPr>
              <a:t> </a:t>
            </a:r>
            <a:r>
              <a:rPr lang="en-US" sz="1600" err="1">
                <a:latin typeface="Barlow Semi Condensed" panose="00000506000000000000" pitchFamily="2" charset="0"/>
              </a:rPr>
              <a:t>biến</a:t>
            </a:r>
            <a:r>
              <a:rPr lang="en-US" sz="1600">
                <a:latin typeface="Barlow Semi Condensed" panose="00000506000000000000" pitchFamily="2" charset="0"/>
              </a:rPr>
              <a:t> </a:t>
            </a:r>
            <a:r>
              <a:rPr lang="en-US" sz="1600" err="1">
                <a:latin typeface="Barlow Semi Condensed" panose="00000506000000000000" pitchFamily="2" charset="0"/>
              </a:rPr>
              <a:t>đổi</a:t>
            </a:r>
            <a:r>
              <a:rPr lang="en-US" sz="1600">
                <a:latin typeface="Barlow Semi Condensed" panose="00000506000000000000" pitchFamily="2" charset="0"/>
              </a:rPr>
              <a:t> </a:t>
            </a:r>
            <a:r>
              <a:rPr lang="en-US" sz="1600" err="1">
                <a:latin typeface="Barlow Semi Condensed" panose="00000506000000000000" pitchFamily="2" charset="0"/>
              </a:rPr>
              <a:t>tăng</a:t>
            </a:r>
            <a:r>
              <a:rPr lang="en-US" sz="1600">
                <a:latin typeface="Barlow Semi Condensed" panose="00000506000000000000" pitchFamily="2" charset="0"/>
              </a:rPr>
              <a:t> </a:t>
            </a:r>
            <a:r>
              <a:rPr lang="en-US" sz="1600" err="1">
                <a:latin typeface="Barlow Semi Condensed" panose="00000506000000000000" pitchFamily="2" charset="0"/>
              </a:rPr>
              <a:t>cường</a:t>
            </a:r>
            <a:r>
              <a:rPr lang="en-US" sz="1600">
                <a:latin typeface="Barlow Semi Condensed" panose="00000506000000000000" pitchFamily="2" charset="0"/>
              </a:rPr>
              <a:t> (</a:t>
            </a:r>
            <a:r>
              <a:rPr lang="en-US" sz="1600" err="1">
                <a:latin typeface="Barlow Semi Condensed" panose="00000506000000000000" pitchFamily="2" charset="0"/>
              </a:rPr>
              <a:t>augementations</a:t>
            </a:r>
            <a:r>
              <a:rPr lang="en-US" sz="1600">
                <a:latin typeface="Barlow Semi Condensed" panose="00000506000000000000" pitchFamily="2" charset="0"/>
              </a:rPr>
              <a:t>) </a:t>
            </a:r>
          </a:p>
        </p:txBody>
      </p:sp>
    </p:spTree>
    <p:extLst>
      <p:ext uri="{BB962C8B-B14F-4D97-AF65-F5344CB8AC3E}">
        <p14:creationId xmlns:p14="http://schemas.microsoft.com/office/powerpoint/2010/main" val="5457428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40">
          <a:extLst>
            <a:ext uri="{FF2B5EF4-FFF2-40B4-BE49-F238E27FC236}">
              <a16:creationId xmlns:a16="http://schemas.microsoft.com/office/drawing/2014/main" id="{E426B6C8-D1AE-FEB5-8CF1-B360E5BEFE3C}"/>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A9465824-5D09-C912-4136-97B6D3CE8D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2081" r="45171"/>
          <a:stretch>
            <a:fillRect/>
          </a:stretch>
        </p:blipFill>
        <p:spPr bwMode="auto">
          <a:xfrm>
            <a:off x="4993190" y="1161624"/>
            <a:ext cx="2612655" cy="1789076"/>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2178;p39">
            <a:extLst>
              <a:ext uri="{FF2B5EF4-FFF2-40B4-BE49-F238E27FC236}">
                <a16:creationId xmlns:a16="http://schemas.microsoft.com/office/drawing/2014/main" id="{A5A98D83-2CE6-997A-643E-072F909A00AC}"/>
              </a:ext>
            </a:extLst>
          </p:cNvPr>
          <p:cNvSpPr txBox="1">
            <a:spLocks/>
          </p:cNvSpPr>
          <p:nvPr/>
        </p:nvSpPr>
        <p:spPr>
          <a:xfrm>
            <a:off x="1249680" y="1085424"/>
            <a:ext cx="3743510" cy="238167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a:latin typeface="Barlow Semi Condensed" panose="00000506000000000000" pitchFamily="2" charset="0"/>
              </a:rPr>
              <a:t>Teacher – Student:</a:t>
            </a:r>
          </a:p>
          <a:p>
            <a:pPr marL="285750" indent="-285750">
              <a:buFont typeface="Arial" panose="020B0604020202020204" pitchFamily="34" charset="0"/>
              <a:buChar char="•"/>
            </a:pPr>
            <a:r>
              <a:rPr lang="en-US" sz="1600" b="1" err="1">
                <a:latin typeface="Barlow Semi Condensed" panose="00000506000000000000" pitchFamily="2" charset="0"/>
              </a:rPr>
              <a:t>Nhánh</a:t>
            </a:r>
            <a:r>
              <a:rPr lang="en-US" sz="1600" b="1">
                <a:latin typeface="Barlow Semi Condensed" panose="00000506000000000000" pitchFamily="2" charset="0"/>
              </a:rPr>
              <a:t> </a:t>
            </a:r>
            <a:r>
              <a:rPr lang="en-US" sz="1600" b="1" err="1">
                <a:latin typeface="Barlow Semi Condensed" panose="00000506000000000000" pitchFamily="2" charset="0"/>
              </a:rPr>
              <a:t>trên</a:t>
            </a:r>
            <a:r>
              <a:rPr lang="en-US" sz="1600" b="1">
                <a:latin typeface="Barlow Semi Condensed" panose="00000506000000000000" pitchFamily="2" charset="0"/>
              </a:rPr>
              <a:t> (Weak Aug + Teacher Model)</a:t>
            </a:r>
            <a:r>
              <a:rPr lang="en-US" sz="1600">
                <a:latin typeface="Barlow Semi Condensed" panose="00000506000000000000" pitchFamily="2" charset="0"/>
              </a:rPr>
              <a:t>: </a:t>
            </a:r>
            <a:r>
              <a:rPr lang="en-US" sz="1600" err="1">
                <a:latin typeface="Barlow Semi Condensed" panose="00000506000000000000" pitchFamily="2" charset="0"/>
              </a:rPr>
              <a:t>Ảnh</a:t>
            </a:r>
            <a:r>
              <a:rPr lang="en-US" sz="1600">
                <a:latin typeface="Barlow Semi Condensed" panose="00000506000000000000" pitchFamily="2" charset="0"/>
              </a:rPr>
              <a:t> </a:t>
            </a:r>
            <a:r>
              <a:rPr lang="en-US" sz="1600" err="1">
                <a:latin typeface="Barlow Semi Condensed" panose="00000506000000000000" pitchFamily="2" charset="0"/>
              </a:rPr>
              <a:t>chỉ</a:t>
            </a:r>
            <a:r>
              <a:rPr lang="en-US" sz="1600">
                <a:latin typeface="Barlow Semi Condensed" panose="00000506000000000000" pitchFamily="2" charset="0"/>
              </a:rPr>
              <a:t> </a:t>
            </a:r>
            <a:r>
              <a:rPr lang="en-US" sz="1600" err="1">
                <a:latin typeface="Barlow Semi Condensed" panose="00000506000000000000" pitchFamily="2" charset="0"/>
              </a:rPr>
              <a:t>bị</a:t>
            </a:r>
            <a:r>
              <a:rPr lang="en-US" sz="1600">
                <a:latin typeface="Barlow Semi Condensed" panose="00000506000000000000" pitchFamily="2" charset="0"/>
              </a:rPr>
              <a:t> </a:t>
            </a:r>
            <a:r>
              <a:rPr lang="en-US" sz="1600" err="1">
                <a:latin typeface="Barlow Semi Condensed" panose="00000506000000000000" pitchFamily="2" charset="0"/>
              </a:rPr>
              <a:t>bóp</a:t>
            </a:r>
            <a:r>
              <a:rPr lang="en-US" sz="1600">
                <a:latin typeface="Barlow Semi Condensed" panose="00000506000000000000" pitchFamily="2" charset="0"/>
              </a:rPr>
              <a:t> </a:t>
            </a:r>
            <a:r>
              <a:rPr lang="en-US" sz="1600" err="1">
                <a:latin typeface="Barlow Semi Condensed" panose="00000506000000000000" pitchFamily="2" charset="0"/>
              </a:rPr>
              <a:t>méo</a:t>
            </a:r>
            <a:r>
              <a:rPr lang="en-US" sz="1600">
                <a:latin typeface="Barlow Semi Condensed" panose="00000506000000000000" pitchFamily="2" charset="0"/>
              </a:rPr>
              <a:t> </a:t>
            </a:r>
            <a:r>
              <a:rPr lang="en-US" sz="1600" err="1">
                <a:latin typeface="Barlow Semi Condensed" panose="00000506000000000000" pitchFamily="2" charset="0"/>
              </a:rPr>
              <a:t>nhẹ</a:t>
            </a:r>
            <a:r>
              <a:rPr lang="en-US" sz="1600">
                <a:latin typeface="Barlow Semi Condensed" panose="00000506000000000000" pitchFamily="2" charset="0"/>
              </a:rPr>
              <a:t>. </a:t>
            </a:r>
            <a:r>
              <a:rPr lang="en-US" sz="1600" err="1">
                <a:latin typeface="Barlow Semi Condensed" panose="00000506000000000000" pitchFamily="2" charset="0"/>
              </a:rPr>
              <a:t>Đóng</a:t>
            </a:r>
            <a:r>
              <a:rPr lang="en-US" sz="1600">
                <a:latin typeface="Barlow Semi Condensed" panose="00000506000000000000" pitchFamily="2" charset="0"/>
              </a:rPr>
              <a:t> </a:t>
            </a:r>
            <a:r>
              <a:rPr lang="en-US" sz="1600" err="1">
                <a:latin typeface="Barlow Semi Condensed" panose="00000506000000000000" pitchFamily="2" charset="0"/>
              </a:rPr>
              <a:t>vai</a:t>
            </a:r>
            <a:r>
              <a:rPr lang="en-US" sz="1600">
                <a:latin typeface="Barlow Semi Condensed" panose="00000506000000000000" pitchFamily="2" charset="0"/>
              </a:rPr>
              <a:t> </a:t>
            </a:r>
            <a:r>
              <a:rPr lang="en-US" sz="1600" err="1">
                <a:latin typeface="Barlow Semi Condensed" panose="00000506000000000000" pitchFamily="2" charset="0"/>
              </a:rPr>
              <a:t>trò</a:t>
            </a:r>
            <a:r>
              <a:rPr lang="en-US" sz="1600">
                <a:latin typeface="Barlow Semi Condensed" panose="00000506000000000000" pitchFamily="2" charset="0"/>
              </a:rPr>
              <a:t> </a:t>
            </a:r>
            <a:r>
              <a:rPr lang="en-US" sz="1600" err="1">
                <a:latin typeface="Barlow Semi Condensed" panose="00000506000000000000" pitchFamily="2" charset="0"/>
              </a:rPr>
              <a:t>làm</a:t>
            </a:r>
            <a:r>
              <a:rPr lang="en-US" sz="1600">
                <a:latin typeface="Barlow Semi Condensed" panose="00000506000000000000" pitchFamily="2" charset="0"/>
              </a:rPr>
              <a:t> </a:t>
            </a:r>
            <a:r>
              <a:rPr lang="en-US" sz="1600" b="1">
                <a:latin typeface="Barlow Semi Condensed" panose="00000506000000000000" pitchFamily="2" charset="0"/>
              </a:rPr>
              <a:t>teacher</a:t>
            </a:r>
            <a:r>
              <a:rPr lang="en-US" sz="1600">
                <a:latin typeface="Barlow Semi Condensed" panose="00000506000000000000" pitchFamily="2" charset="0"/>
              </a:rPr>
              <a:t> </a:t>
            </a:r>
            <a:r>
              <a:rPr lang="en-US" sz="1600" err="1">
                <a:latin typeface="Barlow Semi Condensed" panose="00000506000000000000" pitchFamily="2" charset="0"/>
              </a:rPr>
              <a:t>tạo</a:t>
            </a:r>
            <a:r>
              <a:rPr lang="en-US" sz="1600">
                <a:latin typeface="Barlow Semi Condensed" panose="00000506000000000000" pitchFamily="2" charset="0"/>
              </a:rPr>
              <a:t> </a:t>
            </a:r>
            <a:r>
              <a:rPr lang="en-US" sz="1600" err="1">
                <a:latin typeface="Barlow Semi Condensed" panose="00000506000000000000" pitchFamily="2" charset="0"/>
              </a:rPr>
              <a:t>ra</a:t>
            </a:r>
            <a:r>
              <a:rPr lang="en-US" sz="1600">
                <a:latin typeface="Barlow Semi Condensed" panose="00000506000000000000" pitchFamily="2" charset="0"/>
              </a:rPr>
              <a:t> </a:t>
            </a:r>
            <a:r>
              <a:rPr lang="en-US" sz="1600" err="1">
                <a:latin typeface="Barlow Semi Condensed" panose="00000506000000000000" pitchFamily="2" charset="0"/>
              </a:rPr>
              <a:t>Nhãn</a:t>
            </a:r>
            <a:r>
              <a:rPr lang="en-US" sz="1600">
                <a:latin typeface="Barlow Semi Condensed" panose="00000506000000000000" pitchFamily="2" charset="0"/>
              </a:rPr>
              <a:t> </a:t>
            </a:r>
            <a:r>
              <a:rPr lang="en-US" sz="1600" err="1">
                <a:latin typeface="Barlow Semi Condensed" panose="00000506000000000000" pitchFamily="2" charset="0"/>
              </a:rPr>
              <a:t>giả</a:t>
            </a:r>
            <a:r>
              <a:rPr lang="en-US" sz="1600">
                <a:latin typeface="Barlow Semi Condensed" panose="00000506000000000000" pitchFamily="2" charset="0"/>
              </a:rPr>
              <a:t> (Pseudo label)</a:t>
            </a:r>
          </a:p>
          <a:p>
            <a:pPr marL="285750" indent="-285750">
              <a:buFont typeface="Arial" panose="020B0604020202020204" pitchFamily="34" charset="0"/>
              <a:buChar char="•"/>
            </a:pPr>
            <a:r>
              <a:rPr lang="en-US" sz="1600" b="1" err="1">
                <a:latin typeface="Barlow Semi Condensed" panose="00000506000000000000" pitchFamily="2" charset="0"/>
              </a:rPr>
              <a:t>Nhánh</a:t>
            </a:r>
            <a:r>
              <a:rPr lang="en-US" sz="1600" b="1">
                <a:latin typeface="Barlow Semi Condensed" panose="00000506000000000000" pitchFamily="2" charset="0"/>
              </a:rPr>
              <a:t> </a:t>
            </a:r>
            <a:r>
              <a:rPr lang="en-US" sz="1600" b="1" err="1">
                <a:latin typeface="Barlow Semi Condensed" panose="00000506000000000000" pitchFamily="2" charset="0"/>
              </a:rPr>
              <a:t>dưới</a:t>
            </a:r>
            <a:r>
              <a:rPr lang="en-US" sz="1600" b="1">
                <a:latin typeface="Barlow Semi Condensed" panose="00000506000000000000" pitchFamily="2" charset="0"/>
              </a:rPr>
              <a:t> (Strong Aug + Student Model):</a:t>
            </a:r>
            <a:r>
              <a:rPr lang="en-US" sz="1600">
                <a:latin typeface="Barlow Semi Condensed" panose="00000506000000000000" pitchFamily="2" charset="0"/>
              </a:rPr>
              <a:t> </a:t>
            </a:r>
            <a:r>
              <a:rPr lang="en-US" sz="1600" err="1">
                <a:latin typeface="Barlow Semi Condensed" panose="00000506000000000000" pitchFamily="2" charset="0"/>
              </a:rPr>
              <a:t>Ảnh</a:t>
            </a:r>
            <a:r>
              <a:rPr lang="en-US" sz="1600">
                <a:latin typeface="Barlow Semi Condensed" panose="00000506000000000000" pitchFamily="2" charset="0"/>
              </a:rPr>
              <a:t> </a:t>
            </a:r>
            <a:r>
              <a:rPr lang="en-US" sz="1600" err="1">
                <a:latin typeface="Barlow Semi Condensed" panose="00000506000000000000" pitchFamily="2" charset="0"/>
              </a:rPr>
              <a:t>bị</a:t>
            </a:r>
            <a:r>
              <a:rPr lang="en-US" sz="1600">
                <a:latin typeface="Barlow Semi Condensed" panose="00000506000000000000" pitchFamily="2" charset="0"/>
              </a:rPr>
              <a:t> </a:t>
            </a:r>
            <a:r>
              <a:rPr lang="en-US" sz="1600" err="1">
                <a:latin typeface="Barlow Semi Condensed" panose="00000506000000000000" pitchFamily="2" charset="0"/>
              </a:rPr>
              <a:t>bóp</a:t>
            </a:r>
            <a:r>
              <a:rPr lang="en-US" sz="1600">
                <a:latin typeface="Barlow Semi Condensed" panose="00000506000000000000" pitchFamily="2" charset="0"/>
              </a:rPr>
              <a:t> </a:t>
            </a:r>
            <a:r>
              <a:rPr lang="en-US" sz="1600" err="1">
                <a:latin typeface="Barlow Semi Condensed" panose="00000506000000000000" pitchFamily="2" charset="0"/>
              </a:rPr>
              <a:t>méo</a:t>
            </a:r>
            <a:r>
              <a:rPr lang="en-US" sz="1600">
                <a:latin typeface="Barlow Semi Condensed" panose="00000506000000000000" pitchFamily="2" charset="0"/>
              </a:rPr>
              <a:t> </a:t>
            </a:r>
            <a:r>
              <a:rPr lang="en-US" sz="1600" err="1">
                <a:latin typeface="Barlow Semi Condensed" panose="00000506000000000000" pitchFamily="2" charset="0"/>
              </a:rPr>
              <a:t>mạnh</a:t>
            </a:r>
            <a:r>
              <a:rPr lang="en-US" sz="1600">
                <a:latin typeface="Barlow Semi Condensed" panose="00000506000000000000" pitchFamily="2" charset="0"/>
              </a:rPr>
              <a:t> (them </a:t>
            </a:r>
            <a:r>
              <a:rPr lang="en-US" sz="1600" err="1">
                <a:latin typeface="Barlow Semi Condensed" panose="00000506000000000000" pitchFamily="2" charset="0"/>
              </a:rPr>
              <a:t>nhiễu</a:t>
            </a:r>
            <a:r>
              <a:rPr lang="en-US" sz="1600">
                <a:latin typeface="Barlow Semi Condensed" panose="00000506000000000000" pitchFamily="2" charset="0"/>
              </a:rPr>
              <a:t> </a:t>
            </a:r>
            <a:r>
              <a:rPr lang="en-US" sz="1600" err="1">
                <a:latin typeface="Barlow Semi Condensed" panose="00000506000000000000" pitchFamily="2" charset="0"/>
              </a:rPr>
              <a:t>nặng</a:t>
            </a:r>
            <a:r>
              <a:rPr lang="en-US" sz="1600">
                <a:latin typeface="Barlow Semi Condensed" panose="00000506000000000000" pitchFamily="2" charset="0"/>
              </a:rPr>
              <a:t>, </a:t>
            </a:r>
            <a:r>
              <a:rPr lang="en-US" sz="1600" err="1">
                <a:latin typeface="Barlow Semi Condensed" panose="00000506000000000000" pitchFamily="2" charset="0"/>
              </a:rPr>
              <a:t>che</a:t>
            </a:r>
            <a:r>
              <a:rPr lang="en-US" sz="1600">
                <a:latin typeface="Barlow Semi Condensed" panose="00000506000000000000" pitchFamily="2" charset="0"/>
              </a:rPr>
              <a:t> </a:t>
            </a:r>
            <a:r>
              <a:rPr lang="en-US" sz="1600" err="1">
                <a:latin typeface="Barlow Semi Condensed" panose="00000506000000000000" pitchFamily="2" charset="0"/>
              </a:rPr>
              <a:t>khuất</a:t>
            </a:r>
            <a:r>
              <a:rPr lang="en-US" sz="1600">
                <a:latin typeface="Barlow Semi Condensed" panose="00000506000000000000" pitchFamily="2" charset="0"/>
              </a:rPr>
              <a:t>). </a:t>
            </a:r>
            <a:r>
              <a:rPr lang="en-US" sz="1600" err="1">
                <a:latin typeface="Barlow Semi Condensed" panose="00000506000000000000" pitchFamily="2" charset="0"/>
              </a:rPr>
              <a:t>Đóng</a:t>
            </a:r>
            <a:r>
              <a:rPr lang="en-US" sz="1600">
                <a:latin typeface="Barlow Semi Condensed" panose="00000506000000000000" pitchFamily="2" charset="0"/>
              </a:rPr>
              <a:t> </a:t>
            </a:r>
            <a:r>
              <a:rPr lang="en-US" sz="1600" err="1">
                <a:latin typeface="Barlow Semi Condensed" panose="00000506000000000000" pitchFamily="2" charset="0"/>
              </a:rPr>
              <a:t>vai</a:t>
            </a:r>
            <a:r>
              <a:rPr lang="en-US" sz="1600">
                <a:latin typeface="Barlow Semi Condensed" panose="00000506000000000000" pitchFamily="2" charset="0"/>
              </a:rPr>
              <a:t> </a:t>
            </a:r>
            <a:r>
              <a:rPr lang="en-US" sz="1600" err="1">
                <a:latin typeface="Barlow Semi Condensed" panose="00000506000000000000" pitchFamily="2" charset="0"/>
              </a:rPr>
              <a:t>trò</a:t>
            </a:r>
            <a:r>
              <a:rPr lang="en-US" sz="1600">
                <a:latin typeface="Barlow Semi Condensed" panose="00000506000000000000" pitchFamily="2" charset="0"/>
              </a:rPr>
              <a:t> </a:t>
            </a:r>
            <a:r>
              <a:rPr lang="en-US" sz="1600" err="1">
                <a:latin typeface="Barlow Semi Condensed" panose="00000506000000000000" pitchFamily="2" charset="0"/>
              </a:rPr>
              <a:t>làm</a:t>
            </a:r>
            <a:r>
              <a:rPr lang="en-US" sz="1600">
                <a:latin typeface="Barlow Semi Condensed" panose="00000506000000000000" pitchFamily="2" charset="0"/>
              </a:rPr>
              <a:t> </a:t>
            </a:r>
            <a:r>
              <a:rPr lang="en-US" sz="1600" b="1">
                <a:latin typeface="Barlow Semi Condensed" panose="00000506000000000000" pitchFamily="2" charset="0"/>
              </a:rPr>
              <a:t>student </a:t>
            </a:r>
            <a:r>
              <a:rPr lang="en-US" sz="1600" err="1">
                <a:latin typeface="Barlow Semi Condensed" panose="00000506000000000000" pitchFamily="2" charset="0"/>
              </a:rPr>
              <a:t>phải</a:t>
            </a:r>
            <a:r>
              <a:rPr lang="en-US" sz="1600">
                <a:latin typeface="Barlow Semi Condensed" panose="00000506000000000000" pitchFamily="2" charset="0"/>
              </a:rPr>
              <a:t> </a:t>
            </a:r>
            <a:r>
              <a:rPr lang="en-US" sz="1600" err="1">
                <a:latin typeface="Barlow Semi Condensed" panose="00000506000000000000" pitchFamily="2" charset="0"/>
              </a:rPr>
              <a:t>học</a:t>
            </a:r>
            <a:r>
              <a:rPr lang="en-US" sz="1600">
                <a:latin typeface="Barlow Semi Condensed" panose="00000506000000000000" pitchFamily="2" charset="0"/>
              </a:rPr>
              <a:t> </a:t>
            </a:r>
            <a:r>
              <a:rPr lang="en-US" sz="1600" err="1">
                <a:latin typeface="Barlow Semi Condensed" panose="00000506000000000000" pitchFamily="2" charset="0"/>
              </a:rPr>
              <a:t>các</a:t>
            </a:r>
            <a:r>
              <a:rPr lang="en-US" sz="1600">
                <a:latin typeface="Barlow Semi Condensed" panose="00000506000000000000" pitchFamily="2" charset="0"/>
              </a:rPr>
              <a:t> </a:t>
            </a:r>
            <a:r>
              <a:rPr lang="en-US" sz="1600" err="1">
                <a:latin typeface="Barlow Semi Condensed" panose="00000506000000000000" pitchFamily="2" charset="0"/>
              </a:rPr>
              <a:t>đặc</a:t>
            </a:r>
            <a:r>
              <a:rPr lang="en-US" sz="1600">
                <a:latin typeface="Barlow Semi Condensed" panose="00000506000000000000" pitchFamily="2" charset="0"/>
              </a:rPr>
              <a:t> </a:t>
            </a:r>
            <a:r>
              <a:rPr lang="en-US" sz="1600" err="1">
                <a:latin typeface="Barlow Semi Condensed" panose="00000506000000000000" pitchFamily="2" charset="0"/>
              </a:rPr>
              <a:t>trưng</a:t>
            </a:r>
            <a:r>
              <a:rPr lang="en-US" sz="1600">
                <a:latin typeface="Barlow Semi Condensed" panose="00000506000000000000" pitchFamily="2" charset="0"/>
              </a:rPr>
              <a:t> </a:t>
            </a:r>
            <a:r>
              <a:rPr lang="en-US" sz="1600" err="1">
                <a:latin typeface="Barlow Semi Condensed" panose="00000506000000000000" pitchFamily="2" charset="0"/>
              </a:rPr>
              <a:t>khó</a:t>
            </a:r>
            <a:endParaRPr lang="en-US" sz="1600" b="1">
              <a:latin typeface="Barlow Semi Condensed" panose="00000506000000000000" pitchFamily="2" charset="0"/>
            </a:endParaRPr>
          </a:p>
          <a:p>
            <a:endParaRPr lang="en-US" sz="1600" b="1">
              <a:latin typeface="Barlow Semi Condensed" panose="00000506000000000000" pitchFamily="2" charset="0"/>
            </a:endParaRPr>
          </a:p>
        </p:txBody>
      </p:sp>
      <p:sp>
        <p:nvSpPr>
          <p:cNvPr id="7" name="Title 1">
            <a:extLst>
              <a:ext uri="{FF2B5EF4-FFF2-40B4-BE49-F238E27FC236}">
                <a16:creationId xmlns:a16="http://schemas.microsoft.com/office/drawing/2014/main" id="{E0FFEE5C-D548-69C2-FD22-CEB867A6EDC0}"/>
              </a:ext>
            </a:extLst>
          </p:cNvPr>
          <p:cNvSpPr>
            <a:spLocks noGrp="1"/>
          </p:cNvSpPr>
          <p:nvPr>
            <p:ph type="title"/>
          </p:nvPr>
        </p:nvSpPr>
        <p:spPr>
          <a:xfrm>
            <a:off x="1824038" y="338138"/>
            <a:ext cx="5495925" cy="573087"/>
          </a:xfrm>
        </p:spPr>
        <p:txBody>
          <a:bodyPr/>
          <a:lstStyle/>
          <a:p>
            <a:r>
              <a:rPr lang="en-US" sz="4000" b="1">
                <a:latin typeface="Barlow Semi Condensed" panose="00000506000000000000" pitchFamily="2" charset="0"/>
              </a:rPr>
              <a:t>Nguyên </a:t>
            </a:r>
            <a:r>
              <a:rPr lang="en-US" sz="4000" b="1" err="1">
                <a:latin typeface="Barlow Semi Condensed" panose="00000506000000000000" pitchFamily="2" charset="0"/>
              </a:rPr>
              <a:t>lý</a:t>
            </a:r>
            <a:r>
              <a:rPr lang="en-US" sz="4000" b="1">
                <a:latin typeface="Barlow Semi Condensed" panose="00000506000000000000" pitchFamily="2" charset="0"/>
              </a:rPr>
              <a:t> </a:t>
            </a:r>
            <a:r>
              <a:rPr lang="en-US" sz="4000" b="1" err="1">
                <a:latin typeface="Barlow Semi Condensed" panose="00000506000000000000" pitchFamily="2" charset="0"/>
              </a:rPr>
              <a:t>hoạt</a:t>
            </a:r>
            <a:r>
              <a:rPr lang="en-US" sz="4000" b="1">
                <a:latin typeface="Barlow Semi Condensed" panose="00000506000000000000" pitchFamily="2" charset="0"/>
              </a:rPr>
              <a:t> </a:t>
            </a:r>
            <a:r>
              <a:rPr lang="en-US" sz="4000" b="1" err="1">
                <a:latin typeface="Barlow Semi Condensed" panose="00000506000000000000" pitchFamily="2" charset="0"/>
              </a:rPr>
              <a:t>động</a:t>
            </a:r>
            <a:endParaRPr lang="en-US" sz="4000" b="1">
              <a:latin typeface="Barlow Semi Condensed" panose="00000506000000000000" pitchFamily="2" charset="0"/>
            </a:endParaRPr>
          </a:p>
        </p:txBody>
      </p:sp>
      <p:sp>
        <p:nvSpPr>
          <p:cNvPr id="8" name="Google Shape;2178;p39">
            <a:extLst>
              <a:ext uri="{FF2B5EF4-FFF2-40B4-BE49-F238E27FC236}">
                <a16:creationId xmlns:a16="http://schemas.microsoft.com/office/drawing/2014/main" id="{F30FA1EA-AFD6-6C77-1D5A-079829BBEE48}"/>
              </a:ext>
            </a:extLst>
          </p:cNvPr>
          <p:cNvSpPr txBox="1">
            <a:spLocks/>
          </p:cNvSpPr>
          <p:nvPr/>
        </p:nvSpPr>
        <p:spPr>
          <a:xfrm>
            <a:off x="1249680" y="3386457"/>
            <a:ext cx="6774180" cy="119083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err="1">
                <a:latin typeface="Barlow Semi Condensed" panose="00000506000000000000" pitchFamily="2" charset="0"/>
              </a:rPr>
              <a:t>Cơ</a:t>
            </a:r>
            <a:r>
              <a:rPr lang="en-US" sz="1600" b="1">
                <a:latin typeface="Barlow Semi Condensed" panose="00000506000000000000" pitchFamily="2" charset="0"/>
              </a:rPr>
              <a:t> </a:t>
            </a:r>
            <a:r>
              <a:rPr lang="en-US" sz="1600" b="1" err="1">
                <a:latin typeface="Barlow Semi Condensed" panose="00000506000000000000" pitchFamily="2" charset="0"/>
              </a:rPr>
              <a:t>chế</a:t>
            </a:r>
            <a:r>
              <a:rPr lang="en-US" sz="1600" b="1">
                <a:latin typeface="Barlow Semi Condensed" panose="00000506000000000000" pitchFamily="2" charset="0"/>
              </a:rPr>
              <a:t> EMA ( Exponential Moving Average): </a:t>
            </a:r>
            <a:r>
              <a:rPr lang="en-US" sz="1600" err="1">
                <a:latin typeface="Barlow Semi Condensed" panose="00000506000000000000" pitchFamily="2" charset="0"/>
              </a:rPr>
              <a:t>thuật</a:t>
            </a:r>
            <a:r>
              <a:rPr lang="en-US" sz="1600">
                <a:latin typeface="Barlow Semi Condensed" panose="00000506000000000000" pitchFamily="2" charset="0"/>
              </a:rPr>
              <a:t> </a:t>
            </a:r>
            <a:r>
              <a:rPr lang="en-US" sz="1600" err="1">
                <a:latin typeface="Barlow Semi Condensed" panose="00000506000000000000" pitchFamily="2" charset="0"/>
              </a:rPr>
              <a:t>toán</a:t>
            </a:r>
            <a:r>
              <a:rPr lang="en-US" sz="1600">
                <a:latin typeface="Barlow Semi Condensed" panose="00000506000000000000" pitchFamily="2" charset="0"/>
              </a:rPr>
              <a:t> </a:t>
            </a:r>
            <a:r>
              <a:rPr lang="en-US" sz="1600" err="1">
                <a:latin typeface="Barlow Semi Condensed" panose="00000506000000000000" pitchFamily="2" charset="0"/>
              </a:rPr>
              <a:t>cập</a:t>
            </a:r>
            <a:r>
              <a:rPr lang="en-US" sz="1600">
                <a:latin typeface="Barlow Semi Condensed" panose="00000506000000000000" pitchFamily="2" charset="0"/>
              </a:rPr>
              <a:t> </a:t>
            </a:r>
            <a:r>
              <a:rPr lang="en-US" sz="1600" err="1">
                <a:latin typeface="Barlow Semi Condensed" panose="00000506000000000000" pitchFamily="2" charset="0"/>
              </a:rPr>
              <a:t>nhật</a:t>
            </a:r>
            <a:r>
              <a:rPr lang="en-US" sz="1600">
                <a:latin typeface="Barlow Semi Condensed" panose="00000506000000000000" pitchFamily="2" charset="0"/>
              </a:rPr>
              <a:t> </a:t>
            </a:r>
            <a:r>
              <a:rPr lang="en-US" sz="1600" err="1">
                <a:latin typeface="Barlow Semi Condensed" panose="00000506000000000000" pitchFamily="2" charset="0"/>
              </a:rPr>
              <a:t>trọng</a:t>
            </a:r>
            <a:r>
              <a:rPr lang="en-US" sz="1600">
                <a:latin typeface="Barlow Semi Condensed" panose="00000506000000000000" pitchFamily="2" charset="0"/>
              </a:rPr>
              <a:t> số cho </a:t>
            </a:r>
            <a:r>
              <a:rPr lang="en-US" sz="1600" b="1">
                <a:latin typeface="Barlow Semi Condensed" panose="00000506000000000000" pitchFamily="2" charset="0"/>
              </a:rPr>
              <a:t>Teacher</a:t>
            </a:r>
            <a:r>
              <a:rPr lang="en-US" sz="1600">
                <a:latin typeface="Barlow Semi Condensed" panose="00000506000000000000" pitchFamily="2" charset="0"/>
              </a:rPr>
              <a:t> (nhánh trên) dựa trên mô hình </a:t>
            </a:r>
            <a:r>
              <a:rPr lang="en-US" sz="1600" b="1">
                <a:latin typeface="Barlow Semi Condensed" panose="00000506000000000000" pitchFamily="2" charset="0"/>
              </a:rPr>
              <a:t>Student </a:t>
            </a:r>
            <a:r>
              <a:rPr lang="en-US" sz="1600">
                <a:latin typeface="Barlow Semi Condensed" panose="00000506000000000000" pitchFamily="2" charset="0"/>
              </a:rPr>
              <a:t>(nhánh dưới), giúp quá trình Test-time diễn ra ổn định, không bị quên kiến thức cũ (Catastrophic Forgetting).</a:t>
            </a:r>
            <a:endParaRPr lang="en-US" sz="1600" b="1">
              <a:latin typeface="Barlow Semi Condensed" panose="00000506000000000000" pitchFamily="2" charset="0"/>
            </a:endParaRPr>
          </a:p>
        </p:txBody>
      </p:sp>
      <p:pic>
        <p:nvPicPr>
          <p:cNvPr id="12" name="Picture 11">
            <a:extLst>
              <a:ext uri="{FF2B5EF4-FFF2-40B4-BE49-F238E27FC236}">
                <a16:creationId xmlns:a16="http://schemas.microsoft.com/office/drawing/2014/main" id="{0DC321A8-45DC-A402-BB29-4858C2EFC47B}"/>
              </a:ext>
            </a:extLst>
          </p:cNvPr>
          <p:cNvPicPr>
            <a:picLocks noChangeAspect="1"/>
          </p:cNvPicPr>
          <p:nvPr/>
        </p:nvPicPr>
        <p:blipFill>
          <a:blip r:embed="rId4"/>
          <a:stretch>
            <a:fillRect/>
          </a:stretch>
        </p:blipFill>
        <p:spPr>
          <a:xfrm>
            <a:off x="3104945" y="4257215"/>
            <a:ext cx="2934109" cy="285790"/>
          </a:xfrm>
          <a:prstGeom prst="rect">
            <a:avLst/>
          </a:prstGeom>
        </p:spPr>
      </p:pic>
      <p:pic>
        <p:nvPicPr>
          <p:cNvPr id="14" name="Picture 13">
            <a:extLst>
              <a:ext uri="{FF2B5EF4-FFF2-40B4-BE49-F238E27FC236}">
                <a16:creationId xmlns:a16="http://schemas.microsoft.com/office/drawing/2014/main" id="{86CEF9D9-EBA3-6781-D0A2-46F34A5C350B}"/>
              </a:ext>
            </a:extLst>
          </p:cNvPr>
          <p:cNvPicPr>
            <a:picLocks noChangeAspect="1"/>
          </p:cNvPicPr>
          <p:nvPr/>
        </p:nvPicPr>
        <p:blipFill>
          <a:blip r:embed="rId5"/>
          <a:stretch>
            <a:fillRect/>
          </a:stretch>
        </p:blipFill>
        <p:spPr>
          <a:xfrm>
            <a:off x="1609310" y="4567204"/>
            <a:ext cx="5925377" cy="238158"/>
          </a:xfrm>
          <a:prstGeom prst="rect">
            <a:avLst/>
          </a:prstGeom>
        </p:spPr>
      </p:pic>
    </p:spTree>
    <p:extLst>
      <p:ext uri="{BB962C8B-B14F-4D97-AF65-F5344CB8AC3E}">
        <p14:creationId xmlns:p14="http://schemas.microsoft.com/office/powerpoint/2010/main" val="18123881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40">
          <a:extLst>
            <a:ext uri="{FF2B5EF4-FFF2-40B4-BE49-F238E27FC236}">
              <a16:creationId xmlns:a16="http://schemas.microsoft.com/office/drawing/2014/main" id="{BEDB518B-2141-C183-778E-E553E74F2C75}"/>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64AAA8BB-965A-DC9E-BF29-297085C67B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2081" r="45171"/>
          <a:stretch>
            <a:fillRect/>
          </a:stretch>
        </p:blipFill>
        <p:spPr bwMode="auto">
          <a:xfrm>
            <a:off x="4993190" y="1161624"/>
            <a:ext cx="2612655" cy="1789076"/>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2178;p39">
            <a:extLst>
              <a:ext uri="{FF2B5EF4-FFF2-40B4-BE49-F238E27FC236}">
                <a16:creationId xmlns:a16="http://schemas.microsoft.com/office/drawing/2014/main" id="{A4D145D8-CE5C-9BBE-8DFA-87ABDAF04E2D}"/>
              </a:ext>
            </a:extLst>
          </p:cNvPr>
          <p:cNvSpPr txBox="1">
            <a:spLocks/>
          </p:cNvSpPr>
          <p:nvPr/>
        </p:nvSpPr>
        <p:spPr>
          <a:xfrm>
            <a:off x="1303020" y="1108644"/>
            <a:ext cx="1417320" cy="47667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a:latin typeface="Barlow Semi Condensed" panose="00000506000000000000" pitchFamily="2" charset="0"/>
              </a:rPr>
              <a:t>Loss Stage II:</a:t>
            </a:r>
          </a:p>
        </p:txBody>
      </p:sp>
      <p:sp>
        <p:nvSpPr>
          <p:cNvPr id="7" name="Title 1">
            <a:extLst>
              <a:ext uri="{FF2B5EF4-FFF2-40B4-BE49-F238E27FC236}">
                <a16:creationId xmlns:a16="http://schemas.microsoft.com/office/drawing/2014/main" id="{3BE5A184-8863-40F3-31C0-A84B0D884DBF}"/>
              </a:ext>
            </a:extLst>
          </p:cNvPr>
          <p:cNvSpPr>
            <a:spLocks noGrp="1"/>
          </p:cNvSpPr>
          <p:nvPr>
            <p:ph type="title"/>
          </p:nvPr>
        </p:nvSpPr>
        <p:spPr>
          <a:xfrm>
            <a:off x="1824038" y="338138"/>
            <a:ext cx="5495925" cy="573087"/>
          </a:xfrm>
        </p:spPr>
        <p:txBody>
          <a:bodyPr/>
          <a:lstStyle/>
          <a:p>
            <a:r>
              <a:rPr lang="en-US" sz="4000" b="1">
                <a:latin typeface="Barlow Semi Condensed" panose="00000506000000000000" pitchFamily="2" charset="0"/>
              </a:rPr>
              <a:t>Nguyên </a:t>
            </a:r>
            <a:r>
              <a:rPr lang="en-US" sz="4000" b="1" err="1">
                <a:latin typeface="Barlow Semi Condensed" panose="00000506000000000000" pitchFamily="2" charset="0"/>
              </a:rPr>
              <a:t>lý</a:t>
            </a:r>
            <a:r>
              <a:rPr lang="en-US" sz="4000" b="1">
                <a:latin typeface="Barlow Semi Condensed" panose="00000506000000000000" pitchFamily="2" charset="0"/>
              </a:rPr>
              <a:t> </a:t>
            </a:r>
            <a:r>
              <a:rPr lang="en-US" sz="4000" b="1" err="1">
                <a:latin typeface="Barlow Semi Condensed" panose="00000506000000000000" pitchFamily="2" charset="0"/>
              </a:rPr>
              <a:t>hoạt</a:t>
            </a:r>
            <a:r>
              <a:rPr lang="en-US" sz="4000" b="1">
                <a:latin typeface="Barlow Semi Condensed" panose="00000506000000000000" pitchFamily="2" charset="0"/>
              </a:rPr>
              <a:t> </a:t>
            </a:r>
            <a:r>
              <a:rPr lang="en-US" sz="4000" b="1" err="1">
                <a:latin typeface="Barlow Semi Condensed" panose="00000506000000000000" pitchFamily="2" charset="0"/>
              </a:rPr>
              <a:t>động</a:t>
            </a:r>
            <a:endParaRPr lang="en-US" sz="4000" b="1">
              <a:latin typeface="Barlow Semi Condensed" panose="00000506000000000000" pitchFamily="2" charset="0"/>
            </a:endParaRPr>
          </a:p>
        </p:txBody>
      </p:sp>
      <p:pic>
        <p:nvPicPr>
          <p:cNvPr id="4" name="Picture 3">
            <a:extLst>
              <a:ext uri="{FF2B5EF4-FFF2-40B4-BE49-F238E27FC236}">
                <a16:creationId xmlns:a16="http://schemas.microsoft.com/office/drawing/2014/main" id="{B0C50E79-C0FE-891C-03CA-792C915CF081}"/>
              </a:ext>
            </a:extLst>
          </p:cNvPr>
          <p:cNvPicPr>
            <a:picLocks noChangeAspect="1"/>
          </p:cNvPicPr>
          <p:nvPr/>
        </p:nvPicPr>
        <p:blipFill>
          <a:blip r:embed="rId4"/>
          <a:stretch>
            <a:fillRect/>
          </a:stretch>
        </p:blipFill>
        <p:spPr>
          <a:xfrm>
            <a:off x="2590521" y="1161624"/>
            <a:ext cx="1981477" cy="342948"/>
          </a:xfrm>
          <a:prstGeom prst="rect">
            <a:avLst/>
          </a:prstGeom>
        </p:spPr>
      </p:pic>
      <p:pic>
        <p:nvPicPr>
          <p:cNvPr id="6" name="Picture 5">
            <a:extLst>
              <a:ext uri="{FF2B5EF4-FFF2-40B4-BE49-F238E27FC236}">
                <a16:creationId xmlns:a16="http://schemas.microsoft.com/office/drawing/2014/main" id="{F79D3679-9F69-CF01-D250-687C12C3F2C8}"/>
              </a:ext>
            </a:extLst>
          </p:cNvPr>
          <p:cNvPicPr>
            <a:picLocks noChangeAspect="1"/>
          </p:cNvPicPr>
          <p:nvPr/>
        </p:nvPicPr>
        <p:blipFill>
          <a:blip r:embed="rId5"/>
          <a:stretch>
            <a:fillRect/>
          </a:stretch>
        </p:blipFill>
        <p:spPr>
          <a:xfrm>
            <a:off x="1430343" y="1436660"/>
            <a:ext cx="3562847" cy="285790"/>
          </a:xfrm>
          <a:prstGeom prst="rect">
            <a:avLst/>
          </a:prstGeom>
        </p:spPr>
      </p:pic>
      <p:pic>
        <p:nvPicPr>
          <p:cNvPr id="10" name="Picture 9">
            <a:extLst>
              <a:ext uri="{FF2B5EF4-FFF2-40B4-BE49-F238E27FC236}">
                <a16:creationId xmlns:a16="http://schemas.microsoft.com/office/drawing/2014/main" id="{8BA46E39-B372-3DB8-585D-4BBC8D09626B}"/>
              </a:ext>
            </a:extLst>
          </p:cNvPr>
          <p:cNvPicPr>
            <a:picLocks noChangeAspect="1"/>
          </p:cNvPicPr>
          <p:nvPr/>
        </p:nvPicPr>
        <p:blipFill>
          <a:blip r:embed="rId6"/>
          <a:stretch>
            <a:fillRect/>
          </a:stretch>
        </p:blipFill>
        <p:spPr>
          <a:xfrm>
            <a:off x="1538155" y="2396490"/>
            <a:ext cx="2915057" cy="590632"/>
          </a:xfrm>
          <a:prstGeom prst="rect">
            <a:avLst/>
          </a:prstGeom>
        </p:spPr>
      </p:pic>
      <p:sp>
        <p:nvSpPr>
          <p:cNvPr id="13" name="Google Shape;2178;p39">
            <a:extLst>
              <a:ext uri="{FF2B5EF4-FFF2-40B4-BE49-F238E27FC236}">
                <a16:creationId xmlns:a16="http://schemas.microsoft.com/office/drawing/2014/main" id="{999A8710-C8BE-DF4D-773C-19AFD572DC50}"/>
              </a:ext>
            </a:extLst>
          </p:cNvPr>
          <p:cNvSpPr txBox="1">
            <a:spLocks/>
          </p:cNvSpPr>
          <p:nvPr/>
        </p:nvSpPr>
        <p:spPr>
          <a:xfrm>
            <a:off x="1303020" y="1722458"/>
            <a:ext cx="3634740" cy="67403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a:latin typeface="Barlow Semi Condensed" panose="00000506000000000000" pitchFamily="2" charset="0"/>
              </a:rPr>
              <a:t>              :Ép mô hình </a:t>
            </a:r>
            <a:r>
              <a:rPr lang="en-US" sz="1600" b="1">
                <a:latin typeface="Barlow Semi Condensed" panose="00000506000000000000" pitchFamily="2" charset="0"/>
              </a:rPr>
              <a:t>Student </a:t>
            </a:r>
            <a:r>
              <a:rPr lang="en-US" sz="1600">
                <a:latin typeface="Barlow Semi Condensed" panose="00000506000000000000" pitchFamily="2" charset="0"/>
              </a:rPr>
              <a:t> (bị nhiều) phải đưa ra dự đoán giống với </a:t>
            </a:r>
            <a:r>
              <a:rPr lang="en-US" sz="1600" b="1">
                <a:latin typeface="Barlow Semi Condensed" panose="00000506000000000000" pitchFamily="2" charset="0"/>
              </a:rPr>
              <a:t>Teacher</a:t>
            </a:r>
            <a:r>
              <a:rPr lang="en-US" sz="1600">
                <a:latin typeface="Barlow Semi Condensed" panose="00000506000000000000" pitchFamily="2" charset="0"/>
              </a:rPr>
              <a:t> (ít nhiễu).</a:t>
            </a:r>
          </a:p>
        </p:txBody>
      </p:sp>
      <p:pic>
        <p:nvPicPr>
          <p:cNvPr id="16" name="Picture 15">
            <a:extLst>
              <a:ext uri="{FF2B5EF4-FFF2-40B4-BE49-F238E27FC236}">
                <a16:creationId xmlns:a16="http://schemas.microsoft.com/office/drawing/2014/main" id="{1D2BD99D-A5BB-F904-A2D2-E1F0A8064669}"/>
              </a:ext>
            </a:extLst>
          </p:cNvPr>
          <p:cNvPicPr>
            <a:picLocks noChangeAspect="1"/>
          </p:cNvPicPr>
          <p:nvPr/>
        </p:nvPicPr>
        <p:blipFill>
          <a:blip r:embed="rId7"/>
          <a:stretch>
            <a:fillRect/>
          </a:stretch>
        </p:blipFill>
        <p:spPr>
          <a:xfrm>
            <a:off x="1303020" y="1659799"/>
            <a:ext cx="571488" cy="430814"/>
          </a:xfrm>
          <a:prstGeom prst="rect">
            <a:avLst/>
          </a:prstGeom>
        </p:spPr>
      </p:pic>
      <p:pic>
        <p:nvPicPr>
          <p:cNvPr id="18" name="Picture 17">
            <a:extLst>
              <a:ext uri="{FF2B5EF4-FFF2-40B4-BE49-F238E27FC236}">
                <a16:creationId xmlns:a16="http://schemas.microsoft.com/office/drawing/2014/main" id="{420D2BB6-289A-BAF7-00FB-5AC4E03B0E11}"/>
              </a:ext>
            </a:extLst>
          </p:cNvPr>
          <p:cNvPicPr>
            <a:picLocks noChangeAspect="1"/>
          </p:cNvPicPr>
          <p:nvPr/>
        </p:nvPicPr>
        <p:blipFill>
          <a:blip r:embed="rId8"/>
          <a:srcRect t="6193"/>
          <a:stretch>
            <a:fillRect/>
          </a:stretch>
        </p:blipFill>
        <p:spPr>
          <a:xfrm>
            <a:off x="1303020" y="3070522"/>
            <a:ext cx="5935980" cy="1688694"/>
          </a:xfrm>
          <a:prstGeom prst="rect">
            <a:avLst/>
          </a:prstGeom>
        </p:spPr>
      </p:pic>
    </p:spTree>
    <p:extLst>
      <p:ext uri="{BB962C8B-B14F-4D97-AF65-F5344CB8AC3E}">
        <p14:creationId xmlns:p14="http://schemas.microsoft.com/office/powerpoint/2010/main" val="14888712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0">
          <a:extLst>
            <a:ext uri="{FF2B5EF4-FFF2-40B4-BE49-F238E27FC236}">
              <a16:creationId xmlns:a16="http://schemas.microsoft.com/office/drawing/2014/main" id="{3BDBEA13-F059-1030-EBAF-1F141D308B4E}"/>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AEA9191B-1F5F-4F1D-A65A-19F24E832E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2081" r="45171"/>
          <a:stretch>
            <a:fillRect/>
          </a:stretch>
        </p:blipFill>
        <p:spPr bwMode="auto">
          <a:xfrm>
            <a:off x="4993190" y="1161624"/>
            <a:ext cx="2612655" cy="1789076"/>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74A925E9-A115-FFF4-2999-AB6197744165}"/>
              </a:ext>
            </a:extLst>
          </p:cNvPr>
          <p:cNvSpPr>
            <a:spLocks noGrp="1"/>
          </p:cNvSpPr>
          <p:nvPr>
            <p:ph type="title"/>
          </p:nvPr>
        </p:nvSpPr>
        <p:spPr>
          <a:xfrm>
            <a:off x="1824038" y="338138"/>
            <a:ext cx="5495925" cy="573087"/>
          </a:xfrm>
        </p:spPr>
        <p:txBody>
          <a:bodyPr/>
          <a:lstStyle/>
          <a:p>
            <a:r>
              <a:rPr lang="en-US" sz="4000" b="1">
                <a:latin typeface="Barlow Semi Condensed" panose="00000506000000000000" pitchFamily="2" charset="0"/>
              </a:rPr>
              <a:t>Nguyên </a:t>
            </a:r>
            <a:r>
              <a:rPr lang="en-US" sz="4000" b="1" err="1">
                <a:latin typeface="Barlow Semi Condensed" panose="00000506000000000000" pitchFamily="2" charset="0"/>
              </a:rPr>
              <a:t>lý</a:t>
            </a:r>
            <a:r>
              <a:rPr lang="en-US" sz="4000" b="1">
                <a:latin typeface="Barlow Semi Condensed" panose="00000506000000000000" pitchFamily="2" charset="0"/>
              </a:rPr>
              <a:t> </a:t>
            </a:r>
            <a:r>
              <a:rPr lang="en-US" sz="4000" b="1" err="1">
                <a:latin typeface="Barlow Semi Condensed" panose="00000506000000000000" pitchFamily="2" charset="0"/>
              </a:rPr>
              <a:t>hoạt</a:t>
            </a:r>
            <a:r>
              <a:rPr lang="en-US" sz="4000" b="1">
                <a:latin typeface="Barlow Semi Condensed" panose="00000506000000000000" pitchFamily="2" charset="0"/>
              </a:rPr>
              <a:t> </a:t>
            </a:r>
            <a:r>
              <a:rPr lang="en-US" sz="4000" b="1" err="1">
                <a:latin typeface="Barlow Semi Condensed" panose="00000506000000000000" pitchFamily="2" charset="0"/>
              </a:rPr>
              <a:t>động</a:t>
            </a:r>
            <a:endParaRPr lang="en-US" sz="4000" b="1">
              <a:latin typeface="Barlow Semi Condensed" panose="00000506000000000000" pitchFamily="2" charset="0"/>
            </a:endParaRPr>
          </a:p>
        </p:txBody>
      </p:sp>
      <p:sp>
        <p:nvSpPr>
          <p:cNvPr id="13" name="Google Shape;2178;p39">
            <a:extLst>
              <a:ext uri="{FF2B5EF4-FFF2-40B4-BE49-F238E27FC236}">
                <a16:creationId xmlns:a16="http://schemas.microsoft.com/office/drawing/2014/main" id="{DB6DB884-2E68-EF4C-72DB-6BBE27434BFA}"/>
              </a:ext>
            </a:extLst>
          </p:cNvPr>
          <p:cNvSpPr txBox="1">
            <a:spLocks/>
          </p:cNvSpPr>
          <p:nvPr/>
        </p:nvSpPr>
        <p:spPr>
          <a:xfrm>
            <a:off x="1207955" y="1263184"/>
            <a:ext cx="3634740" cy="90089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a:latin typeface="Barlow Semi Condensed" panose="00000506000000000000" pitchFamily="2" charset="0"/>
              </a:rPr>
              <a:t>              </a:t>
            </a:r>
            <a:r>
              <a:rPr lang="en-US" sz="1600" b="1">
                <a:latin typeface="Barlow Semi Condensed" panose="00000506000000000000" pitchFamily="2" charset="0"/>
              </a:rPr>
              <a:t>- Augmentation Consistency Loss </a:t>
            </a:r>
            <a:r>
              <a:rPr lang="en-US" sz="1600">
                <a:latin typeface="Barlow Semi Condensed" panose="00000506000000000000" pitchFamily="2" charset="0"/>
              </a:rPr>
              <a:t>:Ràng buộc tính nhất quán ở các trích xuất đặc trưng giữa 2 nhánh</a:t>
            </a:r>
          </a:p>
        </p:txBody>
      </p:sp>
      <p:pic>
        <p:nvPicPr>
          <p:cNvPr id="5" name="Picture 4">
            <a:extLst>
              <a:ext uri="{FF2B5EF4-FFF2-40B4-BE49-F238E27FC236}">
                <a16:creationId xmlns:a16="http://schemas.microsoft.com/office/drawing/2014/main" id="{36AB47E8-FC81-55A8-EA90-E9FB7731AA97}"/>
              </a:ext>
            </a:extLst>
          </p:cNvPr>
          <p:cNvPicPr>
            <a:picLocks noChangeAspect="1"/>
          </p:cNvPicPr>
          <p:nvPr/>
        </p:nvPicPr>
        <p:blipFill>
          <a:blip r:embed="rId4"/>
          <a:stretch>
            <a:fillRect/>
          </a:stretch>
        </p:blipFill>
        <p:spPr>
          <a:xfrm>
            <a:off x="1824038" y="2243091"/>
            <a:ext cx="2648320" cy="657317"/>
          </a:xfrm>
          <a:prstGeom prst="rect">
            <a:avLst/>
          </a:prstGeom>
        </p:spPr>
      </p:pic>
      <p:pic>
        <p:nvPicPr>
          <p:cNvPr id="8" name="Picture 7">
            <a:extLst>
              <a:ext uri="{FF2B5EF4-FFF2-40B4-BE49-F238E27FC236}">
                <a16:creationId xmlns:a16="http://schemas.microsoft.com/office/drawing/2014/main" id="{1EF3219E-462B-1DF8-0C6C-5A968B987F40}"/>
              </a:ext>
            </a:extLst>
          </p:cNvPr>
          <p:cNvPicPr>
            <a:picLocks noChangeAspect="1"/>
          </p:cNvPicPr>
          <p:nvPr/>
        </p:nvPicPr>
        <p:blipFill>
          <a:blip r:embed="rId4"/>
          <a:srcRect r="85571" b="33278"/>
          <a:stretch>
            <a:fillRect/>
          </a:stretch>
        </p:blipFill>
        <p:spPr>
          <a:xfrm>
            <a:off x="1441900" y="1161624"/>
            <a:ext cx="382138" cy="438576"/>
          </a:xfrm>
          <a:prstGeom prst="rect">
            <a:avLst/>
          </a:prstGeom>
        </p:spPr>
      </p:pic>
      <p:pic>
        <p:nvPicPr>
          <p:cNvPr id="11" name="Picture 10">
            <a:extLst>
              <a:ext uri="{FF2B5EF4-FFF2-40B4-BE49-F238E27FC236}">
                <a16:creationId xmlns:a16="http://schemas.microsoft.com/office/drawing/2014/main" id="{C3E12B9F-04E5-4CA8-4EB2-78C4739ECC94}"/>
              </a:ext>
            </a:extLst>
          </p:cNvPr>
          <p:cNvPicPr>
            <a:picLocks noChangeAspect="1"/>
          </p:cNvPicPr>
          <p:nvPr/>
        </p:nvPicPr>
        <p:blipFill>
          <a:blip r:embed="rId5"/>
          <a:stretch>
            <a:fillRect/>
          </a:stretch>
        </p:blipFill>
        <p:spPr>
          <a:xfrm>
            <a:off x="1213586" y="2950700"/>
            <a:ext cx="6106377" cy="1905266"/>
          </a:xfrm>
          <a:prstGeom prst="rect">
            <a:avLst/>
          </a:prstGeom>
        </p:spPr>
      </p:pic>
    </p:spTree>
    <p:extLst>
      <p:ext uri="{BB962C8B-B14F-4D97-AF65-F5344CB8AC3E}">
        <p14:creationId xmlns:p14="http://schemas.microsoft.com/office/powerpoint/2010/main" val="29887605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40">
          <a:extLst>
            <a:ext uri="{FF2B5EF4-FFF2-40B4-BE49-F238E27FC236}">
              <a16:creationId xmlns:a16="http://schemas.microsoft.com/office/drawing/2014/main" id="{A6984A6E-AF8B-E009-BAEA-0A8E59A2F5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7281D-27BE-B38B-C00B-3EAAF5476C93}"/>
              </a:ext>
            </a:extLst>
          </p:cNvPr>
          <p:cNvSpPr>
            <a:spLocks noGrp="1"/>
          </p:cNvSpPr>
          <p:nvPr>
            <p:ph type="title"/>
          </p:nvPr>
        </p:nvSpPr>
        <p:spPr>
          <a:xfrm>
            <a:off x="1823475" y="117400"/>
            <a:ext cx="5496900" cy="572700"/>
          </a:xfrm>
        </p:spPr>
        <p:txBody>
          <a:bodyPr/>
          <a:lstStyle/>
          <a:p>
            <a:r>
              <a:rPr lang="en-US" sz="4000" b="1">
                <a:latin typeface="Barlow Semi Condensed" panose="00000506000000000000" pitchFamily="2" charset="0"/>
              </a:rPr>
              <a:t>Nguyên </a:t>
            </a:r>
            <a:r>
              <a:rPr lang="en-US" sz="4000" b="1" err="1">
                <a:latin typeface="Barlow Semi Condensed" panose="00000506000000000000" pitchFamily="2" charset="0"/>
              </a:rPr>
              <a:t>lý</a:t>
            </a:r>
            <a:r>
              <a:rPr lang="en-US" sz="4000" b="1">
                <a:latin typeface="Barlow Semi Condensed" panose="00000506000000000000" pitchFamily="2" charset="0"/>
              </a:rPr>
              <a:t> </a:t>
            </a:r>
            <a:r>
              <a:rPr lang="en-US" sz="4000" b="1" err="1">
                <a:latin typeface="Barlow Semi Condensed" panose="00000506000000000000" pitchFamily="2" charset="0"/>
              </a:rPr>
              <a:t>hoạt</a:t>
            </a:r>
            <a:r>
              <a:rPr lang="en-US" sz="4000" b="1">
                <a:latin typeface="Barlow Semi Condensed" panose="00000506000000000000" pitchFamily="2" charset="0"/>
              </a:rPr>
              <a:t> </a:t>
            </a:r>
            <a:r>
              <a:rPr lang="en-US" sz="4000" b="1" err="1">
                <a:latin typeface="Barlow Semi Condensed" panose="00000506000000000000" pitchFamily="2" charset="0"/>
              </a:rPr>
              <a:t>động</a:t>
            </a:r>
            <a:endParaRPr lang="en-US" sz="4000" b="1">
              <a:latin typeface="Barlow Semi Condensed" panose="00000506000000000000" pitchFamily="2" charset="0"/>
            </a:endParaRPr>
          </a:p>
        </p:txBody>
      </p:sp>
      <p:pic>
        <p:nvPicPr>
          <p:cNvPr id="2054" name="Picture 6">
            <a:extLst>
              <a:ext uri="{FF2B5EF4-FFF2-40B4-BE49-F238E27FC236}">
                <a16:creationId xmlns:a16="http://schemas.microsoft.com/office/drawing/2014/main" id="{9D14DC4E-378C-3C15-4213-73E74C24311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543" t="42416" r="-1" b="8443"/>
          <a:stretch>
            <a:fillRect/>
          </a:stretch>
        </p:blipFill>
        <p:spPr bwMode="auto">
          <a:xfrm>
            <a:off x="5036820" y="1017270"/>
            <a:ext cx="2745500" cy="1924050"/>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2178;p39">
            <a:extLst>
              <a:ext uri="{FF2B5EF4-FFF2-40B4-BE49-F238E27FC236}">
                <a16:creationId xmlns:a16="http://schemas.microsoft.com/office/drawing/2014/main" id="{35F46F9E-730E-65DB-7FE4-B0CC73C488B8}"/>
              </a:ext>
            </a:extLst>
          </p:cNvPr>
          <p:cNvSpPr txBox="1">
            <a:spLocks/>
          </p:cNvSpPr>
          <p:nvPr/>
        </p:nvSpPr>
        <p:spPr>
          <a:xfrm>
            <a:off x="1210249" y="1017270"/>
            <a:ext cx="3634740" cy="167813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AutoNum type="arabicPeriod"/>
            </a:pPr>
            <a:r>
              <a:rPr lang="en-US" sz="1600" b="1">
                <a:latin typeface="Barlow Semi Condensed" panose="00000506000000000000" pitchFamily="2" charset="0"/>
              </a:rPr>
              <a:t>Inputs:</a:t>
            </a:r>
          </a:p>
          <a:p>
            <a:pPr marL="342900" indent="-342900">
              <a:buFont typeface="Arial" panose="020B0604020202020204" pitchFamily="34" charset="0"/>
              <a:buChar char="•"/>
            </a:pPr>
            <a:r>
              <a:rPr lang="en-US" sz="1600" b="1">
                <a:latin typeface="Barlow Semi Condensed" panose="00000506000000000000" pitchFamily="2" charset="0"/>
              </a:rPr>
              <a:t>Pseudo label:</a:t>
            </a:r>
            <a:r>
              <a:rPr lang="en-US" sz="1600">
                <a:latin typeface="Barlow Semi Condensed" panose="00000506000000000000" pitchFamily="2" charset="0"/>
              </a:rPr>
              <a:t> Dự đoán của source Model trên K phiên bản ảnh augmentations.</a:t>
            </a:r>
          </a:p>
          <a:p>
            <a:pPr marL="342900" indent="-342900">
              <a:buFont typeface="Arial" panose="020B0604020202020204" pitchFamily="34" charset="0"/>
              <a:buChar char="•"/>
            </a:pPr>
            <a:r>
              <a:rPr lang="en-US" sz="1600" b="1">
                <a:latin typeface="Barlow Semi Condensed" panose="00000506000000000000" pitchFamily="2" charset="0"/>
              </a:rPr>
              <a:t>Selective Entropy</a:t>
            </a:r>
            <a:r>
              <a:rPr lang="en-US" sz="1600">
                <a:latin typeface="Barlow Semi Condensed" panose="00000506000000000000" pitchFamily="2" charset="0"/>
              </a:rPr>
              <a:t>: Thể hiện mức độ bất định của mô hình.</a:t>
            </a:r>
          </a:p>
          <a:p>
            <a:endParaRPr lang="en-US" sz="1600" b="1">
              <a:latin typeface="Barlow Semi Condensed" panose="00000506000000000000" pitchFamily="2" charset="0"/>
            </a:endParaRPr>
          </a:p>
        </p:txBody>
      </p:sp>
      <p:sp>
        <p:nvSpPr>
          <p:cNvPr id="6" name="Google Shape;2178;p39">
            <a:extLst>
              <a:ext uri="{FF2B5EF4-FFF2-40B4-BE49-F238E27FC236}">
                <a16:creationId xmlns:a16="http://schemas.microsoft.com/office/drawing/2014/main" id="{BE1F6D0F-F019-CDE0-3EBF-51D189E977DF}"/>
              </a:ext>
            </a:extLst>
          </p:cNvPr>
          <p:cNvSpPr txBox="1">
            <a:spLocks/>
          </p:cNvSpPr>
          <p:nvPr/>
        </p:nvSpPr>
        <p:spPr>
          <a:xfrm>
            <a:off x="1209027" y="2627164"/>
            <a:ext cx="6725795" cy="167813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AutoNum type="arabicPeriod" startAt="2"/>
            </a:pPr>
            <a:r>
              <a:rPr lang="en-US" sz="1600" b="1">
                <a:latin typeface="Barlow Semi Condensed" panose="00000506000000000000" pitchFamily="2" charset="0"/>
              </a:rPr>
              <a:t>The Filter &amp; Voting:</a:t>
            </a:r>
          </a:p>
          <a:p>
            <a:pPr marL="342900" indent="-342900">
              <a:buFont typeface="Arial" panose="020B0604020202020204" pitchFamily="34" charset="0"/>
              <a:buChar char="•"/>
            </a:pPr>
            <a:r>
              <a:rPr lang="en-US" sz="1600" b="1">
                <a:latin typeface="Barlow Semi Condensed" panose="00000506000000000000" pitchFamily="2" charset="0"/>
              </a:rPr>
              <a:t>Luật 1 (Lọc Entropy):</a:t>
            </a:r>
            <a:r>
              <a:rPr lang="en-US" sz="1600">
                <a:latin typeface="Barlow Semi Condensed" panose="00000506000000000000" pitchFamily="2" charset="0"/>
              </a:rPr>
              <a:t> Đặt ngưỡng r, Nếu Entropy của một pixel cao hơn ngưỡng này (H &gt; r), phiếu bầu của pixel đó bị hủy</a:t>
            </a:r>
          </a:p>
          <a:p>
            <a:pPr marL="342900" indent="-342900">
              <a:buFont typeface="Arial" panose="020B0604020202020204" pitchFamily="34" charset="0"/>
              <a:buChar char="•"/>
            </a:pPr>
            <a:r>
              <a:rPr lang="en-US" sz="1600" b="1">
                <a:latin typeface="Barlow Semi Condensed" panose="00000506000000000000" pitchFamily="2" charset="0"/>
              </a:rPr>
              <a:t>Luật 2 (Đồng thuận Consensus): </a:t>
            </a:r>
            <a:r>
              <a:rPr lang="en-US" sz="1600">
                <a:latin typeface="Barlow Semi Condensed" panose="00000506000000000000" pitchFamily="2" charset="0"/>
              </a:rPr>
              <a:t>Với những phiếu bầu hợp lệ còn lại, pixel nào nhận được phiếu áp đảo cho cùng một lớp qua K phiên bản sẽ được giữ lại</a:t>
            </a:r>
          </a:p>
          <a:p>
            <a:pPr marL="342900" indent="-342900">
              <a:buFont typeface="Arial" panose="020B0604020202020204" pitchFamily="34" charset="0"/>
              <a:buChar char="•"/>
            </a:pPr>
            <a:r>
              <a:rPr lang="en-US" sz="1600" b="1">
                <a:latin typeface="Barlow Semi Condensed" panose="00000506000000000000" pitchFamily="2" charset="0"/>
              </a:rPr>
              <a:t>Công thức bỏ phiếu:</a:t>
            </a:r>
          </a:p>
        </p:txBody>
      </p:sp>
      <p:pic>
        <p:nvPicPr>
          <p:cNvPr id="11" name="Picture 10">
            <a:extLst>
              <a:ext uri="{FF2B5EF4-FFF2-40B4-BE49-F238E27FC236}">
                <a16:creationId xmlns:a16="http://schemas.microsoft.com/office/drawing/2014/main" id="{83217B46-3398-2865-E505-E61963848287}"/>
              </a:ext>
            </a:extLst>
          </p:cNvPr>
          <p:cNvPicPr>
            <a:picLocks noChangeAspect="1"/>
          </p:cNvPicPr>
          <p:nvPr/>
        </p:nvPicPr>
        <p:blipFill>
          <a:blip r:embed="rId4"/>
          <a:stretch>
            <a:fillRect/>
          </a:stretch>
        </p:blipFill>
        <p:spPr>
          <a:xfrm>
            <a:off x="2742868" y="4198740"/>
            <a:ext cx="3658111" cy="704948"/>
          </a:xfrm>
          <a:prstGeom prst="rect">
            <a:avLst/>
          </a:prstGeom>
        </p:spPr>
      </p:pic>
      <p:pic>
        <p:nvPicPr>
          <p:cNvPr id="13" name="Picture 12">
            <a:extLst>
              <a:ext uri="{FF2B5EF4-FFF2-40B4-BE49-F238E27FC236}">
                <a16:creationId xmlns:a16="http://schemas.microsoft.com/office/drawing/2014/main" id="{CD4525C3-1C3A-88C0-D17F-74AFEFBE1D5A}"/>
              </a:ext>
            </a:extLst>
          </p:cNvPr>
          <p:cNvPicPr>
            <a:picLocks noChangeAspect="1"/>
          </p:cNvPicPr>
          <p:nvPr/>
        </p:nvPicPr>
        <p:blipFill>
          <a:blip r:embed="rId5"/>
          <a:stretch>
            <a:fillRect/>
          </a:stretch>
        </p:blipFill>
        <p:spPr>
          <a:xfrm>
            <a:off x="3293501" y="3941529"/>
            <a:ext cx="3486637" cy="257211"/>
          </a:xfrm>
          <a:prstGeom prst="rect">
            <a:avLst/>
          </a:prstGeom>
        </p:spPr>
      </p:pic>
    </p:spTree>
    <p:extLst>
      <p:ext uri="{BB962C8B-B14F-4D97-AF65-F5344CB8AC3E}">
        <p14:creationId xmlns:p14="http://schemas.microsoft.com/office/powerpoint/2010/main" val="36729102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40">
          <a:extLst>
            <a:ext uri="{FF2B5EF4-FFF2-40B4-BE49-F238E27FC236}">
              <a16:creationId xmlns:a16="http://schemas.microsoft.com/office/drawing/2014/main" id="{45B6A0EC-99DF-35C4-F129-BF4076B6B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DF19D-2569-3C17-B52F-EDAC6039AE07}"/>
              </a:ext>
            </a:extLst>
          </p:cNvPr>
          <p:cNvSpPr>
            <a:spLocks noGrp="1"/>
          </p:cNvSpPr>
          <p:nvPr>
            <p:ph type="title"/>
          </p:nvPr>
        </p:nvSpPr>
        <p:spPr>
          <a:xfrm>
            <a:off x="1823475" y="117400"/>
            <a:ext cx="5496900" cy="572700"/>
          </a:xfrm>
        </p:spPr>
        <p:txBody>
          <a:bodyPr/>
          <a:lstStyle/>
          <a:p>
            <a:r>
              <a:rPr lang="en-US" sz="4000" b="1">
                <a:latin typeface="Barlow Semi Condensed" panose="00000506000000000000" pitchFamily="2" charset="0"/>
              </a:rPr>
              <a:t>Nguyên </a:t>
            </a:r>
            <a:r>
              <a:rPr lang="en-US" sz="4000" b="1" err="1">
                <a:latin typeface="Barlow Semi Condensed" panose="00000506000000000000" pitchFamily="2" charset="0"/>
              </a:rPr>
              <a:t>lý</a:t>
            </a:r>
            <a:r>
              <a:rPr lang="en-US" sz="4000" b="1">
                <a:latin typeface="Barlow Semi Condensed" panose="00000506000000000000" pitchFamily="2" charset="0"/>
              </a:rPr>
              <a:t> </a:t>
            </a:r>
            <a:r>
              <a:rPr lang="en-US" sz="4000" b="1" err="1">
                <a:latin typeface="Barlow Semi Condensed" panose="00000506000000000000" pitchFamily="2" charset="0"/>
              </a:rPr>
              <a:t>hoạt</a:t>
            </a:r>
            <a:r>
              <a:rPr lang="en-US" sz="4000" b="1">
                <a:latin typeface="Barlow Semi Condensed" panose="00000506000000000000" pitchFamily="2" charset="0"/>
              </a:rPr>
              <a:t> </a:t>
            </a:r>
            <a:r>
              <a:rPr lang="en-US" sz="4000" b="1" err="1">
                <a:latin typeface="Barlow Semi Condensed" panose="00000506000000000000" pitchFamily="2" charset="0"/>
              </a:rPr>
              <a:t>động</a:t>
            </a:r>
            <a:endParaRPr lang="en-US" sz="4000" b="1">
              <a:latin typeface="Barlow Semi Condensed" panose="00000506000000000000" pitchFamily="2" charset="0"/>
            </a:endParaRPr>
          </a:p>
        </p:txBody>
      </p:sp>
      <p:pic>
        <p:nvPicPr>
          <p:cNvPr id="2054" name="Picture 6">
            <a:extLst>
              <a:ext uri="{FF2B5EF4-FFF2-40B4-BE49-F238E27FC236}">
                <a16:creationId xmlns:a16="http://schemas.microsoft.com/office/drawing/2014/main" id="{792D06B6-28F0-F563-3D52-362F8B4016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543" t="42416" r="-1" b="8443"/>
          <a:stretch>
            <a:fillRect/>
          </a:stretch>
        </p:blipFill>
        <p:spPr bwMode="auto">
          <a:xfrm>
            <a:off x="5036820" y="1017270"/>
            <a:ext cx="2745500" cy="1924050"/>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2178;p39">
            <a:extLst>
              <a:ext uri="{FF2B5EF4-FFF2-40B4-BE49-F238E27FC236}">
                <a16:creationId xmlns:a16="http://schemas.microsoft.com/office/drawing/2014/main" id="{CA46CCE6-F51C-96F6-D7E2-B69E92DDB162}"/>
              </a:ext>
            </a:extLst>
          </p:cNvPr>
          <p:cNvSpPr txBox="1">
            <a:spLocks/>
          </p:cNvSpPr>
          <p:nvPr/>
        </p:nvSpPr>
        <p:spPr>
          <a:xfrm>
            <a:off x="1210249" y="1017270"/>
            <a:ext cx="3634740" cy="167813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AutoNum type="arabicPeriod" startAt="3"/>
            </a:pPr>
            <a:r>
              <a:rPr lang="en-US" sz="1600" b="1">
                <a:latin typeface="Barlow Semi Condensed" panose="00000506000000000000" pitchFamily="2" charset="0"/>
              </a:rPr>
              <a:t>Output:</a:t>
            </a:r>
          </a:p>
          <a:p>
            <a:pPr marL="342900" indent="-342900">
              <a:buFont typeface="Arial" panose="020B0604020202020204" pitchFamily="34" charset="0"/>
              <a:buChar char="•"/>
            </a:pPr>
            <a:r>
              <a:rPr lang="en-US" sz="1600" b="1">
                <a:latin typeface="Barlow Semi Condensed" panose="00000506000000000000" pitchFamily="2" charset="0"/>
              </a:rPr>
              <a:t>Enhanced Pseudo GT:</a:t>
            </a:r>
            <a:r>
              <a:rPr lang="en-US" sz="1600">
                <a:latin typeface="Barlow Semi Condensed" panose="00000506000000000000" pitchFamily="2" charset="0"/>
              </a:rPr>
              <a:t> Một mask sạch.</a:t>
            </a:r>
            <a:r>
              <a:rPr lang="en-US" sz="1600" b="1">
                <a:latin typeface="Barlow Semi Condensed" panose="00000506000000000000" pitchFamily="2" charset="0"/>
              </a:rPr>
              <a:t> </a:t>
            </a:r>
            <a:r>
              <a:rPr lang="en-US" sz="1600">
                <a:latin typeface="Barlow Semi Condensed" panose="00000506000000000000" pitchFamily="2" charset="0"/>
              </a:rPr>
              <a:t>Những pixel nào không đạt đủ điều kiện đồng thuận sẽ bị “bỏ trống” (không tính loss ở những điểm đó), bảo vệ mô hình khỏi việc học sai.</a:t>
            </a:r>
          </a:p>
        </p:txBody>
      </p:sp>
      <p:pic>
        <p:nvPicPr>
          <p:cNvPr id="5" name="Picture 4">
            <a:extLst>
              <a:ext uri="{FF2B5EF4-FFF2-40B4-BE49-F238E27FC236}">
                <a16:creationId xmlns:a16="http://schemas.microsoft.com/office/drawing/2014/main" id="{96354C21-B71F-0510-82BF-71BB10D26921}"/>
              </a:ext>
            </a:extLst>
          </p:cNvPr>
          <p:cNvPicPr>
            <a:picLocks noChangeAspect="1"/>
          </p:cNvPicPr>
          <p:nvPr/>
        </p:nvPicPr>
        <p:blipFill>
          <a:blip r:embed="rId4"/>
          <a:srcRect t="24025" b="4931"/>
          <a:stretch>
            <a:fillRect/>
          </a:stretch>
        </p:blipFill>
        <p:spPr>
          <a:xfrm>
            <a:off x="2394138" y="2941320"/>
            <a:ext cx="4355574" cy="1924050"/>
          </a:xfrm>
          <a:prstGeom prst="rect">
            <a:avLst/>
          </a:prstGeom>
        </p:spPr>
      </p:pic>
    </p:spTree>
    <p:extLst>
      <p:ext uri="{BB962C8B-B14F-4D97-AF65-F5344CB8AC3E}">
        <p14:creationId xmlns:p14="http://schemas.microsoft.com/office/powerpoint/2010/main" val="26759176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40">
          <a:extLst>
            <a:ext uri="{FF2B5EF4-FFF2-40B4-BE49-F238E27FC236}">
              <a16:creationId xmlns:a16="http://schemas.microsoft.com/office/drawing/2014/main" id="{52CBEA37-FE79-903F-D724-244F04440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74A9E-482D-A859-B6E9-209CDA9F1F20}"/>
              </a:ext>
            </a:extLst>
          </p:cNvPr>
          <p:cNvSpPr>
            <a:spLocks noGrp="1"/>
          </p:cNvSpPr>
          <p:nvPr>
            <p:ph type="title"/>
          </p:nvPr>
        </p:nvSpPr>
        <p:spPr>
          <a:xfrm>
            <a:off x="1823475" y="117400"/>
            <a:ext cx="5496900" cy="572700"/>
          </a:xfrm>
        </p:spPr>
        <p:txBody>
          <a:bodyPr/>
          <a:lstStyle/>
          <a:p>
            <a:r>
              <a:rPr lang="en-US" sz="4000" b="1">
                <a:latin typeface="Barlow Semi Condensed" panose="00000506000000000000" pitchFamily="2" charset="0"/>
              </a:rPr>
              <a:t>Thực nghiệm</a:t>
            </a:r>
          </a:p>
        </p:txBody>
      </p:sp>
      <p:pic>
        <p:nvPicPr>
          <p:cNvPr id="7" name="Picture 6">
            <a:extLst>
              <a:ext uri="{FF2B5EF4-FFF2-40B4-BE49-F238E27FC236}">
                <a16:creationId xmlns:a16="http://schemas.microsoft.com/office/drawing/2014/main" id="{C0AE9788-182A-7F53-3F76-D3779FE97398}"/>
              </a:ext>
            </a:extLst>
          </p:cNvPr>
          <p:cNvPicPr>
            <a:picLocks noChangeAspect="1"/>
          </p:cNvPicPr>
          <p:nvPr/>
        </p:nvPicPr>
        <p:blipFill>
          <a:blip r:embed="rId3"/>
          <a:srcRect t="9928"/>
          <a:stretch>
            <a:fillRect/>
          </a:stretch>
        </p:blipFill>
        <p:spPr>
          <a:xfrm>
            <a:off x="914400" y="1005841"/>
            <a:ext cx="7175241" cy="3528060"/>
          </a:xfrm>
          <a:prstGeom prst="rect">
            <a:avLst/>
          </a:prstGeom>
        </p:spPr>
      </p:pic>
    </p:spTree>
    <p:extLst>
      <p:ext uri="{BB962C8B-B14F-4D97-AF65-F5344CB8AC3E}">
        <p14:creationId xmlns:p14="http://schemas.microsoft.com/office/powerpoint/2010/main" val="15101697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40">
          <a:extLst>
            <a:ext uri="{FF2B5EF4-FFF2-40B4-BE49-F238E27FC236}">
              <a16:creationId xmlns:a16="http://schemas.microsoft.com/office/drawing/2014/main" id="{A4B279BE-6C1D-DBF0-427B-0F4C7AE110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6AD2B-80E8-5D25-66CE-638FC612A043}"/>
              </a:ext>
            </a:extLst>
          </p:cNvPr>
          <p:cNvSpPr>
            <a:spLocks noGrp="1"/>
          </p:cNvSpPr>
          <p:nvPr>
            <p:ph type="title"/>
          </p:nvPr>
        </p:nvSpPr>
        <p:spPr>
          <a:xfrm>
            <a:off x="1823475" y="117400"/>
            <a:ext cx="5496900" cy="572700"/>
          </a:xfrm>
        </p:spPr>
        <p:txBody>
          <a:bodyPr/>
          <a:lstStyle/>
          <a:p>
            <a:r>
              <a:rPr lang="en-US" sz="4000" b="1">
                <a:latin typeface="Barlow Semi Condensed" panose="00000506000000000000" pitchFamily="2" charset="0"/>
              </a:rPr>
              <a:t>Đánh giá</a:t>
            </a:r>
          </a:p>
        </p:txBody>
      </p:sp>
      <p:graphicFrame>
        <p:nvGraphicFramePr>
          <p:cNvPr id="3" name="Table 2">
            <a:extLst>
              <a:ext uri="{FF2B5EF4-FFF2-40B4-BE49-F238E27FC236}">
                <a16:creationId xmlns:a16="http://schemas.microsoft.com/office/drawing/2014/main" id="{FD09B153-02F4-B10E-1499-BED74ED1F0F6}"/>
              </a:ext>
            </a:extLst>
          </p:cNvPr>
          <p:cNvGraphicFramePr>
            <a:graphicFrameLocks noGrp="1"/>
          </p:cNvGraphicFramePr>
          <p:nvPr>
            <p:extLst>
              <p:ext uri="{D42A27DB-BD31-4B8C-83A1-F6EECF244321}">
                <p14:modId xmlns:p14="http://schemas.microsoft.com/office/powerpoint/2010/main" val="1702385083"/>
              </p:ext>
            </p:extLst>
          </p:nvPr>
        </p:nvGraphicFramePr>
        <p:xfrm>
          <a:off x="939165" y="1173480"/>
          <a:ext cx="7265669" cy="3092608"/>
        </p:xfrm>
        <a:graphic>
          <a:graphicData uri="http://schemas.openxmlformats.org/drawingml/2006/table">
            <a:tbl>
              <a:tblPr>
                <a:tableStyleId>{35758FB7-9AC5-4552-8A53-C91805E547FA}</a:tableStyleId>
              </a:tblPr>
              <a:tblGrid>
                <a:gridCol w="1862467">
                  <a:extLst>
                    <a:ext uri="{9D8B030D-6E8A-4147-A177-3AD203B41FA5}">
                      <a16:colId xmlns:a16="http://schemas.microsoft.com/office/drawing/2014/main" val="4026856639"/>
                    </a:ext>
                  </a:extLst>
                </a:gridCol>
                <a:gridCol w="1862467">
                  <a:extLst>
                    <a:ext uri="{9D8B030D-6E8A-4147-A177-3AD203B41FA5}">
                      <a16:colId xmlns:a16="http://schemas.microsoft.com/office/drawing/2014/main" val="3925674976"/>
                    </a:ext>
                  </a:extLst>
                </a:gridCol>
                <a:gridCol w="1862467">
                  <a:extLst>
                    <a:ext uri="{9D8B030D-6E8A-4147-A177-3AD203B41FA5}">
                      <a16:colId xmlns:a16="http://schemas.microsoft.com/office/drawing/2014/main" val="2273513790"/>
                    </a:ext>
                  </a:extLst>
                </a:gridCol>
                <a:gridCol w="1678268">
                  <a:extLst>
                    <a:ext uri="{9D8B030D-6E8A-4147-A177-3AD203B41FA5}">
                      <a16:colId xmlns:a16="http://schemas.microsoft.com/office/drawing/2014/main" val="3790043483"/>
                    </a:ext>
                  </a:extLst>
                </a:gridCol>
              </a:tblGrid>
              <a:tr h="773152">
                <a:tc>
                  <a:txBody>
                    <a:bodyPr/>
                    <a:lstStyle/>
                    <a:p>
                      <a:pPr rtl="0">
                        <a:buNone/>
                      </a:pPr>
                      <a:r>
                        <a:rPr lang="vi-VN" b="1">
                          <a:solidFill>
                            <a:srgbClr val="1F1F1F"/>
                          </a:solidFill>
                          <a:effectLst/>
                          <a:latin typeface="Barlow Semi Condensed" panose="00000506000000000000" pitchFamily="2" charset="0"/>
                        </a:rPr>
                        <a:t>Phương pháp (Method)</a:t>
                      </a:r>
                      <a:endParaRPr lang="vi-VN">
                        <a:solidFill>
                          <a:srgbClr val="1F1F1F"/>
                        </a:solidFill>
                        <a:effectLst/>
                        <a:latin typeface="Barlow Semi Condensed" panose="00000506000000000000" pitchFamily="2" charset="0"/>
                      </a:endParaRPr>
                    </a:p>
                  </a:txBody>
                  <a:tcPr marR="114300" marT="152400" marB="152400" anchor="ctr"/>
                </a:tc>
                <a:tc>
                  <a:txBody>
                    <a:bodyPr/>
                    <a:lstStyle/>
                    <a:p>
                      <a:pPr rtl="0">
                        <a:buNone/>
                      </a:pPr>
                      <a:r>
                        <a:rPr lang="en-US" b="1">
                          <a:solidFill>
                            <a:srgbClr val="1F1F1F"/>
                          </a:solidFill>
                          <a:effectLst/>
                          <a:latin typeface="Barlow Semi Condensed" panose="00000506000000000000" pitchFamily="2" charset="0"/>
                        </a:rPr>
                        <a:t>Đĩa thị (Optic Disc)</a:t>
                      </a:r>
                      <a:endParaRPr lang="en-US">
                        <a:solidFill>
                          <a:srgbClr val="1F1F1F"/>
                        </a:solidFill>
                        <a:effectLst/>
                        <a:latin typeface="Barlow Semi Condensed" panose="00000506000000000000" pitchFamily="2" charset="0"/>
                      </a:endParaRPr>
                    </a:p>
                  </a:txBody>
                  <a:tcPr marR="114300" marT="152400" marB="152400" anchor="ctr"/>
                </a:tc>
                <a:tc>
                  <a:txBody>
                    <a:bodyPr/>
                    <a:lstStyle/>
                    <a:p>
                      <a:pPr rtl="0">
                        <a:buNone/>
                      </a:pPr>
                      <a:r>
                        <a:rPr lang="en-US" b="1">
                          <a:solidFill>
                            <a:srgbClr val="1F1F1F"/>
                          </a:solidFill>
                          <a:effectLst/>
                          <a:latin typeface="Barlow Semi Condensed" panose="00000506000000000000" pitchFamily="2" charset="0"/>
                        </a:rPr>
                        <a:t>Lõm thị (Optic Cup)</a:t>
                      </a:r>
                      <a:endParaRPr lang="en-US">
                        <a:solidFill>
                          <a:srgbClr val="1F1F1F"/>
                        </a:solidFill>
                        <a:effectLst/>
                        <a:latin typeface="Barlow Semi Condensed" panose="00000506000000000000" pitchFamily="2" charset="0"/>
                      </a:endParaRPr>
                    </a:p>
                  </a:txBody>
                  <a:tcPr marR="114300" marT="152400" marB="152400" anchor="ctr"/>
                </a:tc>
                <a:tc>
                  <a:txBody>
                    <a:bodyPr/>
                    <a:lstStyle/>
                    <a:p>
                      <a:pPr rtl="0">
                        <a:buNone/>
                      </a:pPr>
                      <a:r>
                        <a:rPr lang="en-US" b="1">
                          <a:solidFill>
                            <a:srgbClr val="1F1F1F"/>
                          </a:solidFill>
                          <a:effectLst/>
                          <a:latin typeface="Barlow Semi Condensed" panose="00000506000000000000" pitchFamily="2" charset="0"/>
                        </a:rPr>
                        <a:t>Yêu cầu Dữ liệu Nguồn?</a:t>
                      </a:r>
                      <a:endParaRPr lang="en-US">
                        <a:solidFill>
                          <a:srgbClr val="1F1F1F"/>
                        </a:solidFill>
                        <a:effectLst/>
                        <a:latin typeface="Barlow Semi Condensed" panose="00000506000000000000" pitchFamily="2" charset="0"/>
                      </a:endParaRPr>
                    </a:p>
                  </a:txBody>
                  <a:tcPr marT="152400" marB="152400" anchor="ctr"/>
                </a:tc>
                <a:extLst>
                  <a:ext uri="{0D108BD9-81ED-4DB2-BD59-A6C34878D82A}">
                    <a16:rowId xmlns:a16="http://schemas.microsoft.com/office/drawing/2014/main" val="364481722"/>
                  </a:ext>
                </a:extLst>
              </a:tr>
              <a:tr h="773152">
                <a:tc>
                  <a:txBody>
                    <a:bodyPr/>
                    <a:lstStyle/>
                    <a:p>
                      <a:pPr rtl="0">
                        <a:buNone/>
                      </a:pPr>
                      <a:r>
                        <a:rPr lang="en-US" b="1">
                          <a:solidFill>
                            <a:srgbClr val="1F1F1F"/>
                          </a:solidFill>
                          <a:effectLst/>
                          <a:latin typeface="Barlow Semi Condensed" panose="00000506000000000000" pitchFamily="2" charset="0"/>
                        </a:rPr>
                        <a:t>1. Source Only</a:t>
                      </a:r>
                      <a:r>
                        <a:rPr lang="en-US">
                          <a:solidFill>
                            <a:srgbClr val="1F1F1F"/>
                          </a:solidFill>
                          <a:effectLst/>
                          <a:latin typeface="Barlow Semi Condensed" panose="00000506000000000000" pitchFamily="2" charset="0"/>
                        </a:rPr>
                        <a:t> (Mô hình gốc)</a:t>
                      </a:r>
                    </a:p>
                  </a:txBody>
                  <a:tcPr marR="114300" marT="152400" marB="152400" anchor="ctr"/>
                </a:tc>
                <a:tc>
                  <a:txBody>
                    <a:bodyPr/>
                    <a:lstStyle/>
                    <a:p>
                      <a:pPr rtl="0">
                        <a:buNone/>
                      </a:pPr>
                      <a:r>
                        <a:rPr lang="en-US">
                          <a:solidFill>
                            <a:srgbClr val="1F1F1F"/>
                          </a:solidFill>
                          <a:effectLst/>
                          <a:latin typeface="Barlow Semi Condensed" panose="00000506000000000000" pitchFamily="2" charset="0"/>
                        </a:rPr>
                        <a:t>82.4</a:t>
                      </a:r>
                    </a:p>
                  </a:txBody>
                  <a:tcPr marR="114300" marT="152400" marB="152400" anchor="ctr"/>
                </a:tc>
                <a:tc>
                  <a:txBody>
                    <a:bodyPr/>
                    <a:lstStyle/>
                    <a:p>
                      <a:pPr rtl="0">
                        <a:buNone/>
                      </a:pPr>
                      <a:r>
                        <a:rPr lang="en-US">
                          <a:solidFill>
                            <a:srgbClr val="1F1F1F"/>
                          </a:solidFill>
                          <a:effectLst/>
                          <a:latin typeface="Barlow Semi Condensed" panose="00000506000000000000" pitchFamily="2" charset="0"/>
                        </a:rPr>
                        <a:t>68.1</a:t>
                      </a:r>
                    </a:p>
                  </a:txBody>
                  <a:tcPr marR="114300" marT="152400" marB="152400" anchor="ctr"/>
                </a:tc>
                <a:tc>
                  <a:txBody>
                    <a:bodyPr/>
                    <a:lstStyle/>
                    <a:p>
                      <a:pPr rtl="0">
                        <a:buNone/>
                      </a:pPr>
                      <a:r>
                        <a:rPr lang="en-US">
                          <a:solidFill>
                            <a:srgbClr val="1F1F1F"/>
                          </a:solidFill>
                          <a:effectLst/>
                          <a:latin typeface="Barlow Semi Condensed" panose="00000506000000000000" pitchFamily="2" charset="0"/>
                        </a:rPr>
                        <a:t>Không</a:t>
                      </a:r>
                    </a:p>
                  </a:txBody>
                  <a:tcPr marT="152400" marB="152400" anchor="ctr"/>
                </a:tc>
                <a:extLst>
                  <a:ext uri="{0D108BD9-81ED-4DB2-BD59-A6C34878D82A}">
                    <a16:rowId xmlns:a16="http://schemas.microsoft.com/office/drawing/2014/main" val="3391954158"/>
                  </a:ext>
                </a:extLst>
              </a:tr>
              <a:tr h="773152">
                <a:tc>
                  <a:txBody>
                    <a:bodyPr/>
                    <a:lstStyle/>
                    <a:p>
                      <a:pPr rtl="0">
                        <a:buNone/>
                      </a:pPr>
                      <a:r>
                        <a:rPr lang="en-US" b="1">
                          <a:solidFill>
                            <a:srgbClr val="1F1F1F"/>
                          </a:solidFill>
                          <a:effectLst/>
                          <a:latin typeface="Barlow Semi Condensed" panose="00000506000000000000" pitchFamily="2" charset="0"/>
                        </a:rPr>
                        <a:t>2. UDA</a:t>
                      </a:r>
                      <a:r>
                        <a:rPr lang="en-US">
                          <a:solidFill>
                            <a:srgbClr val="1F1F1F"/>
                          </a:solidFill>
                          <a:effectLst/>
                          <a:latin typeface="Barlow Semi Condensed" panose="00000506000000000000" pitchFamily="2" charset="0"/>
                        </a:rPr>
                        <a:t> (Thích nghi truyền thống)</a:t>
                      </a:r>
                    </a:p>
                  </a:txBody>
                  <a:tcPr marR="114300" marT="152400" marB="152400" anchor="ctr"/>
                </a:tc>
                <a:tc>
                  <a:txBody>
                    <a:bodyPr/>
                    <a:lstStyle/>
                    <a:p>
                      <a:pPr rtl="0">
                        <a:buNone/>
                      </a:pPr>
                      <a:r>
                        <a:rPr lang="en-US">
                          <a:solidFill>
                            <a:srgbClr val="1F1F1F"/>
                          </a:solidFill>
                          <a:effectLst/>
                          <a:latin typeface="Barlow Semi Condensed" panose="00000506000000000000" pitchFamily="2" charset="0"/>
                        </a:rPr>
                        <a:t>91.5</a:t>
                      </a:r>
                    </a:p>
                  </a:txBody>
                  <a:tcPr marR="114300" marT="152400" marB="152400" anchor="ctr"/>
                </a:tc>
                <a:tc>
                  <a:txBody>
                    <a:bodyPr/>
                    <a:lstStyle/>
                    <a:p>
                      <a:pPr rtl="0">
                        <a:buNone/>
                      </a:pPr>
                      <a:r>
                        <a:rPr lang="en-US">
                          <a:solidFill>
                            <a:srgbClr val="1F1F1F"/>
                          </a:solidFill>
                          <a:effectLst/>
                          <a:latin typeface="Barlow Semi Condensed" panose="00000506000000000000" pitchFamily="2" charset="0"/>
                        </a:rPr>
                        <a:t>76.4</a:t>
                      </a:r>
                    </a:p>
                  </a:txBody>
                  <a:tcPr marR="114300" marT="152400" marB="152400" anchor="ctr"/>
                </a:tc>
                <a:tc>
                  <a:txBody>
                    <a:bodyPr/>
                    <a:lstStyle/>
                    <a:p>
                      <a:pPr rtl="0">
                        <a:buNone/>
                      </a:pPr>
                      <a:r>
                        <a:rPr lang="en-US" b="1">
                          <a:solidFill>
                            <a:srgbClr val="1F1F1F"/>
                          </a:solidFill>
                          <a:effectLst/>
                          <a:latin typeface="Barlow Semi Condensed" panose="00000506000000000000" pitchFamily="2" charset="0"/>
                        </a:rPr>
                        <a:t>Có (Vi phạm bảo mật)</a:t>
                      </a:r>
                      <a:endParaRPr lang="en-US">
                        <a:solidFill>
                          <a:srgbClr val="1F1F1F"/>
                        </a:solidFill>
                        <a:effectLst/>
                        <a:latin typeface="Barlow Semi Condensed" panose="00000506000000000000" pitchFamily="2" charset="0"/>
                      </a:endParaRPr>
                    </a:p>
                  </a:txBody>
                  <a:tcPr marT="152400" marB="152400" anchor="ctr"/>
                </a:tc>
                <a:extLst>
                  <a:ext uri="{0D108BD9-81ED-4DB2-BD59-A6C34878D82A}">
                    <a16:rowId xmlns:a16="http://schemas.microsoft.com/office/drawing/2014/main" val="703337489"/>
                  </a:ext>
                </a:extLst>
              </a:tr>
              <a:tr h="773152">
                <a:tc>
                  <a:txBody>
                    <a:bodyPr/>
                    <a:lstStyle/>
                    <a:p>
                      <a:pPr rtl="0">
                        <a:buNone/>
                      </a:pPr>
                      <a:r>
                        <a:rPr lang="en-US" b="1">
                          <a:solidFill>
                            <a:srgbClr val="1F1F1F"/>
                          </a:solidFill>
                          <a:effectLst/>
                          <a:latin typeface="Barlow Semi Condensed" panose="00000506000000000000" pitchFamily="2" charset="0"/>
                        </a:rPr>
                        <a:t>3. TT-SFUDA (Đề xuất)</a:t>
                      </a:r>
                      <a:endParaRPr lang="en-US">
                        <a:solidFill>
                          <a:srgbClr val="1F1F1F"/>
                        </a:solidFill>
                        <a:effectLst/>
                        <a:latin typeface="Barlow Semi Condensed" panose="00000506000000000000" pitchFamily="2" charset="0"/>
                      </a:endParaRPr>
                    </a:p>
                  </a:txBody>
                  <a:tcPr marR="114300" marT="152400" marB="152400" anchor="ctr"/>
                </a:tc>
                <a:tc>
                  <a:txBody>
                    <a:bodyPr/>
                    <a:lstStyle/>
                    <a:p>
                      <a:pPr rtl="0">
                        <a:buNone/>
                      </a:pPr>
                      <a:r>
                        <a:rPr lang="en-US" b="1">
                          <a:solidFill>
                            <a:srgbClr val="1F1F1F"/>
                          </a:solidFill>
                          <a:effectLst/>
                          <a:latin typeface="Barlow Semi Condensed" panose="00000506000000000000" pitchFamily="2" charset="0"/>
                        </a:rPr>
                        <a:t>94.2</a:t>
                      </a:r>
                      <a:endParaRPr lang="en-US">
                        <a:solidFill>
                          <a:srgbClr val="1F1F1F"/>
                        </a:solidFill>
                        <a:effectLst/>
                        <a:latin typeface="Barlow Semi Condensed" panose="00000506000000000000" pitchFamily="2" charset="0"/>
                      </a:endParaRPr>
                    </a:p>
                  </a:txBody>
                  <a:tcPr marR="114300" marT="152400" marB="152400" anchor="ctr"/>
                </a:tc>
                <a:tc>
                  <a:txBody>
                    <a:bodyPr/>
                    <a:lstStyle/>
                    <a:p>
                      <a:pPr rtl="0">
                        <a:buNone/>
                      </a:pPr>
                      <a:r>
                        <a:rPr lang="en-US" b="1">
                          <a:solidFill>
                            <a:srgbClr val="1F1F1F"/>
                          </a:solidFill>
                          <a:effectLst/>
                          <a:latin typeface="Barlow Semi Condensed" panose="00000506000000000000" pitchFamily="2" charset="0"/>
                        </a:rPr>
                        <a:t>81.5</a:t>
                      </a:r>
                      <a:endParaRPr lang="en-US">
                        <a:solidFill>
                          <a:srgbClr val="1F1F1F"/>
                        </a:solidFill>
                        <a:effectLst/>
                        <a:latin typeface="Barlow Semi Condensed" panose="00000506000000000000" pitchFamily="2" charset="0"/>
                      </a:endParaRPr>
                    </a:p>
                  </a:txBody>
                  <a:tcPr marR="114300" marT="152400" marB="152400" anchor="ctr"/>
                </a:tc>
                <a:tc>
                  <a:txBody>
                    <a:bodyPr/>
                    <a:lstStyle/>
                    <a:p>
                      <a:pPr rtl="0">
                        <a:buNone/>
                      </a:pPr>
                      <a:r>
                        <a:rPr lang="en-US" b="1">
                          <a:solidFill>
                            <a:srgbClr val="1F1F1F"/>
                          </a:solidFill>
                          <a:effectLst/>
                          <a:latin typeface="Barlow Semi Condensed" panose="00000506000000000000" pitchFamily="2" charset="0"/>
                        </a:rPr>
                        <a:t>Không (Bảo mật tuyệt đối)</a:t>
                      </a:r>
                      <a:endParaRPr lang="en-US">
                        <a:solidFill>
                          <a:srgbClr val="1F1F1F"/>
                        </a:solidFill>
                        <a:effectLst/>
                        <a:latin typeface="Barlow Semi Condensed" panose="00000506000000000000" pitchFamily="2" charset="0"/>
                      </a:endParaRPr>
                    </a:p>
                  </a:txBody>
                  <a:tcPr marT="152400" marB="152400" anchor="ctr"/>
                </a:tc>
                <a:extLst>
                  <a:ext uri="{0D108BD9-81ED-4DB2-BD59-A6C34878D82A}">
                    <a16:rowId xmlns:a16="http://schemas.microsoft.com/office/drawing/2014/main" val="2292375713"/>
                  </a:ext>
                </a:extLst>
              </a:tr>
            </a:tbl>
          </a:graphicData>
        </a:graphic>
      </p:graphicFrame>
      <p:sp>
        <p:nvSpPr>
          <p:cNvPr id="4" name="Google Shape;2178;p39">
            <a:extLst>
              <a:ext uri="{FF2B5EF4-FFF2-40B4-BE49-F238E27FC236}">
                <a16:creationId xmlns:a16="http://schemas.microsoft.com/office/drawing/2014/main" id="{11F41BB0-BCAA-8D00-7923-BA50AF6C2B15}"/>
              </a:ext>
            </a:extLst>
          </p:cNvPr>
          <p:cNvSpPr txBox="1">
            <a:spLocks/>
          </p:cNvSpPr>
          <p:nvPr/>
        </p:nvSpPr>
        <p:spPr>
          <a:xfrm>
            <a:off x="2376108" y="4280838"/>
            <a:ext cx="5121971" cy="46863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a:latin typeface="Barlow Semi Condensed" panose="00000506000000000000" pitchFamily="2" charset="0"/>
              </a:rPr>
              <a:t>Bảng so sánh hiệu suất (Benchmark – Dice Coefficient %)</a:t>
            </a:r>
          </a:p>
        </p:txBody>
      </p:sp>
    </p:spTree>
    <p:extLst>
      <p:ext uri="{BB962C8B-B14F-4D97-AF65-F5344CB8AC3E}">
        <p14:creationId xmlns:p14="http://schemas.microsoft.com/office/powerpoint/2010/main" val="8227547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40">
          <a:extLst>
            <a:ext uri="{FF2B5EF4-FFF2-40B4-BE49-F238E27FC236}">
              <a16:creationId xmlns:a16="http://schemas.microsoft.com/office/drawing/2014/main" id="{10580AC3-DB37-BDD0-06FD-B771E58A24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63082-6A9B-27EB-1D2A-753F9949A613}"/>
              </a:ext>
            </a:extLst>
          </p:cNvPr>
          <p:cNvSpPr>
            <a:spLocks noGrp="1"/>
          </p:cNvSpPr>
          <p:nvPr>
            <p:ph type="title"/>
          </p:nvPr>
        </p:nvSpPr>
        <p:spPr>
          <a:xfrm>
            <a:off x="1823475" y="117400"/>
            <a:ext cx="5496900" cy="572700"/>
          </a:xfrm>
        </p:spPr>
        <p:txBody>
          <a:bodyPr/>
          <a:lstStyle/>
          <a:p>
            <a:r>
              <a:rPr lang="en-US" sz="4000" b="1">
                <a:latin typeface="Barlow Semi Condensed" panose="00000506000000000000" pitchFamily="2" charset="0"/>
              </a:rPr>
              <a:t>Hướng phát triển</a:t>
            </a:r>
          </a:p>
        </p:txBody>
      </p:sp>
      <p:pic>
        <p:nvPicPr>
          <p:cNvPr id="6" name="Picture 5">
            <a:extLst>
              <a:ext uri="{FF2B5EF4-FFF2-40B4-BE49-F238E27FC236}">
                <a16:creationId xmlns:a16="http://schemas.microsoft.com/office/drawing/2014/main" id="{E5CF3895-6E33-D376-5EE5-7FBFDE31AE37}"/>
              </a:ext>
            </a:extLst>
          </p:cNvPr>
          <p:cNvPicPr>
            <a:picLocks noChangeAspect="1"/>
          </p:cNvPicPr>
          <p:nvPr/>
        </p:nvPicPr>
        <p:blipFill>
          <a:blip r:embed="rId3"/>
          <a:srcRect l="2500" t="11149" r="2334"/>
          <a:stretch>
            <a:fillRect/>
          </a:stretch>
        </p:blipFill>
        <p:spPr>
          <a:xfrm>
            <a:off x="912917" y="929641"/>
            <a:ext cx="7318165" cy="3729822"/>
          </a:xfrm>
          <a:prstGeom prst="rect">
            <a:avLst/>
          </a:prstGeom>
        </p:spPr>
      </p:pic>
    </p:spTree>
    <p:extLst>
      <p:ext uri="{BB962C8B-B14F-4D97-AF65-F5344CB8AC3E}">
        <p14:creationId xmlns:p14="http://schemas.microsoft.com/office/powerpoint/2010/main" val="8842660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40">
          <a:extLst>
            <a:ext uri="{FF2B5EF4-FFF2-40B4-BE49-F238E27FC236}">
              <a16:creationId xmlns:a16="http://schemas.microsoft.com/office/drawing/2014/main" id="{91B7C35F-4811-EE58-CC1E-B16885F3A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D02CF-8776-E2AA-0D15-7237B3ABBE10}"/>
              </a:ext>
            </a:extLst>
          </p:cNvPr>
          <p:cNvSpPr>
            <a:spLocks noGrp="1"/>
          </p:cNvSpPr>
          <p:nvPr>
            <p:ph type="title"/>
          </p:nvPr>
        </p:nvSpPr>
        <p:spPr>
          <a:xfrm>
            <a:off x="1823475" y="117400"/>
            <a:ext cx="5496900" cy="572700"/>
          </a:xfrm>
        </p:spPr>
        <p:txBody>
          <a:bodyPr/>
          <a:lstStyle/>
          <a:p>
            <a:r>
              <a:rPr lang="en-US" sz="4000" b="1">
                <a:latin typeface="Barlow Semi Condensed" panose="00000506000000000000" pitchFamily="2" charset="0"/>
              </a:rPr>
              <a:t>Tổng kết</a:t>
            </a:r>
          </a:p>
        </p:txBody>
      </p:sp>
      <p:sp>
        <p:nvSpPr>
          <p:cNvPr id="3" name="Google Shape;2178;p39">
            <a:extLst>
              <a:ext uri="{FF2B5EF4-FFF2-40B4-BE49-F238E27FC236}">
                <a16:creationId xmlns:a16="http://schemas.microsoft.com/office/drawing/2014/main" id="{EDD3FE77-F959-B403-4A35-9227239643EB}"/>
              </a:ext>
            </a:extLst>
          </p:cNvPr>
          <p:cNvSpPr txBox="1">
            <a:spLocks/>
          </p:cNvSpPr>
          <p:nvPr/>
        </p:nvSpPr>
        <p:spPr>
          <a:xfrm>
            <a:off x="1210249" y="1017270"/>
            <a:ext cx="3634740" cy="167813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1600">
              <a:latin typeface="Barlow Semi Condensed" panose="00000506000000000000" pitchFamily="2" charset="0"/>
            </a:endParaRPr>
          </a:p>
        </p:txBody>
      </p:sp>
      <p:sp>
        <p:nvSpPr>
          <p:cNvPr id="5" name="Rectangle 2">
            <a:extLst>
              <a:ext uri="{FF2B5EF4-FFF2-40B4-BE49-F238E27FC236}">
                <a16:creationId xmlns:a16="http://schemas.microsoft.com/office/drawing/2014/main" id="{4138F9E7-BB19-B155-A814-135ABA1C5409}"/>
              </a:ext>
            </a:extLst>
          </p:cNvPr>
          <p:cNvSpPr>
            <a:spLocks noChangeArrowheads="1"/>
          </p:cNvSpPr>
          <p:nvPr/>
        </p:nvSpPr>
        <p:spPr bwMode="auto">
          <a:xfrm>
            <a:off x="1175810" y="1417588"/>
            <a:ext cx="679223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a:ln>
                  <a:noFill/>
                </a:ln>
                <a:solidFill>
                  <a:schemeClr val="tx1"/>
                </a:solidFill>
                <a:effectLst/>
                <a:latin typeface="Barlow Semi Condensed" panose="00000506000000000000" pitchFamily="2" charset="0"/>
              </a:rPr>
              <a:t>🛡️ </a:t>
            </a:r>
            <a:r>
              <a:rPr kumimoji="0" lang="en-US" altLang="en-US" sz="1600" b="1" i="0" u="none" strike="noStrike" cap="none" normalizeH="0" baseline="0">
                <a:ln>
                  <a:noFill/>
                </a:ln>
                <a:solidFill>
                  <a:schemeClr val="tx1"/>
                </a:solidFill>
                <a:effectLst/>
                <a:latin typeface="Barlow Semi Condensed" panose="00000506000000000000" pitchFamily="2" charset="0"/>
              </a:rPr>
              <a:t>Bảo mật tuyệt đối (Source-Free):</a:t>
            </a:r>
            <a:r>
              <a:rPr kumimoji="0" lang="en-US" altLang="en-US" sz="1600" b="0" i="0" u="none" strike="noStrike" cap="none" normalizeH="0" baseline="0">
                <a:ln>
                  <a:noFill/>
                </a:ln>
                <a:solidFill>
                  <a:schemeClr val="tx1"/>
                </a:solidFill>
                <a:effectLst/>
                <a:latin typeface="Barlow Semi Condensed" panose="00000506000000000000" pitchFamily="2" charset="0"/>
              </a:rPr>
              <a:t> Không yêu cầu truy cập lại dữ liệu Nguồn. Khắc phục triệt để rào cản chia sẻ dữ liệu y tế giữa các bệnh viện.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a:ln>
                <a:noFill/>
              </a:ln>
              <a:solidFill>
                <a:schemeClr val="tx1"/>
              </a:solidFill>
              <a:effectLst/>
              <a:latin typeface="Barlow Semi Condensed" panose="00000506000000000000" pitchFamily="2"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a:ln>
                  <a:noFill/>
                </a:ln>
                <a:solidFill>
                  <a:schemeClr val="tx1"/>
                </a:solidFill>
                <a:effectLst/>
                <a:latin typeface="Barlow Semi Condensed" panose="00000506000000000000" pitchFamily="2" charset="0"/>
              </a:rPr>
              <a:t>⚡ </a:t>
            </a:r>
            <a:r>
              <a:rPr kumimoji="0" lang="en-US" altLang="en-US" sz="1600" b="1" i="0" u="none" strike="noStrike" cap="none" normalizeH="0" baseline="0">
                <a:ln>
                  <a:noFill/>
                </a:ln>
                <a:solidFill>
                  <a:schemeClr val="tx1"/>
                </a:solidFill>
                <a:effectLst/>
                <a:latin typeface="Barlow Semi Condensed" panose="00000506000000000000" pitchFamily="2" charset="0"/>
              </a:rPr>
              <a:t>Thích nghi tức thì (Test-Time):</a:t>
            </a:r>
            <a:r>
              <a:rPr kumimoji="0" lang="en-US" altLang="en-US" sz="1600" b="0" i="0" u="none" strike="noStrike" cap="none" normalizeH="0" baseline="0">
                <a:ln>
                  <a:noFill/>
                </a:ln>
                <a:solidFill>
                  <a:schemeClr val="tx1"/>
                </a:solidFill>
                <a:effectLst/>
                <a:latin typeface="Barlow Semi Condensed" panose="00000506000000000000" pitchFamily="2" charset="0"/>
              </a:rPr>
              <a:t> Khả năng tự "chữa lành" và tối ưu hóa ngay trong quá trình chạy thực tế (Inference) mà không cần huấn luyện lại.</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a:ln>
                <a:noFill/>
              </a:ln>
              <a:solidFill>
                <a:schemeClr val="tx1"/>
              </a:solidFill>
              <a:effectLst/>
              <a:latin typeface="Barlow Semi Condensed" panose="00000506000000000000" pitchFamily="2"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a:ln>
                  <a:noFill/>
                </a:ln>
                <a:solidFill>
                  <a:schemeClr val="tx1"/>
                </a:solidFill>
                <a:effectLst/>
                <a:latin typeface="Barlow Semi Condensed" panose="00000506000000000000" pitchFamily="2" charset="0"/>
              </a:rPr>
              <a:t>🎯 </a:t>
            </a:r>
            <a:r>
              <a:rPr kumimoji="0" lang="en-US" altLang="en-US" sz="1600" b="1" i="0" u="none" strike="noStrike" cap="none" normalizeH="0" baseline="0">
                <a:ln>
                  <a:noFill/>
                </a:ln>
                <a:solidFill>
                  <a:schemeClr val="tx1"/>
                </a:solidFill>
                <a:effectLst/>
                <a:latin typeface="Barlow Semi Condensed" panose="00000506000000000000" pitchFamily="2" charset="0"/>
              </a:rPr>
              <a:t>Hiệu suất đột phá (High Performance):</a:t>
            </a:r>
            <a:r>
              <a:rPr kumimoji="0" lang="en-US" altLang="en-US" sz="1600" b="0" i="0" u="none" strike="noStrike" cap="none" normalizeH="0" baseline="0">
                <a:ln>
                  <a:noFill/>
                </a:ln>
                <a:solidFill>
                  <a:schemeClr val="tx1"/>
                </a:solidFill>
                <a:effectLst/>
                <a:latin typeface="Barlow Semi Condensed" panose="00000506000000000000" pitchFamily="2" charset="0"/>
              </a:rPr>
              <a:t> Cơ chế </a:t>
            </a:r>
            <a:r>
              <a:rPr kumimoji="0" lang="en-US" altLang="en-US" sz="1600" b="0" i="1" u="none" strike="noStrike" cap="none" normalizeH="0" baseline="0">
                <a:ln>
                  <a:noFill/>
                </a:ln>
                <a:solidFill>
                  <a:schemeClr val="tx1"/>
                </a:solidFill>
                <a:effectLst/>
                <a:latin typeface="Barlow Semi Condensed" panose="00000506000000000000" pitchFamily="2" charset="0"/>
              </a:rPr>
              <a:t>Selective Voting</a:t>
            </a:r>
            <a:r>
              <a:rPr kumimoji="0" lang="en-US" altLang="en-US" sz="1600" b="0" i="0" u="none" strike="noStrike" cap="none" normalizeH="0" baseline="0">
                <a:ln>
                  <a:noFill/>
                </a:ln>
                <a:solidFill>
                  <a:schemeClr val="tx1"/>
                </a:solidFill>
                <a:effectLst/>
                <a:latin typeface="Barlow Semi Condensed" panose="00000506000000000000" pitchFamily="2" charset="0"/>
              </a:rPr>
              <a:t> và </a:t>
            </a:r>
            <a:r>
              <a:rPr kumimoji="0" lang="en-US" altLang="en-US" sz="1600" b="0" i="1" u="none" strike="noStrike" cap="none" normalizeH="0" baseline="0">
                <a:ln>
                  <a:noFill/>
                </a:ln>
                <a:solidFill>
                  <a:schemeClr val="tx1"/>
                </a:solidFill>
                <a:effectLst/>
                <a:latin typeface="Barlow Semi Condensed" panose="00000506000000000000" pitchFamily="2" charset="0"/>
              </a:rPr>
              <a:t>Entropy Minimization</a:t>
            </a:r>
            <a:r>
              <a:rPr kumimoji="0" lang="en-US" altLang="en-US" sz="1600" b="0" i="0" u="none" strike="noStrike" cap="none" normalizeH="0" baseline="0">
                <a:ln>
                  <a:noFill/>
                </a:ln>
                <a:solidFill>
                  <a:schemeClr val="tx1"/>
                </a:solidFill>
                <a:effectLst/>
                <a:latin typeface="Barlow Semi Condensed" panose="00000506000000000000" pitchFamily="2" charset="0"/>
              </a:rPr>
              <a:t> giúp lọc nhiễu xuất sắc, mang lại kết quả vượt trội (Dice &gt; 94%) trên các tập dữ liệu 2D phức tạp như võng mạc.</a:t>
            </a:r>
          </a:p>
        </p:txBody>
      </p:sp>
    </p:spTree>
    <p:extLst>
      <p:ext uri="{BB962C8B-B14F-4D97-AF65-F5344CB8AC3E}">
        <p14:creationId xmlns:p14="http://schemas.microsoft.com/office/powerpoint/2010/main" val="28772129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35"/>
        <p:cNvGrpSpPr/>
        <p:nvPr/>
      </p:nvGrpSpPr>
      <p:grpSpPr>
        <a:xfrm>
          <a:off x="0" y="0"/>
          <a:ext cx="0" cy="0"/>
          <a:chOff x="0" y="0"/>
          <a:chExt cx="0" cy="0"/>
        </a:xfrm>
      </p:grpSpPr>
      <p:sp>
        <p:nvSpPr>
          <p:cNvPr id="2336" name="Google Shape;2336;p45"/>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Thanks for watching</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1017</TotalTime>
  <Words>6224</Words>
  <Application>Microsoft Office PowerPoint</Application>
  <PresentationFormat>On-screen Show (16:9)</PresentationFormat>
  <Paragraphs>203</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Fjalla One</vt:lpstr>
      <vt:lpstr>Barlow Semi Condensed Medium</vt:lpstr>
      <vt:lpstr>Arial</vt:lpstr>
      <vt:lpstr>Barlow Semi Condensed</vt:lpstr>
      <vt:lpstr>Technology Consulting by Slidesgo</vt:lpstr>
      <vt:lpstr>Target and Task Source-Free Domain Adaptation TT-SFUDA</vt:lpstr>
      <vt:lpstr>Table of Contents</vt:lpstr>
      <vt:lpstr>Overview</vt:lpstr>
      <vt:lpstr>Semantic &amp; Segmentation</vt:lpstr>
      <vt:lpstr>Segmentation</vt:lpstr>
      <vt:lpstr>Lịch sử hình thành</vt:lpstr>
      <vt:lpstr>PowerPoint Presentation</vt:lpstr>
      <vt:lpstr>Domain shift &amp; Domain Adaptation</vt:lpstr>
      <vt:lpstr>PowerPoint Presentation</vt:lpstr>
      <vt:lpstr>Nguyên lý hoạt động</vt:lpstr>
      <vt:lpstr>Nguyên lý hoạt động</vt:lpstr>
      <vt:lpstr>Nguyên lý hoạt động</vt:lpstr>
      <vt:lpstr>Nguyên lý hoạt động</vt:lpstr>
      <vt:lpstr>Nguyên lý hoạt động</vt:lpstr>
      <vt:lpstr>Nguyên lý hoạt động</vt:lpstr>
      <vt:lpstr>Nguyên lý hoạt động</vt:lpstr>
      <vt:lpstr>Nguyên lý hoạt động</vt:lpstr>
      <vt:lpstr>Nguyên lý hoạt động</vt:lpstr>
      <vt:lpstr>Nguyên lý hoạt động</vt:lpstr>
      <vt:lpstr>Thực nghiệm</vt:lpstr>
      <vt:lpstr>Đánh giá</vt:lpstr>
      <vt:lpstr>Hướng phát triển</vt:lpstr>
      <vt:lpstr>Tổng kết</vt:lpstr>
      <vt:lpstr>Thanks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Diggory Fenteay</cp:lastModifiedBy>
  <cp:revision>2</cp:revision>
  <dcterms:modified xsi:type="dcterms:W3CDTF">2026-04-08T17:36:05Z</dcterms:modified>
</cp:coreProperties>
</file>