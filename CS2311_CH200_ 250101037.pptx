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Lst>
  <p:notesMasterIdLst>
    <p:notesMasterId r:id="rId20"/>
  </p:notesMasterIdLst>
  <p:sldIdLst>
    <p:sldId id="256" r:id="rId2"/>
    <p:sldId id="258" r:id="rId3"/>
    <p:sldId id="260" r:id="rId4"/>
    <p:sldId id="261" r:id="rId5"/>
    <p:sldId id="305" r:id="rId6"/>
    <p:sldId id="311" r:id="rId7"/>
    <p:sldId id="310" r:id="rId8"/>
    <p:sldId id="309" r:id="rId9"/>
    <p:sldId id="307" r:id="rId10"/>
    <p:sldId id="308" r:id="rId11"/>
    <p:sldId id="313" r:id="rId12"/>
    <p:sldId id="306" r:id="rId13"/>
    <p:sldId id="312" r:id="rId14"/>
    <p:sldId id="263" r:id="rId15"/>
    <p:sldId id="264" r:id="rId16"/>
    <p:sldId id="265" r:id="rId17"/>
    <p:sldId id="304" r:id="rId18"/>
    <p:sldId id="266" r:id="rId19"/>
  </p:sldIdLst>
  <p:sldSz cx="9144000" cy="5143500" type="screen16x9"/>
  <p:notesSz cx="6858000" cy="9144000"/>
  <p:embeddedFontLst>
    <p:embeddedFont>
      <p:font typeface="Abadi" panose="020B0604020104020204" pitchFamily="34" charset="0"/>
      <p:regular r:id="rId21"/>
    </p:embeddedFont>
    <p:embeddedFont>
      <p:font typeface="Barlow Semi Condensed" panose="00000506000000000000" pitchFamily="2" charset="0"/>
      <p:regular r:id="rId22"/>
      <p:bold r:id="rId23"/>
      <p:italic r:id="rId24"/>
      <p:boldItalic r:id="rId25"/>
    </p:embeddedFont>
    <p:embeddedFont>
      <p:font typeface="Barlow Semi Condensed Medium" panose="00000606000000000000" pitchFamily="2" charset="0"/>
      <p:regular r:id="rId26"/>
      <p:bold r:id="rId27"/>
      <p:italic r:id="rId28"/>
      <p:boldItalic r:id="rId29"/>
    </p:embeddedFont>
    <p:embeddedFont>
      <p:font typeface="Fjalla One" panose="02000506040000020004" pitchFamily="2" charset="0"/>
      <p:regular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2787792-F1E5-4970-8641-73D22FD35365}">
  <a:tblStyle styleId="{E2787792-F1E5-4970-8641-73D22FD3536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214" autoAdjust="0"/>
  </p:normalViewPr>
  <p:slideViewPr>
    <p:cSldViewPr snapToGrid="0">
      <p:cViewPr varScale="1">
        <p:scale>
          <a:sx n="71" d="100"/>
          <a:sy n="71" d="100"/>
        </p:scale>
        <p:origin x="1140"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font" Target="fonts/font10.fntdata"/><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ggory Fenteay" userId="0341865c17ff8ef3" providerId="LiveId" clId="{6D11981F-076D-4616-B6D4-061272232FC4}"/>
    <pc:docChg chg="undo custSel addSld delSld modSld sldOrd delMainMaster">
      <pc:chgData name="Diggory Fenteay" userId="0341865c17ff8ef3" providerId="LiveId" clId="{6D11981F-076D-4616-B6D4-061272232FC4}" dt="2026-03-25T09:45:10.598" v="729" actId="47"/>
      <pc:docMkLst>
        <pc:docMk/>
      </pc:docMkLst>
      <pc:sldChg chg="addSp delSp modSp mod modTransition modNotes">
        <pc:chgData name="Diggory Fenteay" userId="0341865c17ff8ef3" providerId="LiveId" clId="{6D11981F-076D-4616-B6D4-061272232FC4}" dt="2026-03-25T07:58:04.993" v="527"/>
        <pc:sldMkLst>
          <pc:docMk/>
          <pc:sldMk cId="0" sldId="256"/>
        </pc:sldMkLst>
        <pc:spChg chg="mod">
          <ac:chgData name="Diggory Fenteay" userId="0341865c17ff8ef3" providerId="LiveId" clId="{6D11981F-076D-4616-B6D4-061272232FC4}" dt="2026-03-23T08:48:56.605" v="19" actId="14100"/>
          <ac:spMkLst>
            <pc:docMk/>
            <pc:sldMk cId="0" sldId="256"/>
            <ac:spMk id="1884" creationId="{00000000-0000-0000-0000-000000000000}"/>
          </ac:spMkLst>
        </pc:spChg>
        <pc:spChg chg="mod">
          <ac:chgData name="Diggory Fenteay" userId="0341865c17ff8ef3" providerId="LiveId" clId="{6D11981F-076D-4616-B6D4-061272232FC4}" dt="2026-03-23T08:49:23.810" v="74" actId="20577"/>
          <ac:spMkLst>
            <pc:docMk/>
            <pc:sldMk cId="0" sldId="256"/>
            <ac:spMk id="1885" creationId="{00000000-0000-0000-0000-000000000000}"/>
          </ac:spMkLst>
        </pc:spChg>
        <pc:grpChg chg="mod">
          <ac:chgData name="Diggory Fenteay" userId="0341865c17ff8ef3" providerId="LiveId" clId="{6D11981F-076D-4616-B6D4-061272232FC4}" dt="2026-03-23T08:49:04.491" v="20" actId="1076"/>
          <ac:grpSpMkLst>
            <pc:docMk/>
            <pc:sldMk cId="0" sldId="256"/>
            <ac:grpSpMk id="1690" creationId="{00000000-0000-0000-0000-000000000000}"/>
          </ac:grpSpMkLst>
        </pc:grpChg>
      </pc:sldChg>
      <pc:sldChg chg="del">
        <pc:chgData name="Diggory Fenteay" userId="0341865c17ff8ef3" providerId="LiveId" clId="{6D11981F-076D-4616-B6D4-061272232FC4}" dt="2026-03-23T08:50:57.921" v="82" actId="2696"/>
        <pc:sldMkLst>
          <pc:docMk/>
          <pc:sldMk cId="0" sldId="257"/>
        </pc:sldMkLst>
      </pc:sldChg>
      <pc:sldChg chg="addSp delSp modSp mod modTransition modNotes">
        <pc:chgData name="Diggory Fenteay" userId="0341865c17ff8ef3" providerId="LiveId" clId="{6D11981F-076D-4616-B6D4-061272232FC4}" dt="2026-03-25T07:58:04.993" v="527"/>
        <pc:sldMkLst>
          <pc:docMk/>
          <pc:sldMk cId="0" sldId="258"/>
        </pc:sldMkLst>
        <pc:spChg chg="add del mod">
          <ac:chgData name="Diggory Fenteay" userId="0341865c17ff8ef3" providerId="LiveId" clId="{6D11981F-076D-4616-B6D4-061272232FC4}" dt="2026-03-24T04:15:16.374" v="298" actId="478"/>
          <ac:spMkLst>
            <pc:docMk/>
            <pc:sldMk cId="0" sldId="258"/>
            <ac:spMk id="2" creationId="{71FFF5B3-E3E0-1A9C-5DB0-E0C49980C0BA}"/>
          </ac:spMkLst>
        </pc:spChg>
        <pc:spChg chg="add del mod">
          <ac:chgData name="Diggory Fenteay" userId="0341865c17ff8ef3" providerId="LiveId" clId="{6D11981F-076D-4616-B6D4-061272232FC4}" dt="2026-03-24T04:15:16.374" v="298" actId="478"/>
          <ac:spMkLst>
            <pc:docMk/>
            <pc:sldMk cId="0" sldId="258"/>
            <ac:spMk id="3" creationId="{B8B17F65-518D-088D-A6EE-CF869FED8912}"/>
          </ac:spMkLst>
        </pc:spChg>
        <pc:spChg chg="add del mod">
          <ac:chgData name="Diggory Fenteay" userId="0341865c17ff8ef3" providerId="LiveId" clId="{6D11981F-076D-4616-B6D4-061272232FC4}" dt="2026-03-24T03:54:48.087" v="204" actId="478"/>
          <ac:spMkLst>
            <pc:docMk/>
            <pc:sldMk cId="0" sldId="258"/>
            <ac:spMk id="3" creationId="{C0602E8A-D17A-83A0-3B08-84301B8BED24}"/>
          </ac:spMkLst>
        </pc:spChg>
        <pc:spChg chg="add del mod">
          <ac:chgData name="Diggory Fenteay" userId="0341865c17ff8ef3" providerId="LiveId" clId="{6D11981F-076D-4616-B6D4-061272232FC4}" dt="2026-03-24T04:15:35.546" v="311" actId="478"/>
          <ac:spMkLst>
            <pc:docMk/>
            <pc:sldMk cId="0" sldId="258"/>
            <ac:spMk id="5" creationId="{328E03AF-08A4-6961-BF00-C1F17504A948}"/>
          </ac:spMkLst>
        </pc:spChg>
        <pc:spChg chg="add del mod">
          <ac:chgData name="Diggory Fenteay" userId="0341865c17ff8ef3" providerId="LiveId" clId="{6D11981F-076D-4616-B6D4-061272232FC4}" dt="2026-03-24T04:15:40.015" v="313" actId="478"/>
          <ac:spMkLst>
            <pc:docMk/>
            <pc:sldMk cId="0" sldId="258"/>
            <ac:spMk id="7" creationId="{B1494049-744A-FDDA-4C7B-941D3429F351}"/>
          </ac:spMkLst>
        </pc:spChg>
        <pc:spChg chg="del">
          <ac:chgData name="Diggory Fenteay" userId="0341865c17ff8ef3" providerId="LiveId" clId="{6D11981F-076D-4616-B6D4-061272232FC4}" dt="2026-03-24T04:15:38.588" v="312" actId="478"/>
          <ac:spMkLst>
            <pc:docMk/>
            <pc:sldMk cId="0" sldId="258"/>
            <ac:spMk id="2139" creationId="{00000000-0000-0000-0000-000000000000}"/>
          </ac:spMkLst>
        </pc:spChg>
        <pc:spChg chg="mod">
          <ac:chgData name="Diggory Fenteay" userId="0341865c17ff8ef3" providerId="LiveId" clId="{6D11981F-076D-4616-B6D4-061272232FC4}" dt="2026-03-24T04:15:46.418" v="314" actId="1076"/>
          <ac:spMkLst>
            <pc:docMk/>
            <pc:sldMk cId="0" sldId="258"/>
            <ac:spMk id="2140" creationId="{00000000-0000-0000-0000-000000000000}"/>
          </ac:spMkLst>
        </pc:spChg>
        <pc:spChg chg="mod">
          <ac:chgData name="Diggory Fenteay" userId="0341865c17ff8ef3" providerId="LiveId" clId="{6D11981F-076D-4616-B6D4-061272232FC4}" dt="2026-03-24T06:40:53.881" v="382" actId="1076"/>
          <ac:spMkLst>
            <pc:docMk/>
            <pc:sldMk cId="0" sldId="258"/>
            <ac:spMk id="2141" creationId="{00000000-0000-0000-0000-000000000000}"/>
          </ac:spMkLst>
        </pc:spChg>
        <pc:spChg chg="del">
          <ac:chgData name="Diggory Fenteay" userId="0341865c17ff8ef3" providerId="LiveId" clId="{6D11981F-076D-4616-B6D4-061272232FC4}" dt="2026-03-24T04:15:34.195" v="310" actId="478"/>
          <ac:spMkLst>
            <pc:docMk/>
            <pc:sldMk cId="0" sldId="258"/>
            <ac:spMk id="2142" creationId="{00000000-0000-0000-0000-000000000000}"/>
          </ac:spMkLst>
        </pc:spChg>
        <pc:spChg chg="mod">
          <ac:chgData name="Diggory Fenteay" userId="0341865c17ff8ef3" providerId="LiveId" clId="{6D11981F-076D-4616-B6D4-061272232FC4}" dt="2026-03-24T04:15:54.844" v="316" actId="1076"/>
          <ac:spMkLst>
            <pc:docMk/>
            <pc:sldMk cId="0" sldId="258"/>
            <ac:spMk id="2143" creationId="{00000000-0000-0000-0000-000000000000}"/>
          </ac:spMkLst>
        </pc:spChg>
        <pc:spChg chg="del">
          <ac:chgData name="Diggory Fenteay" userId="0341865c17ff8ef3" providerId="LiveId" clId="{6D11981F-076D-4616-B6D4-061272232FC4}" dt="2026-03-24T03:54:40.311" v="202" actId="478"/>
          <ac:spMkLst>
            <pc:docMk/>
            <pc:sldMk cId="0" sldId="258"/>
            <ac:spMk id="2144" creationId="{00000000-0000-0000-0000-000000000000}"/>
          </ac:spMkLst>
        </pc:spChg>
        <pc:spChg chg="mod">
          <ac:chgData name="Diggory Fenteay" userId="0341865c17ff8ef3" providerId="LiveId" clId="{6D11981F-076D-4616-B6D4-061272232FC4}" dt="2026-03-24T04:16:59.333" v="319" actId="1076"/>
          <ac:spMkLst>
            <pc:docMk/>
            <pc:sldMk cId="0" sldId="258"/>
            <ac:spMk id="2145" creationId="{00000000-0000-0000-0000-000000000000}"/>
          </ac:spMkLst>
        </pc:spChg>
        <pc:spChg chg="del mod">
          <ac:chgData name="Diggory Fenteay" userId="0341865c17ff8ef3" providerId="LiveId" clId="{6D11981F-076D-4616-B6D4-061272232FC4}" dt="2026-03-24T04:15:16.374" v="298" actId="478"/>
          <ac:spMkLst>
            <pc:docMk/>
            <pc:sldMk cId="0" sldId="258"/>
            <ac:spMk id="2146" creationId="{00000000-0000-0000-0000-000000000000}"/>
          </ac:spMkLst>
        </pc:spChg>
      </pc:sldChg>
      <pc:sldChg chg="addSp delSp modSp del mod modTransition modNotes">
        <pc:chgData name="Diggory Fenteay" userId="0341865c17ff8ef3" providerId="LiveId" clId="{6D11981F-076D-4616-B6D4-061272232FC4}" dt="2026-03-25T09:39:44.341" v="664" actId="2696"/>
        <pc:sldMkLst>
          <pc:docMk/>
          <pc:sldMk cId="0" sldId="259"/>
        </pc:sldMkLst>
        <pc:spChg chg="add del mod">
          <ac:chgData name="Diggory Fenteay" userId="0341865c17ff8ef3" providerId="LiveId" clId="{6D11981F-076D-4616-B6D4-061272232FC4}" dt="2026-03-24T04:17:51.296" v="353" actId="478"/>
          <ac:spMkLst>
            <pc:docMk/>
            <pc:sldMk cId="0" sldId="259"/>
            <ac:spMk id="3" creationId="{A3318751-9C25-69F4-6E47-3BCC814F2745}"/>
          </ac:spMkLst>
        </pc:spChg>
        <pc:spChg chg="add mod">
          <ac:chgData name="Diggory Fenteay" userId="0341865c17ff8ef3" providerId="LiveId" clId="{6D11981F-076D-4616-B6D4-061272232FC4}" dt="2026-03-25T09:39:29.387" v="656" actId="21"/>
          <ac:spMkLst>
            <pc:docMk/>
            <pc:sldMk cId="0" sldId="259"/>
            <ac:spMk id="3" creationId="{E8FB2D63-51CE-6660-3E5A-AD8E87D16E59}"/>
          </ac:spMkLst>
        </pc:spChg>
        <pc:spChg chg="del mod">
          <ac:chgData name="Diggory Fenteay" userId="0341865c17ff8ef3" providerId="LiveId" clId="{6D11981F-076D-4616-B6D4-061272232FC4}" dt="2026-03-25T09:39:29.387" v="656" actId="21"/>
          <ac:spMkLst>
            <pc:docMk/>
            <pc:sldMk cId="0" sldId="259"/>
            <ac:spMk id="2155" creationId="{00000000-0000-0000-0000-000000000000}"/>
          </ac:spMkLst>
        </pc:spChg>
        <pc:spChg chg="del">
          <ac:chgData name="Diggory Fenteay" userId="0341865c17ff8ef3" providerId="LiveId" clId="{6D11981F-076D-4616-B6D4-061272232FC4}" dt="2026-03-24T04:17:47.872" v="352" actId="478"/>
          <ac:spMkLst>
            <pc:docMk/>
            <pc:sldMk cId="0" sldId="259"/>
            <ac:spMk id="2157" creationId="{00000000-0000-0000-0000-000000000000}"/>
          </ac:spMkLst>
        </pc:spChg>
      </pc:sldChg>
      <pc:sldChg chg="addSp delSp modSp mod modTransition modNotes">
        <pc:chgData name="Diggory Fenteay" userId="0341865c17ff8ef3" providerId="LiveId" clId="{6D11981F-076D-4616-B6D4-061272232FC4}" dt="2026-03-25T09:39:52.333" v="666" actId="1076"/>
        <pc:sldMkLst>
          <pc:docMk/>
          <pc:sldMk cId="0" sldId="260"/>
        </pc:sldMkLst>
        <pc:spChg chg="add del">
          <ac:chgData name="Diggory Fenteay" userId="0341865c17ff8ef3" providerId="LiveId" clId="{6D11981F-076D-4616-B6D4-061272232FC4}" dt="2026-03-25T09:39:23.305" v="655" actId="22"/>
          <ac:spMkLst>
            <pc:docMk/>
            <pc:sldMk cId="0" sldId="260"/>
            <ac:spMk id="3" creationId="{7253721D-F7DD-AE0A-3790-E85FC973CF18}"/>
          </ac:spMkLst>
        </pc:spChg>
        <pc:spChg chg="add del mod">
          <ac:chgData name="Diggory Fenteay" userId="0341865c17ff8ef3" providerId="LiveId" clId="{6D11981F-076D-4616-B6D4-061272232FC4}" dt="2026-03-24T06:16:54.465" v="359" actId="478"/>
          <ac:spMkLst>
            <pc:docMk/>
            <pc:sldMk cId="0" sldId="260"/>
            <ac:spMk id="3" creationId="{D1CB2D1F-F35A-DB78-527F-0D27AF6421B6}"/>
          </ac:spMkLst>
        </pc:spChg>
        <pc:spChg chg="add mod">
          <ac:chgData name="Diggory Fenteay" userId="0341865c17ff8ef3" providerId="LiveId" clId="{6D11981F-076D-4616-B6D4-061272232FC4}" dt="2026-03-25T09:39:52.333" v="666" actId="1076"/>
          <ac:spMkLst>
            <pc:docMk/>
            <pc:sldMk cId="0" sldId="260"/>
            <ac:spMk id="2155" creationId="{00000000-0000-0000-0000-000000000000}"/>
          </ac:spMkLst>
        </pc:spChg>
        <pc:spChg chg="del">
          <ac:chgData name="Diggory Fenteay" userId="0341865c17ff8ef3" providerId="LiveId" clId="{6D11981F-076D-4616-B6D4-061272232FC4}" dt="2026-03-24T04:24:07.930" v="355" actId="478"/>
          <ac:spMkLst>
            <pc:docMk/>
            <pc:sldMk cId="0" sldId="260"/>
            <ac:spMk id="2165" creationId="{00000000-0000-0000-0000-000000000000}"/>
          </ac:spMkLst>
        </pc:spChg>
        <pc:spChg chg="del">
          <ac:chgData name="Diggory Fenteay" userId="0341865c17ff8ef3" providerId="LiveId" clId="{6D11981F-076D-4616-B6D4-061272232FC4}" dt="2026-03-24T06:16:52.666" v="358" actId="478"/>
          <ac:spMkLst>
            <pc:docMk/>
            <pc:sldMk cId="0" sldId="260"/>
            <ac:spMk id="2177" creationId="{00000000-0000-0000-0000-000000000000}"/>
          </ac:spMkLst>
        </pc:spChg>
        <pc:spChg chg="mod">
          <ac:chgData name="Diggory Fenteay" userId="0341865c17ff8ef3" providerId="LiveId" clId="{6D11981F-076D-4616-B6D4-061272232FC4}" dt="2026-03-25T09:39:49.399" v="665" actId="1076"/>
          <ac:spMkLst>
            <pc:docMk/>
            <pc:sldMk cId="0" sldId="260"/>
            <ac:spMk id="2178" creationId="{00000000-0000-0000-0000-000000000000}"/>
          </ac:spMkLst>
        </pc:spChg>
        <pc:grpChg chg="del">
          <ac:chgData name="Diggory Fenteay" userId="0341865c17ff8ef3" providerId="LiveId" clId="{6D11981F-076D-4616-B6D4-061272232FC4}" dt="2026-03-24T04:24:05.548" v="354" actId="478"/>
          <ac:grpSpMkLst>
            <pc:docMk/>
            <pc:sldMk cId="0" sldId="260"/>
            <ac:grpSpMk id="2162" creationId="{00000000-0000-0000-0000-000000000000}"/>
          </ac:grpSpMkLst>
        </pc:grpChg>
        <pc:grpChg chg="mod">
          <ac:chgData name="Diggory Fenteay" userId="0341865c17ff8ef3" providerId="LiveId" clId="{6D11981F-076D-4616-B6D4-061272232FC4}" dt="2026-03-24T04:24:16.437" v="356" actId="1076"/>
          <ac:grpSpMkLst>
            <pc:docMk/>
            <pc:sldMk cId="0" sldId="260"/>
            <ac:grpSpMk id="2166" creationId="{00000000-0000-0000-0000-000000000000}"/>
          </ac:grpSpMkLst>
        </pc:grpChg>
      </pc:sldChg>
      <pc:sldChg chg="addSp delSp modSp mod modTransition modNotes modNotesTx">
        <pc:chgData name="Diggory Fenteay" userId="0341865c17ff8ef3" providerId="LiveId" clId="{6D11981F-076D-4616-B6D4-061272232FC4}" dt="2026-03-25T09:40:12.495" v="670" actId="1076"/>
        <pc:sldMkLst>
          <pc:docMk/>
          <pc:sldMk cId="0" sldId="261"/>
        </pc:sldMkLst>
        <pc:spChg chg="add mod">
          <ac:chgData name="Diggory Fenteay" userId="0341865c17ff8ef3" providerId="LiveId" clId="{6D11981F-076D-4616-B6D4-061272232FC4}" dt="2026-03-24T06:40:36.078" v="375"/>
          <ac:spMkLst>
            <pc:docMk/>
            <pc:sldMk cId="0" sldId="261"/>
            <ac:spMk id="2" creationId="{62726DCB-357B-7A95-A64D-B5252EB53469}"/>
          </ac:spMkLst>
        </pc:spChg>
        <pc:spChg chg="add del mod">
          <ac:chgData name="Diggory Fenteay" userId="0341865c17ff8ef3" providerId="LiveId" clId="{6D11981F-076D-4616-B6D4-061272232FC4}" dt="2026-03-25T07:57:59.066" v="526" actId="478"/>
          <ac:spMkLst>
            <pc:docMk/>
            <pc:sldMk cId="0" sldId="261"/>
            <ac:spMk id="4" creationId="{2B801457-B6E8-69B0-2C80-59026DA834D8}"/>
          </ac:spMkLst>
        </pc:spChg>
        <pc:spChg chg="add del mod">
          <ac:chgData name="Diggory Fenteay" userId="0341865c17ff8ef3" providerId="LiveId" clId="{6D11981F-076D-4616-B6D4-061272232FC4}" dt="2026-03-24T06:43:18.631" v="397" actId="478"/>
          <ac:spMkLst>
            <pc:docMk/>
            <pc:sldMk cId="0" sldId="261"/>
            <ac:spMk id="6" creationId="{BB9FF641-B7D4-E696-B5A0-165343E7C532}"/>
          </ac:spMkLst>
        </pc:spChg>
        <pc:spChg chg="add del mod">
          <ac:chgData name="Diggory Fenteay" userId="0341865c17ff8ef3" providerId="LiveId" clId="{6D11981F-076D-4616-B6D4-061272232FC4}" dt="2026-03-24T06:43:18.009" v="396" actId="478"/>
          <ac:spMkLst>
            <pc:docMk/>
            <pc:sldMk cId="0" sldId="261"/>
            <ac:spMk id="8" creationId="{6250BF00-4A75-D81B-4D25-50033B14D216}"/>
          </ac:spMkLst>
        </pc:spChg>
        <pc:spChg chg="add del mod">
          <ac:chgData name="Diggory Fenteay" userId="0341865c17ff8ef3" providerId="LiveId" clId="{6D11981F-076D-4616-B6D4-061272232FC4}" dt="2026-03-24T06:43:24.870" v="400" actId="478"/>
          <ac:spMkLst>
            <pc:docMk/>
            <pc:sldMk cId="0" sldId="261"/>
            <ac:spMk id="10" creationId="{980BF77E-E29F-4DC6-4C3D-6E098C77ABF0}"/>
          </ac:spMkLst>
        </pc:spChg>
        <pc:spChg chg="add del mod">
          <ac:chgData name="Diggory Fenteay" userId="0341865c17ff8ef3" providerId="LiveId" clId="{6D11981F-076D-4616-B6D4-061272232FC4}" dt="2026-03-24T06:43:28.881" v="402" actId="478"/>
          <ac:spMkLst>
            <pc:docMk/>
            <pc:sldMk cId="0" sldId="261"/>
            <ac:spMk id="12" creationId="{16E71568-C9A0-4587-D6A5-C58A4A43BDAB}"/>
          </ac:spMkLst>
        </pc:spChg>
        <pc:spChg chg="del">
          <ac:chgData name="Diggory Fenteay" userId="0341865c17ff8ef3" providerId="LiveId" clId="{6D11981F-076D-4616-B6D4-061272232FC4}" dt="2026-03-24T06:44:10.812" v="408" actId="478"/>
          <ac:spMkLst>
            <pc:docMk/>
            <pc:sldMk cId="0" sldId="261"/>
            <ac:spMk id="2185" creationId="{00000000-0000-0000-0000-000000000000}"/>
          </ac:spMkLst>
        </pc:spChg>
        <pc:spChg chg="mod">
          <ac:chgData name="Diggory Fenteay" userId="0341865c17ff8ef3" providerId="LiveId" clId="{6D11981F-076D-4616-B6D4-061272232FC4}" dt="2026-03-24T06:43:42.980" v="404" actId="14100"/>
          <ac:spMkLst>
            <pc:docMk/>
            <pc:sldMk cId="0" sldId="261"/>
            <ac:spMk id="2195" creationId="{00000000-0000-0000-0000-000000000000}"/>
          </ac:spMkLst>
        </pc:spChg>
        <pc:spChg chg="mod">
          <ac:chgData name="Diggory Fenteay" userId="0341865c17ff8ef3" providerId="LiveId" clId="{6D11981F-076D-4616-B6D4-061272232FC4}" dt="2026-03-24T06:43:56.528" v="405" actId="1076"/>
          <ac:spMkLst>
            <pc:docMk/>
            <pc:sldMk cId="0" sldId="261"/>
            <ac:spMk id="2196" creationId="{00000000-0000-0000-0000-000000000000}"/>
          </ac:spMkLst>
        </pc:spChg>
        <pc:spChg chg="mod">
          <ac:chgData name="Diggory Fenteay" userId="0341865c17ff8ef3" providerId="LiveId" clId="{6D11981F-076D-4616-B6D4-061272232FC4}" dt="2026-03-25T09:40:08.974" v="669" actId="1076"/>
          <ac:spMkLst>
            <pc:docMk/>
            <pc:sldMk cId="0" sldId="261"/>
            <ac:spMk id="2197" creationId="{00000000-0000-0000-0000-000000000000}"/>
          </ac:spMkLst>
        </pc:spChg>
        <pc:spChg chg="del">
          <ac:chgData name="Diggory Fenteay" userId="0341865c17ff8ef3" providerId="LiveId" clId="{6D11981F-076D-4616-B6D4-061272232FC4}" dt="2026-03-24T06:43:28.249" v="401" actId="478"/>
          <ac:spMkLst>
            <pc:docMk/>
            <pc:sldMk cId="0" sldId="261"/>
            <ac:spMk id="2198" creationId="{00000000-0000-0000-0000-000000000000}"/>
          </ac:spMkLst>
        </pc:spChg>
        <pc:spChg chg="add del mod">
          <ac:chgData name="Diggory Fenteay" userId="0341865c17ff8ef3" providerId="LiveId" clId="{6D11981F-076D-4616-B6D4-061272232FC4}" dt="2026-03-25T07:57:59.066" v="526" actId="478"/>
          <ac:spMkLst>
            <pc:docMk/>
            <pc:sldMk cId="0" sldId="261"/>
            <ac:spMk id="2199" creationId="{00000000-0000-0000-0000-000000000000}"/>
          </ac:spMkLst>
        </pc:spChg>
        <pc:spChg chg="del">
          <ac:chgData name="Diggory Fenteay" userId="0341865c17ff8ef3" providerId="LiveId" clId="{6D11981F-076D-4616-B6D4-061272232FC4}" dt="2026-03-24T06:43:11.698" v="392" actId="478"/>
          <ac:spMkLst>
            <pc:docMk/>
            <pc:sldMk cId="0" sldId="261"/>
            <ac:spMk id="2200" creationId="{00000000-0000-0000-0000-000000000000}"/>
          </ac:spMkLst>
        </pc:spChg>
        <pc:spChg chg="add del">
          <ac:chgData name="Diggory Fenteay" userId="0341865c17ff8ef3" providerId="LiveId" clId="{6D11981F-076D-4616-B6D4-061272232FC4}" dt="2026-03-24T06:43:24.123" v="399" actId="478"/>
          <ac:spMkLst>
            <pc:docMk/>
            <pc:sldMk cId="0" sldId="261"/>
            <ac:spMk id="2201" creationId="{00000000-0000-0000-0000-000000000000}"/>
          </ac:spMkLst>
        </pc:spChg>
        <pc:grpChg chg="del">
          <ac:chgData name="Diggory Fenteay" userId="0341865c17ff8ef3" providerId="LiveId" clId="{6D11981F-076D-4616-B6D4-061272232FC4}" dt="2026-03-24T06:44:12.183" v="409" actId="478"/>
          <ac:grpSpMkLst>
            <pc:docMk/>
            <pc:sldMk cId="0" sldId="261"/>
            <ac:grpSpMk id="2183" creationId="{00000000-0000-0000-0000-000000000000}"/>
          </ac:grpSpMkLst>
        </pc:grpChg>
        <pc:grpChg chg="del">
          <ac:chgData name="Diggory Fenteay" userId="0341865c17ff8ef3" providerId="LiveId" clId="{6D11981F-076D-4616-B6D4-061272232FC4}" dt="2026-03-24T06:44:13.521" v="410" actId="478"/>
          <ac:grpSpMkLst>
            <pc:docMk/>
            <pc:sldMk cId="0" sldId="261"/>
            <ac:grpSpMk id="2187" creationId="{00000000-0000-0000-0000-000000000000}"/>
          </ac:grpSpMkLst>
        </pc:grpChg>
        <pc:grpChg chg="del">
          <ac:chgData name="Diggory Fenteay" userId="0341865c17ff8ef3" providerId="LiveId" clId="{6D11981F-076D-4616-B6D4-061272232FC4}" dt="2026-03-24T06:43:24.123" v="399" actId="478"/>
          <ac:grpSpMkLst>
            <pc:docMk/>
            <pc:sldMk cId="0" sldId="261"/>
            <ac:grpSpMk id="2191" creationId="{00000000-0000-0000-0000-000000000000}"/>
          </ac:grpSpMkLst>
        </pc:grpChg>
        <pc:grpChg chg="del">
          <ac:chgData name="Diggory Fenteay" userId="0341865c17ff8ef3" providerId="LiveId" clId="{6D11981F-076D-4616-B6D4-061272232FC4}" dt="2026-03-24T06:42:43.577" v="387" actId="478"/>
          <ac:grpSpMkLst>
            <pc:docMk/>
            <pc:sldMk cId="0" sldId="261"/>
            <ac:grpSpMk id="2202" creationId="{00000000-0000-0000-0000-000000000000}"/>
          </ac:grpSpMkLst>
        </pc:grpChg>
        <pc:grpChg chg="mod">
          <ac:chgData name="Diggory Fenteay" userId="0341865c17ff8ef3" providerId="LiveId" clId="{6D11981F-076D-4616-B6D4-061272232FC4}" dt="2026-03-24T06:43:56.528" v="405" actId="1076"/>
          <ac:grpSpMkLst>
            <pc:docMk/>
            <pc:sldMk cId="0" sldId="261"/>
            <ac:grpSpMk id="2206" creationId="{00000000-0000-0000-0000-000000000000}"/>
          </ac:grpSpMkLst>
        </pc:grpChg>
        <pc:grpChg chg="mod">
          <ac:chgData name="Diggory Fenteay" userId="0341865c17ff8ef3" providerId="LiveId" clId="{6D11981F-076D-4616-B6D4-061272232FC4}" dt="2026-03-25T09:40:12.495" v="670" actId="1076"/>
          <ac:grpSpMkLst>
            <pc:docMk/>
            <pc:sldMk cId="0" sldId="261"/>
            <ac:grpSpMk id="2212" creationId="{00000000-0000-0000-0000-000000000000}"/>
          </ac:grpSpMkLst>
        </pc:grpChg>
      </pc:sldChg>
      <pc:sldChg chg="del modNotes">
        <pc:chgData name="Diggory Fenteay" userId="0341865c17ff8ef3" providerId="LiveId" clId="{6D11981F-076D-4616-B6D4-061272232FC4}" dt="2026-03-24T06:46:29.469" v="420" actId="2696"/>
        <pc:sldMkLst>
          <pc:docMk/>
          <pc:sldMk cId="0" sldId="262"/>
        </pc:sldMkLst>
      </pc:sldChg>
      <pc:sldChg chg="addSp delSp modSp mod modTransition modNotes modNotesTx">
        <pc:chgData name="Diggory Fenteay" userId="0341865c17ff8ef3" providerId="LiveId" clId="{6D11981F-076D-4616-B6D4-061272232FC4}" dt="2026-03-25T09:36:56.440" v="653" actId="1076"/>
        <pc:sldMkLst>
          <pc:docMk/>
          <pc:sldMk cId="0" sldId="263"/>
        </pc:sldMkLst>
        <pc:spChg chg="add del mod">
          <ac:chgData name="Diggory Fenteay" userId="0341865c17ff8ef3" providerId="LiveId" clId="{6D11981F-076D-4616-B6D4-061272232FC4}" dt="2026-03-25T08:33:51.474" v="638" actId="478"/>
          <ac:spMkLst>
            <pc:docMk/>
            <pc:sldMk cId="0" sldId="263"/>
            <ac:spMk id="3" creationId="{61C09769-0D51-81DC-B34F-428310D30272}"/>
          </ac:spMkLst>
        </pc:spChg>
        <pc:spChg chg="add del mod">
          <ac:chgData name="Diggory Fenteay" userId="0341865c17ff8ef3" providerId="LiveId" clId="{6D11981F-076D-4616-B6D4-061272232FC4}" dt="2026-03-25T08:33:51.474" v="638" actId="478"/>
          <ac:spMkLst>
            <pc:docMk/>
            <pc:sldMk cId="0" sldId="263"/>
            <ac:spMk id="5" creationId="{BE5ECBD2-D6E6-F172-B10F-C8BE6D081E71}"/>
          </ac:spMkLst>
        </pc:spChg>
        <pc:spChg chg="add mod">
          <ac:chgData name="Diggory Fenteay" userId="0341865c17ff8ef3" providerId="LiveId" clId="{6D11981F-076D-4616-B6D4-061272232FC4}" dt="2026-03-25T09:36:56.440" v="653" actId="1076"/>
          <ac:spMkLst>
            <pc:docMk/>
            <pc:sldMk cId="0" sldId="263"/>
            <ac:spMk id="6" creationId="{54A14339-F4D7-69BC-67C1-A62A65EC79B2}"/>
          </ac:spMkLst>
        </pc:spChg>
        <pc:spChg chg="mod">
          <ac:chgData name="Diggory Fenteay" userId="0341865c17ff8ef3" providerId="LiveId" clId="{6D11981F-076D-4616-B6D4-061272232FC4}" dt="2026-03-25T08:55:00.162" v="650"/>
          <ac:spMkLst>
            <pc:docMk/>
            <pc:sldMk cId="0" sldId="263"/>
            <ac:spMk id="9" creationId="{90BEC590-8460-434B-9DD3-D84C5229175D}"/>
          </ac:spMkLst>
        </pc:spChg>
        <pc:spChg chg="mod">
          <ac:chgData name="Diggory Fenteay" userId="0341865c17ff8ef3" providerId="LiveId" clId="{6D11981F-076D-4616-B6D4-061272232FC4}" dt="2026-03-25T08:55:00.162" v="650"/>
          <ac:spMkLst>
            <pc:docMk/>
            <pc:sldMk cId="0" sldId="263"/>
            <ac:spMk id="38" creationId="{DEA2DADE-5D76-3D3A-6A9D-48AA65BD9FA9}"/>
          </ac:spMkLst>
        </pc:spChg>
        <pc:spChg chg="mod">
          <ac:chgData name="Diggory Fenteay" userId="0341865c17ff8ef3" providerId="LiveId" clId="{6D11981F-076D-4616-B6D4-061272232FC4}" dt="2026-03-25T08:55:00.162" v="650"/>
          <ac:spMkLst>
            <pc:docMk/>
            <pc:sldMk cId="0" sldId="263"/>
            <ac:spMk id="41" creationId="{04F3DE45-145E-0CEE-0713-4879E1F4DC6A}"/>
          </ac:spMkLst>
        </pc:spChg>
        <pc:spChg chg="mod">
          <ac:chgData name="Diggory Fenteay" userId="0341865c17ff8ef3" providerId="LiveId" clId="{6D11981F-076D-4616-B6D4-061272232FC4}" dt="2026-03-25T08:55:00.162" v="650"/>
          <ac:spMkLst>
            <pc:docMk/>
            <pc:sldMk cId="0" sldId="263"/>
            <ac:spMk id="63" creationId="{000E5134-DCFB-91D8-C9CD-8D7A6178BCA9}"/>
          </ac:spMkLst>
        </pc:spChg>
        <pc:spChg chg="mod">
          <ac:chgData name="Diggory Fenteay" userId="0341865c17ff8ef3" providerId="LiveId" clId="{6D11981F-076D-4616-B6D4-061272232FC4}" dt="2026-03-25T08:55:00.162" v="650"/>
          <ac:spMkLst>
            <pc:docMk/>
            <pc:sldMk cId="0" sldId="263"/>
            <ac:spMk id="1036" creationId="{8F584272-9529-F23B-B92F-79E9DB868F9B}"/>
          </ac:spMkLst>
        </pc:spChg>
        <pc:spChg chg="mod">
          <ac:chgData name="Diggory Fenteay" userId="0341865c17ff8ef3" providerId="LiveId" clId="{6D11981F-076D-4616-B6D4-061272232FC4}" dt="2026-03-25T08:55:00.162" v="650"/>
          <ac:spMkLst>
            <pc:docMk/>
            <pc:sldMk cId="0" sldId="263"/>
            <ac:spMk id="1058" creationId="{580C7D3E-C453-C71A-477B-F836EC3DDBCB}"/>
          </ac:spMkLst>
        </pc:spChg>
        <pc:spChg chg="mod">
          <ac:chgData name="Diggory Fenteay" userId="0341865c17ff8ef3" providerId="LiveId" clId="{6D11981F-076D-4616-B6D4-061272232FC4}" dt="2026-03-25T08:55:00.162" v="650"/>
          <ac:spMkLst>
            <pc:docMk/>
            <pc:sldMk cId="0" sldId="263"/>
            <ac:spMk id="1074" creationId="{D8E26C77-B833-0FCD-7C83-4CB7702388F6}"/>
          </ac:spMkLst>
        </pc:spChg>
        <pc:spChg chg="mod">
          <ac:chgData name="Diggory Fenteay" userId="0341865c17ff8ef3" providerId="LiveId" clId="{6D11981F-076D-4616-B6D4-061272232FC4}" dt="2026-03-25T08:33:39.522" v="636" actId="20577"/>
          <ac:spMkLst>
            <pc:docMk/>
            <pc:sldMk cId="0" sldId="263"/>
            <ac:spMk id="2241" creationId="{00000000-0000-0000-0000-000000000000}"/>
          </ac:spMkLst>
        </pc:spChg>
        <pc:spChg chg="mod">
          <ac:chgData name="Diggory Fenteay" userId="0341865c17ff8ef3" providerId="LiveId" clId="{6D11981F-076D-4616-B6D4-061272232FC4}" dt="2026-03-25T08:55:00.162" v="650"/>
          <ac:spMkLst>
            <pc:docMk/>
            <pc:sldMk cId="0" sldId="263"/>
            <ac:spMk id="2318" creationId="{B1E2DC66-E39C-7BDE-3712-14C8F0ECAC3F}"/>
          </ac:spMkLst>
        </pc:spChg>
        <pc:spChg chg="mod">
          <ac:chgData name="Diggory Fenteay" userId="0341865c17ff8ef3" providerId="LiveId" clId="{6D11981F-076D-4616-B6D4-061272232FC4}" dt="2026-03-25T08:55:00.162" v="650"/>
          <ac:spMkLst>
            <pc:docMk/>
            <pc:sldMk cId="0" sldId="263"/>
            <ac:spMk id="2324" creationId="{C57397D9-E5FE-D990-229A-BA4A26E752C4}"/>
          </ac:spMkLst>
        </pc:spChg>
        <pc:spChg chg="mod">
          <ac:chgData name="Diggory Fenteay" userId="0341865c17ff8ef3" providerId="LiveId" clId="{6D11981F-076D-4616-B6D4-061272232FC4}" dt="2026-03-25T08:55:00.162" v="650"/>
          <ac:spMkLst>
            <pc:docMk/>
            <pc:sldMk cId="0" sldId="263"/>
            <ac:spMk id="2330" creationId="{AF4EA045-87D0-EAC0-ACD1-95BB18A82032}"/>
          </ac:spMkLst>
        </pc:spChg>
        <pc:grpChg chg="mod">
          <ac:chgData name="Diggory Fenteay" userId="0341865c17ff8ef3" providerId="LiveId" clId="{6D11981F-076D-4616-B6D4-061272232FC4}" dt="2026-03-25T08:55:07.173" v="652" actId="1076"/>
          <ac:grpSpMkLst>
            <pc:docMk/>
            <pc:sldMk cId="0" sldId="263"/>
            <ac:grpSpMk id="7" creationId="{FC9DFDC5-F39B-E816-6C6E-5D887366C3E8}"/>
          </ac:grpSpMkLst>
        </pc:grpChg>
        <pc:grpChg chg="del">
          <ac:chgData name="Diggory Fenteay" userId="0341865c17ff8ef3" providerId="LiveId" clId="{6D11981F-076D-4616-B6D4-061272232FC4}" dt="2026-03-25T07:51:38.536" v="436" actId="478"/>
          <ac:grpSpMkLst>
            <pc:docMk/>
            <pc:sldMk cId="0" sldId="263"/>
            <ac:grpSpMk id="2243"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46"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52"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58"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73"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79"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88"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91"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297" creationId="{00000000-0000-0000-0000-000000000000}"/>
          </ac:grpSpMkLst>
        </pc:grpChg>
        <pc:grpChg chg="del">
          <ac:chgData name="Diggory Fenteay" userId="0341865c17ff8ef3" providerId="LiveId" clId="{6D11981F-076D-4616-B6D4-061272232FC4}" dt="2026-03-25T07:51:38.536" v="436" actId="478"/>
          <ac:grpSpMkLst>
            <pc:docMk/>
            <pc:sldMk cId="0" sldId="263"/>
            <ac:grpSpMk id="2300" creationId="{00000000-0000-0000-0000-000000000000}"/>
          </ac:grpSpMkLst>
        </pc:grpChg>
        <pc:graphicFrameChg chg="del">
          <ac:chgData name="Diggory Fenteay" userId="0341865c17ff8ef3" providerId="LiveId" clId="{6D11981F-076D-4616-B6D4-061272232FC4}" dt="2026-03-25T07:51:34.217" v="435" actId="478"/>
          <ac:graphicFrameMkLst>
            <pc:docMk/>
            <pc:sldMk cId="0" sldId="263"/>
            <ac:graphicFrameMk id="2242" creationId="{00000000-0000-0000-0000-000000000000}"/>
          </ac:graphicFrameMkLst>
        </pc:graphicFrameChg>
        <pc:picChg chg="add del mod">
          <ac:chgData name="Diggory Fenteay" userId="0341865c17ff8ef3" providerId="LiveId" clId="{6D11981F-076D-4616-B6D4-061272232FC4}" dt="2026-03-25T08:33:42.510" v="637" actId="478"/>
          <ac:picMkLst>
            <pc:docMk/>
            <pc:sldMk cId="0" sldId="263"/>
            <ac:picMk id="1026" creationId="{AD14B7CD-A74B-4DF8-01A1-688CBDF7704D}"/>
          </ac:picMkLst>
        </pc:picChg>
      </pc:sldChg>
      <pc:sldChg chg="addSp delSp modSp mod modTransition modAnim modNotes">
        <pc:chgData name="Diggory Fenteay" userId="0341865c17ff8ef3" providerId="LiveId" clId="{6D11981F-076D-4616-B6D4-061272232FC4}" dt="2026-03-25T08:30:45.424" v="606" actId="20577"/>
        <pc:sldMkLst>
          <pc:docMk/>
          <pc:sldMk cId="0" sldId="264"/>
        </pc:sldMkLst>
        <pc:spChg chg="add mod">
          <ac:chgData name="Diggory Fenteay" userId="0341865c17ff8ef3" providerId="LiveId" clId="{6D11981F-076D-4616-B6D4-061272232FC4}" dt="2026-03-25T08:04:43.008" v="555" actId="14100"/>
          <ac:spMkLst>
            <pc:docMk/>
            <pc:sldMk cId="0" sldId="264"/>
            <ac:spMk id="3" creationId="{09940EC9-6AE0-52CF-8700-B20EF890AC4E}"/>
          </ac:spMkLst>
        </pc:spChg>
        <pc:spChg chg="add mod">
          <ac:chgData name="Diggory Fenteay" userId="0341865c17ff8ef3" providerId="LiveId" clId="{6D11981F-076D-4616-B6D4-061272232FC4}" dt="2026-03-25T08:04:35.417" v="554" actId="1076"/>
          <ac:spMkLst>
            <pc:docMk/>
            <pc:sldMk cId="0" sldId="264"/>
            <ac:spMk id="4" creationId="{34B23D73-CBAD-6C4F-210F-23424CA11E8C}"/>
          </ac:spMkLst>
        </pc:spChg>
        <pc:spChg chg="mod">
          <ac:chgData name="Diggory Fenteay" userId="0341865c17ff8ef3" providerId="LiveId" clId="{6D11981F-076D-4616-B6D4-061272232FC4}" dt="2026-03-25T08:19:58.176" v="556"/>
          <ac:spMkLst>
            <pc:docMk/>
            <pc:sldMk cId="0" sldId="264"/>
            <ac:spMk id="11" creationId="{DEDF6647-CEE3-2613-C02A-0EC3ED60F7F2}"/>
          </ac:spMkLst>
        </pc:spChg>
        <pc:spChg chg="mod">
          <ac:chgData name="Diggory Fenteay" userId="0341865c17ff8ef3" providerId="LiveId" clId="{6D11981F-076D-4616-B6D4-061272232FC4}" dt="2026-03-25T08:19:58.176" v="556"/>
          <ac:spMkLst>
            <pc:docMk/>
            <pc:sldMk cId="0" sldId="264"/>
            <ac:spMk id="25" creationId="{E2EA3675-70C1-1E01-FCFC-1BF4A8F9A2F5}"/>
          </ac:spMkLst>
        </pc:spChg>
        <pc:spChg chg="mod">
          <ac:chgData name="Diggory Fenteay" userId="0341865c17ff8ef3" providerId="LiveId" clId="{6D11981F-076D-4616-B6D4-061272232FC4}" dt="2026-03-25T08:19:58.176" v="556"/>
          <ac:spMkLst>
            <pc:docMk/>
            <pc:sldMk cId="0" sldId="264"/>
            <ac:spMk id="42" creationId="{4BCDD34E-0F5A-E0D4-258C-0C28A880F788}"/>
          </ac:spMkLst>
        </pc:spChg>
        <pc:spChg chg="mod">
          <ac:chgData name="Diggory Fenteay" userId="0341865c17ff8ef3" providerId="LiveId" clId="{6D11981F-076D-4616-B6D4-061272232FC4}" dt="2026-03-25T08:19:58.176" v="556"/>
          <ac:spMkLst>
            <pc:docMk/>
            <pc:sldMk cId="0" sldId="264"/>
            <ac:spMk id="55" creationId="{8267FEFA-BCFE-3B53-75AB-D121C80944E7}"/>
          </ac:spMkLst>
        </pc:spChg>
        <pc:spChg chg="mod">
          <ac:chgData name="Diggory Fenteay" userId="0341865c17ff8ef3" providerId="LiveId" clId="{6D11981F-076D-4616-B6D4-061272232FC4}" dt="2026-03-25T08:30:45.424" v="606" actId="20577"/>
          <ac:spMkLst>
            <pc:docMk/>
            <pc:sldMk cId="0" sldId="264"/>
            <ac:spMk id="2308" creationId="{00000000-0000-0000-0000-000000000000}"/>
          </ac:spMkLst>
        </pc:spChg>
        <pc:spChg chg="del">
          <ac:chgData name="Diggory Fenteay" userId="0341865c17ff8ef3" providerId="LiveId" clId="{6D11981F-076D-4616-B6D4-061272232FC4}" dt="2026-03-25T08:03:08.325" v="535" actId="478"/>
          <ac:spMkLst>
            <pc:docMk/>
            <pc:sldMk cId="0" sldId="264"/>
            <ac:spMk id="2310" creationId="{00000000-0000-0000-0000-000000000000}"/>
          </ac:spMkLst>
        </pc:spChg>
        <pc:spChg chg="del">
          <ac:chgData name="Diggory Fenteay" userId="0341865c17ff8ef3" providerId="LiveId" clId="{6D11981F-076D-4616-B6D4-061272232FC4}" dt="2026-03-25T08:03:08.325" v="535" actId="478"/>
          <ac:spMkLst>
            <pc:docMk/>
            <pc:sldMk cId="0" sldId="264"/>
            <ac:spMk id="2317" creationId="{00000000-0000-0000-0000-000000000000}"/>
          </ac:spMkLst>
        </pc:spChg>
        <pc:spChg chg="del">
          <ac:chgData name="Diggory Fenteay" userId="0341865c17ff8ef3" providerId="LiveId" clId="{6D11981F-076D-4616-B6D4-061272232FC4}" dt="2026-03-25T08:03:08.325" v="535" actId="478"/>
          <ac:spMkLst>
            <pc:docMk/>
            <pc:sldMk cId="0" sldId="264"/>
            <ac:spMk id="2318" creationId="{00000000-0000-0000-0000-000000000000}"/>
          </ac:spMkLst>
        </pc:spChg>
        <pc:spChg chg="del">
          <ac:chgData name="Diggory Fenteay" userId="0341865c17ff8ef3" providerId="LiveId" clId="{6D11981F-076D-4616-B6D4-061272232FC4}" dt="2026-03-25T08:03:08.325" v="535" actId="478"/>
          <ac:spMkLst>
            <pc:docMk/>
            <pc:sldMk cId="0" sldId="264"/>
            <ac:spMk id="2320" creationId="{00000000-0000-0000-0000-000000000000}"/>
          </ac:spMkLst>
        </pc:spChg>
        <pc:spChg chg="del">
          <ac:chgData name="Diggory Fenteay" userId="0341865c17ff8ef3" providerId="LiveId" clId="{6D11981F-076D-4616-B6D4-061272232FC4}" dt="2026-03-25T08:03:08.325" v="535" actId="478"/>
          <ac:spMkLst>
            <pc:docMk/>
            <pc:sldMk cId="0" sldId="264"/>
            <ac:spMk id="2321" creationId="{00000000-0000-0000-0000-000000000000}"/>
          </ac:spMkLst>
        </pc:spChg>
        <pc:spChg chg="mod">
          <ac:chgData name="Diggory Fenteay" userId="0341865c17ff8ef3" providerId="LiveId" clId="{6D11981F-076D-4616-B6D4-061272232FC4}" dt="2026-03-25T08:19:58.176" v="556"/>
          <ac:spMkLst>
            <pc:docMk/>
            <pc:sldMk cId="0" sldId="264"/>
            <ac:spMk id="2338" creationId="{E26C6083-BCD1-6D60-0334-DF11BBE2382E}"/>
          </ac:spMkLst>
        </pc:spChg>
        <pc:spChg chg="mod">
          <ac:chgData name="Diggory Fenteay" userId="0341865c17ff8ef3" providerId="LiveId" clId="{6D11981F-076D-4616-B6D4-061272232FC4}" dt="2026-03-25T08:19:58.176" v="556"/>
          <ac:spMkLst>
            <pc:docMk/>
            <pc:sldMk cId="0" sldId="264"/>
            <ac:spMk id="2344" creationId="{8FC88554-DBB1-6991-0A14-E5C50A3F0C71}"/>
          </ac:spMkLst>
        </pc:spChg>
        <pc:spChg chg="mod">
          <ac:chgData name="Diggory Fenteay" userId="0341865c17ff8ef3" providerId="LiveId" clId="{6D11981F-076D-4616-B6D4-061272232FC4}" dt="2026-03-25T08:19:58.176" v="556"/>
          <ac:spMkLst>
            <pc:docMk/>
            <pc:sldMk cId="0" sldId="264"/>
            <ac:spMk id="2387" creationId="{CB56FC51-F592-9D31-3E4C-6B5E952C8F6F}"/>
          </ac:spMkLst>
        </pc:spChg>
        <pc:spChg chg="mod">
          <ac:chgData name="Diggory Fenteay" userId="0341865c17ff8ef3" providerId="LiveId" clId="{6D11981F-076D-4616-B6D4-061272232FC4}" dt="2026-03-25T08:19:58.176" v="556"/>
          <ac:spMkLst>
            <pc:docMk/>
            <pc:sldMk cId="0" sldId="264"/>
            <ac:spMk id="2412" creationId="{E9E49C97-4E5A-FF57-C438-16EE853F8175}"/>
          </ac:spMkLst>
        </pc:spChg>
        <pc:spChg chg="mod">
          <ac:chgData name="Diggory Fenteay" userId="0341865c17ff8ef3" providerId="LiveId" clId="{6D11981F-076D-4616-B6D4-061272232FC4}" dt="2026-03-25T08:19:58.176" v="556"/>
          <ac:spMkLst>
            <pc:docMk/>
            <pc:sldMk cId="0" sldId="264"/>
            <ac:spMk id="2431" creationId="{5CEE58CB-8FE5-0825-F0C5-1151F00C2997}"/>
          </ac:spMkLst>
        </pc:spChg>
        <pc:spChg chg="mod">
          <ac:chgData name="Diggory Fenteay" userId="0341865c17ff8ef3" providerId="LiveId" clId="{6D11981F-076D-4616-B6D4-061272232FC4}" dt="2026-03-25T08:19:58.176" v="556"/>
          <ac:spMkLst>
            <pc:docMk/>
            <pc:sldMk cId="0" sldId="264"/>
            <ac:spMk id="2436" creationId="{B23FC876-60F1-93AA-D9F4-B7256F3B9703}"/>
          </ac:spMkLst>
        </pc:spChg>
        <pc:grpChg chg="mod">
          <ac:chgData name="Diggory Fenteay" userId="0341865c17ff8ef3" providerId="LiveId" clId="{6D11981F-076D-4616-B6D4-061272232FC4}" dt="2026-03-25T08:20:06.102" v="560" actId="1076"/>
          <ac:grpSpMkLst>
            <pc:docMk/>
            <pc:sldMk cId="0" sldId="264"/>
            <ac:grpSpMk id="5" creationId="{EC3C40DB-3B19-A335-8ECF-D385CB866D5B}"/>
          </ac:grpSpMkLst>
        </pc:grpChg>
        <pc:grpChg chg="del">
          <ac:chgData name="Diggory Fenteay" userId="0341865c17ff8ef3" providerId="LiveId" clId="{6D11981F-076D-4616-B6D4-061272232FC4}" dt="2026-03-25T08:03:08.325" v="535" actId="478"/>
          <ac:grpSpMkLst>
            <pc:docMk/>
            <pc:sldMk cId="0" sldId="264"/>
            <ac:grpSpMk id="2311" creationId="{00000000-0000-0000-0000-000000000000}"/>
          </ac:grpSpMkLst>
        </pc:grpChg>
        <pc:grpChg chg="del">
          <ac:chgData name="Diggory Fenteay" userId="0341865c17ff8ef3" providerId="LiveId" clId="{6D11981F-076D-4616-B6D4-061272232FC4}" dt="2026-03-25T08:03:10.155" v="536" actId="478"/>
          <ac:grpSpMkLst>
            <pc:docMk/>
            <pc:sldMk cId="0" sldId="264"/>
            <ac:grpSpMk id="2314" creationId="{00000000-0000-0000-0000-000000000000}"/>
          </ac:grpSpMkLst>
        </pc:grpChg>
        <pc:picChg chg="del">
          <ac:chgData name="Diggory Fenteay" userId="0341865c17ff8ef3" providerId="LiveId" clId="{6D11981F-076D-4616-B6D4-061272232FC4}" dt="2026-03-25T08:03:08.325" v="535" actId="478"/>
          <ac:picMkLst>
            <pc:docMk/>
            <pc:sldMk cId="0" sldId="264"/>
            <ac:picMk id="2307" creationId="{00000000-0000-0000-0000-000000000000}"/>
          </ac:picMkLst>
        </pc:picChg>
      </pc:sldChg>
      <pc:sldChg chg="addSp delSp modSp mod modTransition modNotes">
        <pc:chgData name="Diggory Fenteay" userId="0341865c17ff8ef3" providerId="LiveId" clId="{6D11981F-076D-4616-B6D4-061272232FC4}" dt="2026-03-25T08:30:21.737" v="601" actId="20577"/>
        <pc:sldMkLst>
          <pc:docMk/>
          <pc:sldMk cId="0" sldId="265"/>
        </pc:sldMkLst>
        <pc:spChg chg="add mod">
          <ac:chgData name="Diggory Fenteay" userId="0341865c17ff8ef3" providerId="LiveId" clId="{6D11981F-076D-4616-B6D4-061272232FC4}" dt="2026-03-25T08:30:21.737" v="601" actId="20577"/>
          <ac:spMkLst>
            <pc:docMk/>
            <pc:sldMk cId="0" sldId="265"/>
            <ac:spMk id="2" creationId="{FCA14B31-B682-BAE7-5BB7-579B3E460103}"/>
          </ac:spMkLst>
        </pc:spChg>
        <pc:spChg chg="add del mod">
          <ac:chgData name="Diggory Fenteay" userId="0341865c17ff8ef3" providerId="LiveId" clId="{6D11981F-076D-4616-B6D4-061272232FC4}" dt="2026-03-25T08:21:42.349" v="573" actId="478"/>
          <ac:spMkLst>
            <pc:docMk/>
            <pc:sldMk cId="0" sldId="265"/>
            <ac:spMk id="4" creationId="{ABC83310-2F8A-FE36-FDFE-22DE7E20B1D2}"/>
          </ac:spMkLst>
        </pc:spChg>
        <pc:spChg chg="add del mod">
          <ac:chgData name="Diggory Fenteay" userId="0341865c17ff8ef3" providerId="LiveId" clId="{6D11981F-076D-4616-B6D4-061272232FC4}" dt="2026-03-25T08:21:40.451" v="572" actId="478"/>
          <ac:spMkLst>
            <pc:docMk/>
            <pc:sldMk cId="0" sldId="265"/>
            <ac:spMk id="6" creationId="{1CDBB47F-99FC-E507-D0E0-5D7A7CBC9C9A}"/>
          </ac:spMkLst>
        </pc:spChg>
        <pc:spChg chg="del">
          <ac:chgData name="Diggory Fenteay" userId="0341865c17ff8ef3" providerId="LiveId" clId="{6D11981F-076D-4616-B6D4-061272232FC4}" dt="2026-03-25T08:21:31.736" v="571" actId="478"/>
          <ac:spMkLst>
            <pc:docMk/>
            <pc:sldMk cId="0" sldId="265"/>
            <ac:spMk id="2329" creationId="{00000000-0000-0000-0000-000000000000}"/>
          </ac:spMkLst>
        </pc:spChg>
        <pc:spChg chg="del mod">
          <ac:chgData name="Diggory Fenteay" userId="0341865c17ff8ef3" providerId="LiveId" clId="{6D11981F-076D-4616-B6D4-061272232FC4}" dt="2026-03-25T08:21:31.736" v="571" actId="478"/>
          <ac:spMkLst>
            <pc:docMk/>
            <pc:sldMk cId="0" sldId="265"/>
            <ac:spMk id="2330" creationId="{00000000-0000-0000-0000-000000000000}"/>
          </ac:spMkLst>
        </pc:spChg>
        <pc:grpChg chg="del">
          <ac:chgData name="Diggory Fenteay" userId="0341865c17ff8ef3" providerId="LiveId" clId="{6D11981F-076D-4616-B6D4-061272232FC4}" dt="2026-03-25T08:21:45.407" v="574" actId="478"/>
          <ac:grpSpMkLst>
            <pc:docMk/>
            <pc:sldMk cId="0" sldId="265"/>
            <ac:grpSpMk id="2326" creationId="{00000000-0000-0000-0000-000000000000}"/>
          </ac:grpSpMkLst>
        </pc:grpChg>
        <pc:picChg chg="add mod">
          <ac:chgData name="Diggory Fenteay" userId="0341865c17ff8ef3" providerId="LiveId" clId="{6D11981F-076D-4616-B6D4-061272232FC4}" dt="2026-03-25T08:22:41.243" v="587" actId="1076"/>
          <ac:picMkLst>
            <pc:docMk/>
            <pc:sldMk cId="0" sldId="265"/>
            <ac:picMk id="8" creationId="{CAE50A1A-8898-A163-B450-863FC8031B96}"/>
          </ac:picMkLst>
        </pc:picChg>
        <pc:picChg chg="del">
          <ac:chgData name="Diggory Fenteay" userId="0341865c17ff8ef3" providerId="LiveId" clId="{6D11981F-076D-4616-B6D4-061272232FC4}" dt="2026-03-25T08:21:45.951" v="575" actId="478"/>
          <ac:picMkLst>
            <pc:docMk/>
            <pc:sldMk cId="0" sldId="265"/>
            <ac:picMk id="2331" creationId="{00000000-0000-0000-0000-000000000000}"/>
          </ac:picMkLst>
        </pc:picChg>
      </pc:sldChg>
      <pc:sldChg chg="modSp mod modTransition modNotes">
        <pc:chgData name="Diggory Fenteay" userId="0341865c17ff8ef3" providerId="LiveId" clId="{6D11981F-076D-4616-B6D4-061272232FC4}" dt="2026-03-25T09:44:35.138" v="728" actId="20577"/>
        <pc:sldMkLst>
          <pc:docMk/>
          <pc:sldMk cId="0" sldId="266"/>
        </pc:sldMkLst>
        <pc:spChg chg="mod">
          <ac:chgData name="Diggory Fenteay" userId="0341865c17ff8ef3" providerId="LiveId" clId="{6D11981F-076D-4616-B6D4-061272232FC4}" dt="2026-03-25T09:44:35.138" v="728" actId="20577"/>
          <ac:spMkLst>
            <pc:docMk/>
            <pc:sldMk cId="0" sldId="266"/>
            <ac:spMk id="2336" creationId="{00000000-0000-0000-0000-000000000000}"/>
          </ac:spMkLst>
        </pc:spChg>
      </pc:sldChg>
      <pc:sldChg chg="del modTransition modNotes">
        <pc:chgData name="Diggory Fenteay" userId="0341865c17ff8ef3" providerId="LiveId" clId="{6D11981F-076D-4616-B6D4-061272232FC4}" dt="2026-03-25T09:45:10.598" v="729" actId="47"/>
        <pc:sldMkLst>
          <pc:docMk/>
          <pc:sldMk cId="0" sldId="267"/>
        </pc:sldMkLst>
      </pc:sldChg>
      <pc:sldChg chg="del modTransition modNotes">
        <pc:chgData name="Diggory Fenteay" userId="0341865c17ff8ef3" providerId="LiveId" clId="{6D11981F-076D-4616-B6D4-061272232FC4}" dt="2026-03-25T09:45:10.598" v="729" actId="47"/>
        <pc:sldMkLst>
          <pc:docMk/>
          <pc:sldMk cId="0" sldId="268"/>
        </pc:sldMkLst>
      </pc:sldChg>
      <pc:sldChg chg="del modTransition modNotes">
        <pc:chgData name="Diggory Fenteay" userId="0341865c17ff8ef3" providerId="LiveId" clId="{6D11981F-076D-4616-B6D4-061272232FC4}" dt="2026-03-25T09:45:10.598" v="729" actId="47"/>
        <pc:sldMkLst>
          <pc:docMk/>
          <pc:sldMk cId="0" sldId="269"/>
        </pc:sldMkLst>
      </pc:sldChg>
      <pc:sldChg chg="del modTransition modNotes">
        <pc:chgData name="Diggory Fenteay" userId="0341865c17ff8ef3" providerId="LiveId" clId="{6D11981F-076D-4616-B6D4-061272232FC4}" dt="2026-03-25T09:45:10.598" v="729" actId="47"/>
        <pc:sldMkLst>
          <pc:docMk/>
          <pc:sldMk cId="0" sldId="270"/>
        </pc:sldMkLst>
      </pc:sldChg>
      <pc:sldChg chg="del modTransition modNotes">
        <pc:chgData name="Diggory Fenteay" userId="0341865c17ff8ef3" providerId="LiveId" clId="{6D11981F-076D-4616-B6D4-061272232FC4}" dt="2026-03-25T09:45:10.598" v="729" actId="47"/>
        <pc:sldMkLst>
          <pc:docMk/>
          <pc:sldMk cId="0" sldId="271"/>
        </pc:sldMkLst>
      </pc:sldChg>
      <pc:sldChg chg="del modTransition modNotes">
        <pc:chgData name="Diggory Fenteay" userId="0341865c17ff8ef3" providerId="LiveId" clId="{6D11981F-076D-4616-B6D4-061272232FC4}" dt="2026-03-25T09:45:10.598" v="729" actId="47"/>
        <pc:sldMkLst>
          <pc:docMk/>
          <pc:sldMk cId="0" sldId="272"/>
        </pc:sldMkLst>
      </pc:sldChg>
      <pc:sldChg chg="del modTransition modNotes">
        <pc:chgData name="Diggory Fenteay" userId="0341865c17ff8ef3" providerId="LiveId" clId="{6D11981F-076D-4616-B6D4-061272232FC4}" dt="2026-03-25T09:45:10.598" v="729" actId="47"/>
        <pc:sldMkLst>
          <pc:docMk/>
          <pc:sldMk cId="0" sldId="273"/>
        </pc:sldMkLst>
      </pc:sldChg>
      <pc:sldChg chg="del modTransition modNotes">
        <pc:chgData name="Diggory Fenteay" userId="0341865c17ff8ef3" providerId="LiveId" clId="{6D11981F-076D-4616-B6D4-061272232FC4}" dt="2026-03-25T09:45:10.598" v="729" actId="47"/>
        <pc:sldMkLst>
          <pc:docMk/>
          <pc:sldMk cId="0" sldId="274"/>
        </pc:sldMkLst>
      </pc:sldChg>
      <pc:sldChg chg="del modTransition modNotes">
        <pc:chgData name="Diggory Fenteay" userId="0341865c17ff8ef3" providerId="LiveId" clId="{6D11981F-076D-4616-B6D4-061272232FC4}" dt="2026-03-25T09:45:10.598" v="729" actId="47"/>
        <pc:sldMkLst>
          <pc:docMk/>
          <pc:sldMk cId="0" sldId="275"/>
        </pc:sldMkLst>
      </pc:sldChg>
      <pc:sldChg chg="del modTransition modNotes">
        <pc:chgData name="Diggory Fenteay" userId="0341865c17ff8ef3" providerId="LiveId" clId="{6D11981F-076D-4616-B6D4-061272232FC4}" dt="2026-03-25T09:45:10.598" v="729" actId="47"/>
        <pc:sldMkLst>
          <pc:docMk/>
          <pc:sldMk cId="0" sldId="276"/>
        </pc:sldMkLst>
      </pc:sldChg>
      <pc:sldChg chg="del modTransition modNotes">
        <pc:chgData name="Diggory Fenteay" userId="0341865c17ff8ef3" providerId="LiveId" clId="{6D11981F-076D-4616-B6D4-061272232FC4}" dt="2026-03-25T09:45:10.598" v="729" actId="47"/>
        <pc:sldMkLst>
          <pc:docMk/>
          <pc:sldMk cId="0" sldId="277"/>
        </pc:sldMkLst>
      </pc:sldChg>
      <pc:sldChg chg="del modTransition modNotes">
        <pc:chgData name="Diggory Fenteay" userId="0341865c17ff8ef3" providerId="LiveId" clId="{6D11981F-076D-4616-B6D4-061272232FC4}" dt="2026-03-25T09:45:10.598" v="729" actId="47"/>
        <pc:sldMkLst>
          <pc:docMk/>
          <pc:sldMk cId="0" sldId="278"/>
        </pc:sldMkLst>
      </pc:sldChg>
      <pc:sldChg chg="del modTransition modNotes">
        <pc:chgData name="Diggory Fenteay" userId="0341865c17ff8ef3" providerId="LiveId" clId="{6D11981F-076D-4616-B6D4-061272232FC4}" dt="2026-03-25T09:45:10.598" v="729" actId="47"/>
        <pc:sldMkLst>
          <pc:docMk/>
          <pc:sldMk cId="0" sldId="279"/>
        </pc:sldMkLst>
      </pc:sldChg>
      <pc:sldChg chg="del modTransition modNotes">
        <pc:chgData name="Diggory Fenteay" userId="0341865c17ff8ef3" providerId="LiveId" clId="{6D11981F-076D-4616-B6D4-061272232FC4}" dt="2026-03-25T09:45:10.598" v="729" actId="47"/>
        <pc:sldMkLst>
          <pc:docMk/>
          <pc:sldMk cId="0" sldId="280"/>
        </pc:sldMkLst>
      </pc:sldChg>
      <pc:sldChg chg="del modTransition modNotes">
        <pc:chgData name="Diggory Fenteay" userId="0341865c17ff8ef3" providerId="LiveId" clId="{6D11981F-076D-4616-B6D4-061272232FC4}" dt="2026-03-25T09:45:10.598" v="729" actId="47"/>
        <pc:sldMkLst>
          <pc:docMk/>
          <pc:sldMk cId="0" sldId="281"/>
        </pc:sldMkLst>
      </pc:sldChg>
      <pc:sldChg chg="del modTransition modNotes">
        <pc:chgData name="Diggory Fenteay" userId="0341865c17ff8ef3" providerId="LiveId" clId="{6D11981F-076D-4616-B6D4-061272232FC4}" dt="2026-03-25T09:45:10.598" v="729" actId="47"/>
        <pc:sldMkLst>
          <pc:docMk/>
          <pc:sldMk cId="0" sldId="282"/>
        </pc:sldMkLst>
      </pc:sldChg>
      <pc:sldChg chg="del modTransition modNotes">
        <pc:chgData name="Diggory Fenteay" userId="0341865c17ff8ef3" providerId="LiveId" clId="{6D11981F-076D-4616-B6D4-061272232FC4}" dt="2026-03-25T09:45:10.598" v="729" actId="47"/>
        <pc:sldMkLst>
          <pc:docMk/>
          <pc:sldMk cId="0" sldId="283"/>
        </pc:sldMkLst>
      </pc:sldChg>
      <pc:sldChg chg="del modTransition modNotes">
        <pc:chgData name="Diggory Fenteay" userId="0341865c17ff8ef3" providerId="LiveId" clId="{6D11981F-076D-4616-B6D4-061272232FC4}" dt="2026-03-25T09:45:10.598" v="729" actId="47"/>
        <pc:sldMkLst>
          <pc:docMk/>
          <pc:sldMk cId="0" sldId="284"/>
        </pc:sldMkLst>
      </pc:sldChg>
      <pc:sldChg chg="del modTransition modNotes">
        <pc:chgData name="Diggory Fenteay" userId="0341865c17ff8ef3" providerId="LiveId" clId="{6D11981F-076D-4616-B6D4-061272232FC4}" dt="2026-03-25T09:45:10.598" v="729" actId="47"/>
        <pc:sldMkLst>
          <pc:docMk/>
          <pc:sldMk cId="0" sldId="285"/>
        </pc:sldMkLst>
      </pc:sldChg>
      <pc:sldChg chg="del modTransition modNotes">
        <pc:chgData name="Diggory Fenteay" userId="0341865c17ff8ef3" providerId="LiveId" clId="{6D11981F-076D-4616-B6D4-061272232FC4}" dt="2026-03-25T09:45:10.598" v="729" actId="47"/>
        <pc:sldMkLst>
          <pc:docMk/>
          <pc:sldMk cId="0" sldId="286"/>
        </pc:sldMkLst>
      </pc:sldChg>
      <pc:sldChg chg="del modTransition">
        <pc:chgData name="Diggory Fenteay" userId="0341865c17ff8ef3" providerId="LiveId" clId="{6D11981F-076D-4616-B6D4-061272232FC4}" dt="2026-03-25T09:45:10.598" v="729" actId="47"/>
        <pc:sldMkLst>
          <pc:docMk/>
          <pc:sldMk cId="0" sldId="287"/>
        </pc:sldMkLst>
      </pc:sldChg>
      <pc:sldChg chg="del modTransition">
        <pc:chgData name="Diggory Fenteay" userId="0341865c17ff8ef3" providerId="LiveId" clId="{6D11981F-076D-4616-B6D4-061272232FC4}" dt="2026-03-25T09:45:10.598" v="729" actId="47"/>
        <pc:sldMkLst>
          <pc:docMk/>
          <pc:sldMk cId="0" sldId="288"/>
        </pc:sldMkLst>
      </pc:sldChg>
      <pc:sldChg chg="del modTransition">
        <pc:chgData name="Diggory Fenteay" userId="0341865c17ff8ef3" providerId="LiveId" clId="{6D11981F-076D-4616-B6D4-061272232FC4}" dt="2026-03-25T09:45:10.598" v="729" actId="47"/>
        <pc:sldMkLst>
          <pc:docMk/>
          <pc:sldMk cId="0" sldId="289"/>
        </pc:sldMkLst>
      </pc:sldChg>
      <pc:sldChg chg="del modTransition">
        <pc:chgData name="Diggory Fenteay" userId="0341865c17ff8ef3" providerId="LiveId" clId="{6D11981F-076D-4616-B6D4-061272232FC4}" dt="2026-03-25T09:45:10.598" v="729" actId="47"/>
        <pc:sldMkLst>
          <pc:docMk/>
          <pc:sldMk cId="0" sldId="290"/>
        </pc:sldMkLst>
      </pc:sldChg>
      <pc:sldChg chg="del modTransition">
        <pc:chgData name="Diggory Fenteay" userId="0341865c17ff8ef3" providerId="LiveId" clId="{6D11981F-076D-4616-B6D4-061272232FC4}" dt="2026-03-25T09:45:10.598" v="729" actId="47"/>
        <pc:sldMkLst>
          <pc:docMk/>
          <pc:sldMk cId="0" sldId="291"/>
        </pc:sldMkLst>
      </pc:sldChg>
      <pc:sldChg chg="del modTransition">
        <pc:chgData name="Diggory Fenteay" userId="0341865c17ff8ef3" providerId="LiveId" clId="{6D11981F-076D-4616-B6D4-061272232FC4}" dt="2026-03-25T09:45:10.598" v="729" actId="47"/>
        <pc:sldMkLst>
          <pc:docMk/>
          <pc:sldMk cId="0" sldId="292"/>
        </pc:sldMkLst>
      </pc:sldChg>
      <pc:sldChg chg="del modTransition">
        <pc:chgData name="Diggory Fenteay" userId="0341865c17ff8ef3" providerId="LiveId" clId="{6D11981F-076D-4616-B6D4-061272232FC4}" dt="2026-03-25T09:45:10.598" v="729" actId="47"/>
        <pc:sldMkLst>
          <pc:docMk/>
          <pc:sldMk cId="0" sldId="293"/>
        </pc:sldMkLst>
      </pc:sldChg>
      <pc:sldChg chg="del modTransition">
        <pc:chgData name="Diggory Fenteay" userId="0341865c17ff8ef3" providerId="LiveId" clId="{6D11981F-076D-4616-B6D4-061272232FC4}" dt="2026-03-25T09:45:10.598" v="729" actId="47"/>
        <pc:sldMkLst>
          <pc:docMk/>
          <pc:sldMk cId="0" sldId="294"/>
        </pc:sldMkLst>
      </pc:sldChg>
      <pc:sldChg chg="del modTransition">
        <pc:chgData name="Diggory Fenteay" userId="0341865c17ff8ef3" providerId="LiveId" clId="{6D11981F-076D-4616-B6D4-061272232FC4}" dt="2026-03-25T09:45:10.598" v="729" actId="47"/>
        <pc:sldMkLst>
          <pc:docMk/>
          <pc:sldMk cId="0" sldId="295"/>
        </pc:sldMkLst>
      </pc:sldChg>
      <pc:sldChg chg="del modTransition">
        <pc:chgData name="Diggory Fenteay" userId="0341865c17ff8ef3" providerId="LiveId" clId="{6D11981F-076D-4616-B6D4-061272232FC4}" dt="2026-03-25T09:45:10.598" v="729" actId="47"/>
        <pc:sldMkLst>
          <pc:docMk/>
          <pc:sldMk cId="0" sldId="296"/>
        </pc:sldMkLst>
      </pc:sldChg>
      <pc:sldChg chg="del modTransition">
        <pc:chgData name="Diggory Fenteay" userId="0341865c17ff8ef3" providerId="LiveId" clId="{6D11981F-076D-4616-B6D4-061272232FC4}" dt="2026-03-25T09:45:10.598" v="729" actId="47"/>
        <pc:sldMkLst>
          <pc:docMk/>
          <pc:sldMk cId="0" sldId="297"/>
        </pc:sldMkLst>
      </pc:sldChg>
      <pc:sldChg chg="del modTransition">
        <pc:chgData name="Diggory Fenteay" userId="0341865c17ff8ef3" providerId="LiveId" clId="{6D11981F-076D-4616-B6D4-061272232FC4}" dt="2026-03-25T09:45:10.598" v="729" actId="47"/>
        <pc:sldMkLst>
          <pc:docMk/>
          <pc:sldMk cId="0" sldId="298"/>
        </pc:sldMkLst>
      </pc:sldChg>
      <pc:sldChg chg="del modTransition">
        <pc:chgData name="Diggory Fenteay" userId="0341865c17ff8ef3" providerId="LiveId" clId="{6D11981F-076D-4616-B6D4-061272232FC4}" dt="2026-03-25T09:45:10.598" v="729" actId="47"/>
        <pc:sldMkLst>
          <pc:docMk/>
          <pc:sldMk cId="0" sldId="299"/>
        </pc:sldMkLst>
      </pc:sldChg>
      <pc:sldChg chg="del modTransition">
        <pc:chgData name="Diggory Fenteay" userId="0341865c17ff8ef3" providerId="LiveId" clId="{6D11981F-076D-4616-B6D4-061272232FC4}" dt="2026-03-25T09:45:10.598" v="729" actId="47"/>
        <pc:sldMkLst>
          <pc:docMk/>
          <pc:sldMk cId="0" sldId="300"/>
        </pc:sldMkLst>
      </pc:sldChg>
      <pc:sldChg chg="del modTransition">
        <pc:chgData name="Diggory Fenteay" userId="0341865c17ff8ef3" providerId="LiveId" clId="{6D11981F-076D-4616-B6D4-061272232FC4}" dt="2026-03-25T09:45:10.598" v="729" actId="47"/>
        <pc:sldMkLst>
          <pc:docMk/>
          <pc:sldMk cId="0" sldId="301"/>
        </pc:sldMkLst>
      </pc:sldChg>
      <pc:sldChg chg="del modTransition">
        <pc:chgData name="Diggory Fenteay" userId="0341865c17ff8ef3" providerId="LiveId" clId="{6D11981F-076D-4616-B6D4-061272232FC4}" dt="2026-03-25T09:45:10.598" v="729" actId="47"/>
        <pc:sldMkLst>
          <pc:docMk/>
          <pc:sldMk cId="0" sldId="302"/>
        </pc:sldMkLst>
      </pc:sldChg>
      <pc:sldChg chg="del modTransition">
        <pc:chgData name="Diggory Fenteay" userId="0341865c17ff8ef3" providerId="LiveId" clId="{6D11981F-076D-4616-B6D4-061272232FC4}" dt="2026-03-25T09:45:10.598" v="729" actId="47"/>
        <pc:sldMkLst>
          <pc:docMk/>
          <pc:sldMk cId="0" sldId="303"/>
        </pc:sldMkLst>
      </pc:sldChg>
      <pc:sldChg chg="addSp delSp modSp add mod">
        <pc:chgData name="Diggory Fenteay" userId="0341865c17ff8ef3" providerId="LiveId" clId="{6D11981F-076D-4616-B6D4-061272232FC4}" dt="2026-03-25T09:43:30.043" v="699" actId="1076"/>
        <pc:sldMkLst>
          <pc:docMk/>
          <pc:sldMk cId="728730493" sldId="304"/>
        </pc:sldMkLst>
        <pc:spChg chg="add del mod">
          <ac:chgData name="Diggory Fenteay" userId="0341865c17ff8ef3" providerId="LiveId" clId="{6D11981F-076D-4616-B6D4-061272232FC4}" dt="2026-03-25T09:43:23.625" v="698" actId="1076"/>
          <ac:spMkLst>
            <pc:docMk/>
            <pc:sldMk cId="728730493" sldId="304"/>
            <ac:spMk id="3" creationId="{3D9101E4-81CE-C194-2A0D-479DEF180C9B}"/>
          </ac:spMkLst>
        </pc:spChg>
        <pc:spChg chg="add del">
          <ac:chgData name="Diggory Fenteay" userId="0341865c17ff8ef3" providerId="LiveId" clId="{6D11981F-076D-4616-B6D4-061272232FC4}" dt="2026-03-25T09:42:17.871" v="678" actId="478"/>
          <ac:spMkLst>
            <pc:docMk/>
            <pc:sldMk cId="728730493" sldId="304"/>
            <ac:spMk id="4" creationId="{01DD7178-140A-A2B3-1FEC-2F221BF38BBD}"/>
          </ac:spMkLst>
        </pc:spChg>
        <pc:spChg chg="mod">
          <ac:chgData name="Diggory Fenteay" userId="0341865c17ff8ef3" providerId="LiveId" clId="{6D11981F-076D-4616-B6D4-061272232FC4}" dt="2026-03-25T08:30:51.548" v="609" actId="20577"/>
          <ac:spMkLst>
            <pc:docMk/>
            <pc:sldMk cId="728730493" sldId="304"/>
            <ac:spMk id="2308" creationId="{7D69FCB5-41EB-CA41-B88E-315239F199BD}"/>
          </ac:spMkLst>
        </pc:spChg>
        <pc:spChg chg="del">
          <ac:chgData name="Diggory Fenteay" userId="0341865c17ff8ef3" providerId="LiveId" clId="{6D11981F-076D-4616-B6D4-061272232FC4}" dt="2026-03-25T09:42:59.110" v="692" actId="478"/>
          <ac:spMkLst>
            <pc:docMk/>
            <pc:sldMk cId="728730493" sldId="304"/>
            <ac:spMk id="2319" creationId="{7A43EB57-F790-0604-2C1F-4AADEE4A2FAD}"/>
          </ac:spMkLst>
        </pc:spChg>
        <pc:spChg chg="mod">
          <ac:chgData name="Diggory Fenteay" userId="0341865c17ff8ef3" providerId="LiveId" clId="{6D11981F-076D-4616-B6D4-061272232FC4}" dt="2026-03-25T08:29:42.837" v="591"/>
          <ac:spMkLst>
            <pc:docMk/>
            <pc:sldMk cId="728730493" sldId="304"/>
            <ac:spMk id="2468" creationId="{D5E077A5-92B9-D9AB-0FAF-EE2BED5D9724}"/>
          </ac:spMkLst>
        </pc:spChg>
        <pc:spChg chg="mod">
          <ac:chgData name="Diggory Fenteay" userId="0341865c17ff8ef3" providerId="LiveId" clId="{6D11981F-076D-4616-B6D4-061272232FC4}" dt="2026-03-25T08:29:42.837" v="591"/>
          <ac:spMkLst>
            <pc:docMk/>
            <pc:sldMk cId="728730493" sldId="304"/>
            <ac:spMk id="2470" creationId="{1716E762-FDF4-5127-0AEF-4907DACCDC94}"/>
          </ac:spMkLst>
        </pc:spChg>
        <pc:spChg chg="mod">
          <ac:chgData name="Diggory Fenteay" userId="0341865c17ff8ef3" providerId="LiveId" clId="{6D11981F-076D-4616-B6D4-061272232FC4}" dt="2026-03-25T08:29:42.837" v="591"/>
          <ac:spMkLst>
            <pc:docMk/>
            <pc:sldMk cId="728730493" sldId="304"/>
            <ac:spMk id="2480" creationId="{79FF6D58-3FF9-8E7B-B72A-8CB8591AA445}"/>
          </ac:spMkLst>
        </pc:spChg>
        <pc:spChg chg="mod">
          <ac:chgData name="Diggory Fenteay" userId="0341865c17ff8ef3" providerId="LiveId" clId="{6D11981F-076D-4616-B6D4-061272232FC4}" dt="2026-03-25T08:29:42.837" v="591"/>
          <ac:spMkLst>
            <pc:docMk/>
            <pc:sldMk cId="728730493" sldId="304"/>
            <ac:spMk id="2487" creationId="{A58319F9-1AA6-83B1-3B3E-DA057A6515EB}"/>
          </ac:spMkLst>
        </pc:spChg>
        <pc:spChg chg="mod">
          <ac:chgData name="Diggory Fenteay" userId="0341865c17ff8ef3" providerId="LiveId" clId="{6D11981F-076D-4616-B6D4-061272232FC4}" dt="2026-03-25T08:29:42.837" v="591"/>
          <ac:spMkLst>
            <pc:docMk/>
            <pc:sldMk cId="728730493" sldId="304"/>
            <ac:spMk id="2509" creationId="{4417CBE6-FE64-3FBE-FD78-62E44169638B}"/>
          </ac:spMkLst>
        </pc:spChg>
        <pc:spChg chg="mod">
          <ac:chgData name="Diggory Fenteay" userId="0341865c17ff8ef3" providerId="LiveId" clId="{6D11981F-076D-4616-B6D4-061272232FC4}" dt="2026-03-25T08:29:42.837" v="591"/>
          <ac:spMkLst>
            <pc:docMk/>
            <pc:sldMk cId="728730493" sldId="304"/>
            <ac:spMk id="2518" creationId="{08BD9E34-8505-783A-3AAC-E2C4F992273C}"/>
          </ac:spMkLst>
        </pc:spChg>
        <pc:spChg chg="mod">
          <ac:chgData name="Diggory Fenteay" userId="0341865c17ff8ef3" providerId="LiveId" clId="{6D11981F-076D-4616-B6D4-061272232FC4}" dt="2026-03-25T08:29:42.837" v="591"/>
          <ac:spMkLst>
            <pc:docMk/>
            <pc:sldMk cId="728730493" sldId="304"/>
            <ac:spMk id="2558" creationId="{4078F1C0-BA63-581C-5297-74D24FD03287}"/>
          </ac:spMkLst>
        </pc:spChg>
        <pc:spChg chg="mod">
          <ac:chgData name="Diggory Fenteay" userId="0341865c17ff8ef3" providerId="LiveId" clId="{6D11981F-076D-4616-B6D4-061272232FC4}" dt="2026-03-25T08:29:42.837" v="591"/>
          <ac:spMkLst>
            <pc:docMk/>
            <pc:sldMk cId="728730493" sldId="304"/>
            <ac:spMk id="2565" creationId="{7BD15A3F-0091-6C8A-6D47-8D0E9670AF0A}"/>
          </ac:spMkLst>
        </pc:spChg>
        <pc:spChg chg="mod">
          <ac:chgData name="Diggory Fenteay" userId="0341865c17ff8ef3" providerId="LiveId" clId="{6D11981F-076D-4616-B6D4-061272232FC4}" dt="2026-03-25T08:29:42.837" v="591"/>
          <ac:spMkLst>
            <pc:docMk/>
            <pc:sldMk cId="728730493" sldId="304"/>
            <ac:spMk id="2582" creationId="{AA99B3E3-C4B3-CD6A-7178-E4485FAB4871}"/>
          </ac:spMkLst>
        </pc:spChg>
        <pc:spChg chg="mod">
          <ac:chgData name="Diggory Fenteay" userId="0341865c17ff8ef3" providerId="LiveId" clId="{6D11981F-076D-4616-B6D4-061272232FC4}" dt="2026-03-25T08:29:42.837" v="591"/>
          <ac:spMkLst>
            <pc:docMk/>
            <pc:sldMk cId="728730493" sldId="304"/>
            <ac:spMk id="2621" creationId="{95843A75-68C9-9487-814E-5FF68C2887D8}"/>
          </ac:spMkLst>
        </pc:spChg>
        <pc:spChg chg="add">
          <ac:chgData name="Diggory Fenteay" userId="0341865c17ff8ef3" providerId="LiveId" clId="{6D11981F-076D-4616-B6D4-061272232FC4}" dt="2026-03-25T09:41:52.889" v="673"/>
          <ac:spMkLst>
            <pc:docMk/>
            <pc:sldMk cId="728730493" sldId="304"/>
            <ac:spMk id="2658" creationId="{3C0392CF-5902-3C3A-C2E1-961F70FCB247}"/>
          </ac:spMkLst>
        </pc:spChg>
        <pc:spChg chg="add">
          <ac:chgData name="Diggory Fenteay" userId="0341865c17ff8ef3" providerId="LiveId" clId="{6D11981F-076D-4616-B6D4-061272232FC4}" dt="2026-03-25T09:41:58.073" v="676"/>
          <ac:spMkLst>
            <pc:docMk/>
            <pc:sldMk cId="728730493" sldId="304"/>
            <ac:spMk id="2659" creationId="{2CDCF8C8-52C2-678D-64FB-9B5F82078D5E}"/>
          </ac:spMkLst>
        </pc:spChg>
        <pc:spChg chg="add mod">
          <ac:chgData name="Diggory Fenteay" userId="0341865c17ff8ef3" providerId="LiveId" clId="{6D11981F-076D-4616-B6D4-061272232FC4}" dt="2026-03-25T09:43:30.043" v="699" actId="1076"/>
          <ac:spMkLst>
            <pc:docMk/>
            <pc:sldMk cId="728730493" sldId="304"/>
            <ac:spMk id="2661" creationId="{22B4D6BF-465F-60EE-F90C-0CC5D5C70C10}"/>
          </ac:spMkLst>
        </pc:spChg>
        <pc:spChg chg="add mod">
          <ac:chgData name="Diggory Fenteay" userId="0341865c17ff8ef3" providerId="LiveId" clId="{6D11981F-076D-4616-B6D4-061272232FC4}" dt="2026-03-25T09:43:18.118" v="697" actId="1076"/>
          <ac:spMkLst>
            <pc:docMk/>
            <pc:sldMk cId="728730493" sldId="304"/>
            <ac:spMk id="2662" creationId="{7775544D-6DB1-FD92-83A2-1D0D4EFA2855}"/>
          </ac:spMkLst>
        </pc:spChg>
        <pc:grpChg chg="mod">
          <ac:chgData name="Diggory Fenteay" userId="0341865c17ff8ef3" providerId="LiveId" clId="{6D11981F-076D-4616-B6D4-061272232FC4}" dt="2026-03-25T08:29:45.619" v="592" actId="1076"/>
          <ac:grpSpMkLst>
            <pc:docMk/>
            <pc:sldMk cId="728730493" sldId="304"/>
            <ac:grpSpMk id="2" creationId="{ECF2F6A1-7063-B1C6-1419-5C98D91B3EE4}"/>
          </ac:grpSpMkLst>
        </pc:grpChg>
        <pc:grpChg chg="del">
          <ac:chgData name="Diggory Fenteay" userId="0341865c17ff8ef3" providerId="LiveId" clId="{6D11981F-076D-4616-B6D4-061272232FC4}" dt="2026-03-25T08:29:42.312" v="590" actId="478"/>
          <ac:grpSpMkLst>
            <pc:docMk/>
            <pc:sldMk cId="728730493" sldId="304"/>
            <ac:grpSpMk id="5" creationId="{EC534681-98A1-C68F-5F32-D3C365BAC9FB}"/>
          </ac:grpSpMkLst>
        </pc:grpChg>
      </pc:sldChg>
      <pc:sldChg chg="add ord">
        <pc:chgData name="Diggory Fenteay" userId="0341865c17ff8ef3" providerId="LiveId" clId="{6D11981F-076D-4616-B6D4-061272232FC4}" dt="2026-03-25T08:33:24.191" v="612"/>
        <pc:sldMkLst>
          <pc:docMk/>
          <pc:sldMk cId="3620442770" sldId="305"/>
        </pc:sldMkLst>
      </pc:sldChg>
      <pc:sldMasterChg chg="delSldLayout">
        <pc:chgData name="Diggory Fenteay" userId="0341865c17ff8ef3" providerId="LiveId" clId="{6D11981F-076D-4616-B6D4-061272232FC4}" dt="2026-03-25T09:45:10.598" v="729" actId="47"/>
        <pc:sldMasterMkLst>
          <pc:docMk/>
          <pc:sldMasterMk cId="0" sldId="2147483680"/>
        </pc:sldMasterMkLst>
        <pc:sldLayoutChg chg="del">
          <pc:chgData name="Diggory Fenteay" userId="0341865c17ff8ef3" providerId="LiveId" clId="{6D11981F-076D-4616-B6D4-061272232FC4}" dt="2026-03-25T09:39:44.341" v="664" actId="2696"/>
          <pc:sldLayoutMkLst>
            <pc:docMk/>
            <pc:sldMasterMk cId="0" sldId="2147483680"/>
            <pc:sldLayoutMk cId="0" sldId="2147483649"/>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51"/>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56"/>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57"/>
          </pc:sldLayoutMkLst>
        </pc:sldLayoutChg>
        <pc:sldLayoutChg chg="del">
          <pc:chgData name="Diggory Fenteay" userId="0341865c17ff8ef3" providerId="LiveId" clId="{6D11981F-076D-4616-B6D4-061272232FC4}" dt="2026-03-24T06:46:29.469" v="420" actId="2696"/>
          <pc:sldLayoutMkLst>
            <pc:docMk/>
            <pc:sldMasterMk cId="0" sldId="2147483680"/>
            <pc:sldLayoutMk cId="0" sldId="2147483661"/>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62"/>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63"/>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64"/>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65"/>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66"/>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67"/>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68"/>
          </pc:sldLayoutMkLst>
        </pc:sldLayoutChg>
        <pc:sldLayoutChg chg="del">
          <pc:chgData name="Diggory Fenteay" userId="0341865c17ff8ef3" providerId="LiveId" clId="{6D11981F-076D-4616-B6D4-061272232FC4}" dt="2026-03-23T08:50:57.921" v="82" actId="2696"/>
          <pc:sldLayoutMkLst>
            <pc:docMk/>
            <pc:sldMasterMk cId="0" sldId="2147483680"/>
            <pc:sldLayoutMk cId="0" sldId="2147483669"/>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70"/>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71"/>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72"/>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77"/>
          </pc:sldLayoutMkLst>
        </pc:sldLayoutChg>
        <pc:sldLayoutChg chg="del">
          <pc:chgData name="Diggory Fenteay" userId="0341865c17ff8ef3" providerId="LiveId" clId="{6D11981F-076D-4616-B6D4-061272232FC4}" dt="2026-03-25T09:45:10.598" v="729" actId="47"/>
          <pc:sldLayoutMkLst>
            <pc:docMk/>
            <pc:sldMasterMk cId="0" sldId="2147483680"/>
            <pc:sldLayoutMk cId="0" sldId="2147483678"/>
          </pc:sldLayoutMkLst>
        </pc:sldLayoutChg>
      </pc:sldMasterChg>
      <pc:sldMasterChg chg="del delSldLayout">
        <pc:chgData name="Diggory Fenteay" userId="0341865c17ff8ef3" providerId="LiveId" clId="{6D11981F-076D-4616-B6D4-061272232FC4}" dt="2026-03-25T09:45:10.598" v="729" actId="47"/>
        <pc:sldMasterMkLst>
          <pc:docMk/>
          <pc:sldMasterMk cId="0" sldId="2147483681"/>
        </pc:sldMasterMkLst>
        <pc:sldLayoutChg chg="del">
          <pc:chgData name="Diggory Fenteay" userId="0341865c17ff8ef3" providerId="LiveId" clId="{6D11981F-076D-4616-B6D4-061272232FC4}" dt="2026-03-25T09:45:10.598" v="729" actId="47"/>
          <pc:sldLayoutMkLst>
            <pc:docMk/>
            <pc:sldMasterMk cId="0" sldId="2147483681"/>
            <pc:sldLayoutMk cId="0" sldId="214748367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6"/>
        <p:cNvGrpSpPr/>
        <p:nvPr/>
      </p:nvGrpSpPr>
      <p:grpSpPr>
        <a:xfrm>
          <a:off x="0" y="0"/>
          <a:ext cx="0" cy="0"/>
          <a:chOff x="0" y="0"/>
          <a:chExt cx="0" cy="0"/>
        </a:xfrm>
      </p:grpSpPr>
      <p:sp>
        <p:nvSpPr>
          <p:cNvPr id="1687" name="Google Shape;168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8" name="Google Shape;168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2"/>
        <p:cNvGrpSpPr/>
        <p:nvPr/>
      </p:nvGrpSpPr>
      <p:grpSpPr>
        <a:xfrm>
          <a:off x="0" y="0"/>
          <a:ext cx="0" cy="0"/>
          <a:chOff x="0" y="0"/>
          <a:chExt cx="0" cy="0"/>
        </a:xfrm>
      </p:grpSpPr>
      <p:sp>
        <p:nvSpPr>
          <p:cNvPr id="1893" name="Google Shape;1893;g804e9800b4_0_8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4" name="Google Shape;1894;g804e9800b4_0_8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8"/>
        <p:cNvGrpSpPr/>
        <p:nvPr/>
      </p:nvGrpSpPr>
      <p:grpSpPr>
        <a:xfrm>
          <a:off x="0" y="0"/>
          <a:ext cx="0" cy="0"/>
          <a:chOff x="0" y="0"/>
          <a:chExt cx="0" cy="0"/>
        </a:xfrm>
      </p:grpSpPr>
      <p:sp>
        <p:nvSpPr>
          <p:cNvPr id="2159" name="Google Shape;2159;g804e9800b4_0_1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0" name="Google Shape;2160;g804e9800b4_0_1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dirty="0"/>
              <a:t>Các mô hình phân vùng ảnh y tế hoặc đô thị hiện nay đang đối mặt với một nút thắt lớn: khi mang mô hình huấn luyện từ bệnh viện A sang bệnh viện B, độ chính xác giảm mạnh do Domain Shift. Tuy nhiên, ta không thể gom dữ liệu hai nơi lại để huấn luyện chung vì luật bảo mật thông tin. Đề tài của em giải quyết bài toán này bằng cách kết hợp Source-Free Domain Adaptation và Federated Learning</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9"/>
        <p:cNvGrpSpPr/>
        <p:nvPr/>
      </p:nvGrpSpPr>
      <p:grpSpPr>
        <a:xfrm>
          <a:off x="0" y="0"/>
          <a:ext cx="0" cy="0"/>
          <a:chOff x="0" y="0"/>
          <a:chExt cx="0" cy="0"/>
        </a:xfrm>
      </p:grpSpPr>
      <p:sp>
        <p:nvSpPr>
          <p:cNvPr id="2180" name="Google Shape;2180;g804e9800b4_0_1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1" name="Google Shape;2181;g804e9800b4_0_1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FL</a:t>
            </a:r>
            <a:r>
              <a:rPr lang="en-US" dirty="0"/>
              <a:t>: </a:t>
            </a:r>
            <a:r>
              <a:rPr lang="vi-VN" dirty="0"/>
              <a:t>Dữ liệu được giữ nguyên tại chỗ ở các máy khách (Clients), hệ thống chỉ chia sẻ các tham số mô hình hoặc trọng số (Weights/Gradients) về máy chủ (Server).</a:t>
            </a: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TT-SFUDA: </a:t>
            </a:r>
            <a:r>
              <a:rPr lang="en-US" dirty="0" err="1"/>
              <a:t>Chỉ</a:t>
            </a:r>
            <a:r>
              <a:rPr lang="en-US" dirty="0"/>
              <a:t> </a:t>
            </a:r>
            <a:r>
              <a:rPr lang="en-US" dirty="0" err="1"/>
              <a:t>sử</a:t>
            </a:r>
            <a:r>
              <a:rPr lang="en-US" dirty="0"/>
              <a:t> </a:t>
            </a:r>
            <a:r>
              <a:rPr lang="en-US" dirty="0" err="1"/>
              <a:t>dụng</a:t>
            </a:r>
            <a:r>
              <a:rPr lang="en-US" dirty="0"/>
              <a:t> </a:t>
            </a:r>
            <a:r>
              <a:rPr lang="en-US" dirty="0" err="1"/>
              <a:t>mô</a:t>
            </a:r>
            <a:r>
              <a:rPr lang="en-US" dirty="0"/>
              <a:t> </a:t>
            </a:r>
            <a:r>
              <a:rPr lang="en-US" dirty="0" err="1"/>
              <a:t>hình</a:t>
            </a:r>
            <a:r>
              <a:rPr lang="en-US" dirty="0"/>
              <a:t> </a:t>
            </a:r>
            <a:r>
              <a:rPr lang="en-US" dirty="0" err="1"/>
              <a:t>đã</a:t>
            </a:r>
            <a:r>
              <a:rPr lang="en-US" dirty="0"/>
              <a:t> </a:t>
            </a:r>
            <a:r>
              <a:rPr lang="en-US" dirty="0" err="1"/>
              <a:t>huấn</a:t>
            </a:r>
            <a:r>
              <a:rPr lang="en-US" dirty="0"/>
              <a:t> </a:t>
            </a:r>
            <a:r>
              <a:rPr lang="en-US" dirty="0" err="1"/>
              <a:t>luyện</a:t>
            </a:r>
            <a:r>
              <a:rPr lang="en-US" dirty="0"/>
              <a:t> </a:t>
            </a:r>
            <a:r>
              <a:rPr lang="en-US" dirty="0" err="1"/>
              <a:t>sẵn</a:t>
            </a:r>
            <a:r>
              <a:rPr lang="en-US" dirty="0"/>
              <a:t> ở </a:t>
            </a:r>
            <a:r>
              <a:rPr lang="en-US" dirty="0" err="1"/>
              <a:t>miền</a:t>
            </a:r>
            <a:r>
              <a:rPr lang="en-US" dirty="0"/>
              <a:t> </a:t>
            </a:r>
            <a:r>
              <a:rPr lang="en-US" dirty="0" err="1"/>
              <a:t>Nguồn</a:t>
            </a:r>
            <a:r>
              <a:rPr lang="en-US" dirty="0"/>
              <a:t> (Source) </a:t>
            </a:r>
            <a:r>
              <a:rPr lang="en-US" dirty="0" err="1"/>
              <a:t>kết</a:t>
            </a:r>
            <a:r>
              <a:rPr lang="en-US" dirty="0"/>
              <a:t> </a:t>
            </a:r>
            <a:r>
              <a:rPr lang="en-US" dirty="0" err="1"/>
              <a:t>hợp</a:t>
            </a:r>
            <a:r>
              <a:rPr lang="en-US" dirty="0"/>
              <a:t> </a:t>
            </a:r>
            <a:r>
              <a:rPr lang="en-US" dirty="0" err="1"/>
              <a:t>với</a:t>
            </a:r>
            <a:r>
              <a:rPr lang="en-US" dirty="0"/>
              <a:t> </a:t>
            </a:r>
            <a:r>
              <a:rPr lang="en-US" dirty="0" err="1"/>
              <a:t>dữ</a:t>
            </a:r>
            <a:r>
              <a:rPr lang="en-US" dirty="0"/>
              <a:t> </a:t>
            </a:r>
            <a:r>
              <a:rPr lang="en-US" dirty="0" err="1"/>
              <a:t>liệu</a:t>
            </a:r>
            <a:r>
              <a:rPr lang="en-US" dirty="0"/>
              <a:t> </a:t>
            </a:r>
            <a:r>
              <a:rPr lang="en-US" dirty="0" err="1"/>
              <a:t>không</a:t>
            </a:r>
            <a:r>
              <a:rPr lang="en-US" dirty="0"/>
              <a:t> </a:t>
            </a:r>
            <a:r>
              <a:rPr lang="en-US" dirty="0" err="1"/>
              <a:t>nhãn</a:t>
            </a:r>
            <a:r>
              <a:rPr lang="en-US" dirty="0"/>
              <a:t> ở </a:t>
            </a:r>
            <a:r>
              <a:rPr lang="en-US" dirty="0" err="1"/>
              <a:t>miền</a:t>
            </a:r>
            <a:r>
              <a:rPr lang="en-US" dirty="0"/>
              <a:t> </a:t>
            </a:r>
            <a:r>
              <a:rPr lang="en-US" dirty="0" err="1"/>
              <a:t>Đích</a:t>
            </a:r>
            <a:r>
              <a:rPr lang="en-US" dirty="0"/>
              <a:t> (Target).</a:t>
            </a:r>
            <a:endParaRPr lang="en-US" b="1" dirty="0"/>
          </a:p>
          <a:p>
            <a:pPr marL="0" lvl="0" indent="0" algn="l" rtl="0">
              <a:spcBef>
                <a:spcPts val="0"/>
              </a:spcBef>
              <a:spcAft>
                <a:spcPts val="0"/>
              </a:spcAft>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a:extLst>
            <a:ext uri="{FF2B5EF4-FFF2-40B4-BE49-F238E27FC236}">
              <a16:creationId xmlns:a16="http://schemas.microsoft.com/office/drawing/2014/main" id="{E328C775-724D-60D2-9C51-70C07E45FF4A}"/>
            </a:ext>
          </a:extLst>
        </p:cNvPr>
        <p:cNvGrpSpPr/>
        <p:nvPr/>
      </p:nvGrpSpPr>
      <p:grpSpPr>
        <a:xfrm>
          <a:off x="0" y="0"/>
          <a:ext cx="0" cy="0"/>
          <a:chOff x="0" y="0"/>
          <a:chExt cx="0" cy="0"/>
        </a:xfrm>
      </p:grpSpPr>
      <p:sp>
        <p:nvSpPr>
          <p:cNvPr id="2238" name="Google Shape;2238;g86fa6133bc_4_126:notes">
            <a:extLst>
              <a:ext uri="{FF2B5EF4-FFF2-40B4-BE49-F238E27FC236}">
                <a16:creationId xmlns:a16="http://schemas.microsoft.com/office/drawing/2014/main" id="{D54EF437-BF14-C145-D2F6-7C05525A1A4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a:extLst>
              <a:ext uri="{FF2B5EF4-FFF2-40B4-BE49-F238E27FC236}">
                <a16:creationId xmlns:a16="http://schemas.microsoft.com/office/drawing/2014/main" id="{58CB984C-168A-4B28-E997-575143A2595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dirty="0"/>
              <a:t>Ở giai đoạn 1, Source Model đã được huấn luyện từ trước sẽ bị đóng băng toàn bộ trọng số (trong mã nguồn, ta sẽ thiết lập </a:t>
            </a:r>
            <a:r>
              <a:rPr lang="vi-VN" sz="1100" b="0" i="0" u="none" strike="noStrike" cap="none" dirty="0">
                <a:solidFill>
                  <a:srgbClr val="000000"/>
                </a:solidFill>
                <a:effectLst/>
                <a:latin typeface="Arial"/>
                <a:ea typeface="Arial"/>
                <a:cs typeface="Arial"/>
                <a:sym typeface="Arial"/>
              </a:rPr>
              <a:t>requires_grad = False</a:t>
            </a:r>
            <a:r>
              <a:rPr lang="vi-VN" dirty="0"/>
              <a:t> cho các tensor này). Mô hình này sẽ tạo ra các nhãn giả ban đầu. Module Selective Voting đóng vai trò như một bộ lọc, loại bỏ các pixel có độ nhiễu cao để tạo ra </a:t>
            </a:r>
            <a:r>
              <a:rPr lang="vi-VN" sz="1100" b="0" i="1" u="none" strike="noStrike" cap="none" dirty="0">
                <a:solidFill>
                  <a:srgbClr val="000000"/>
                </a:solidFill>
                <a:effectLst/>
                <a:latin typeface="Arial"/>
                <a:ea typeface="Arial"/>
                <a:cs typeface="Arial"/>
                <a:sym typeface="Arial"/>
              </a:rPr>
              <a:t>Enhanced Pseudo GT</a:t>
            </a:r>
            <a:r>
              <a:rPr lang="vi-VN" dirty="0"/>
              <a:t> chất lượng hơn. Từ đó, Target Model sẽ cập nhật trọng số để tối thiểu hóa 2 hàm mục tiêu: </a:t>
            </a:r>
            <a:r>
              <a:rPr kumimoji="0" lang="en-US" altLang="en-US" sz="1100" b="0" i="0" u="none" strike="noStrike" cap="none" normalizeH="0" baseline="0" dirty="0" err="1">
                <a:ln>
                  <a:noFill/>
                </a:ln>
                <a:solidFill>
                  <a:schemeClr val="tx1"/>
                </a:solidFill>
                <a:effectLst/>
                <a:latin typeface="Abadi" panose="020B0604020104020204" pitchFamily="34" charset="0"/>
              </a:rPr>
              <a:t>L</a:t>
            </a:r>
            <a:r>
              <a:rPr kumimoji="0" lang="en-US" altLang="en-US" sz="1100" b="0" i="0" u="none" strike="noStrike" cap="none" normalizeH="0" baseline="-25000" dirty="0" err="1">
                <a:ln>
                  <a:noFill/>
                </a:ln>
                <a:solidFill>
                  <a:schemeClr val="tx1"/>
                </a:solidFill>
                <a:effectLst/>
                <a:latin typeface="Abadi" panose="020B0604020104020204" pitchFamily="34" charset="0"/>
              </a:rPr>
              <a:t>Seg</a:t>
            </a:r>
            <a:r>
              <a:rPr kumimoji="0" lang="en-US" altLang="en-US" sz="1100" b="0" i="0" u="none" strike="noStrike" cap="none" normalizeH="0" baseline="-25000" dirty="0">
                <a:ln>
                  <a:noFill/>
                </a:ln>
                <a:solidFill>
                  <a:schemeClr val="tx1"/>
                </a:solidFill>
                <a:effectLst/>
                <a:latin typeface="Abadi" panose="020B0604020104020204" pitchFamily="34" charset="0"/>
              </a:rPr>
              <a:t> </a:t>
            </a:r>
            <a:r>
              <a:rPr lang="vi-VN" dirty="0"/>
              <a:t>để học theo nhãn giả đã được tinh lọc, và </a:t>
            </a:r>
            <a:r>
              <a:rPr lang="en-US" altLang="en-US" sz="1100" dirty="0">
                <a:solidFill>
                  <a:schemeClr val="tx1"/>
                </a:solidFill>
                <a:latin typeface="Abadi" panose="020B0604020104020204" pitchFamily="34" charset="0"/>
              </a:rPr>
              <a:t>L</a:t>
            </a:r>
            <a:r>
              <a:rPr lang="en-US" altLang="en-US" sz="1100" baseline="-25000" dirty="0">
                <a:solidFill>
                  <a:schemeClr val="tx1"/>
                </a:solidFill>
                <a:latin typeface="Abadi" panose="020B0604020104020204" pitchFamily="34" charset="0"/>
              </a:rPr>
              <a:t>EEM</a:t>
            </a:r>
            <a:r>
              <a:rPr lang="en-US" altLang="en-US" sz="1100" dirty="0">
                <a:solidFill>
                  <a:schemeClr val="tx1"/>
                </a:solidFill>
                <a:latin typeface="Abadi" panose="020B0604020104020204" pitchFamily="34" charset="0"/>
              </a:rPr>
              <a:t> </a:t>
            </a:r>
            <a:r>
              <a:rPr lang="vi-VN" dirty="0"/>
              <a:t>nhằm ép mô hình tự tin hơn vào các quyết định của mình trên phân phối dữ liệu mới</a:t>
            </a:r>
            <a:endParaRPr dirty="0"/>
          </a:p>
        </p:txBody>
      </p:sp>
    </p:spTree>
    <p:extLst>
      <p:ext uri="{BB962C8B-B14F-4D97-AF65-F5344CB8AC3E}">
        <p14:creationId xmlns:p14="http://schemas.microsoft.com/office/powerpoint/2010/main" val="8393199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a:extLst>
            <a:ext uri="{FF2B5EF4-FFF2-40B4-BE49-F238E27FC236}">
              <a16:creationId xmlns:a16="http://schemas.microsoft.com/office/drawing/2014/main" id="{5696885E-7443-4F93-CAC0-BB9247D48B91}"/>
            </a:ext>
          </a:extLst>
        </p:cNvPr>
        <p:cNvGrpSpPr/>
        <p:nvPr/>
      </p:nvGrpSpPr>
      <p:grpSpPr>
        <a:xfrm>
          <a:off x="0" y="0"/>
          <a:ext cx="0" cy="0"/>
          <a:chOff x="0" y="0"/>
          <a:chExt cx="0" cy="0"/>
        </a:xfrm>
      </p:grpSpPr>
      <p:sp>
        <p:nvSpPr>
          <p:cNvPr id="2238" name="Google Shape;2238;g86fa6133bc_4_126:notes">
            <a:extLst>
              <a:ext uri="{FF2B5EF4-FFF2-40B4-BE49-F238E27FC236}">
                <a16:creationId xmlns:a16="http://schemas.microsoft.com/office/drawing/2014/main" id="{D2F8F8A7-D55E-F6D5-46C7-8583B1642A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a:extLst>
              <a:ext uri="{FF2B5EF4-FFF2-40B4-BE49-F238E27FC236}">
                <a16:creationId xmlns:a16="http://schemas.microsoft.com/office/drawing/2014/main" id="{CBF03796-B90D-96C9-289D-B9DB6FE4C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dirty="0"/>
              <a:t>Ở giai đoạn 1, Source Model đã được huấn luyện từ trước sẽ bị đóng băng toàn bộ trọng số (trong mã nguồn, ta sẽ thiết lập </a:t>
            </a:r>
            <a:r>
              <a:rPr lang="vi-VN" sz="1100" b="0" i="0" u="none" strike="noStrike" cap="none" dirty="0">
                <a:solidFill>
                  <a:srgbClr val="000000"/>
                </a:solidFill>
                <a:effectLst/>
                <a:latin typeface="Arial"/>
                <a:ea typeface="Arial"/>
                <a:cs typeface="Arial"/>
                <a:sym typeface="Arial"/>
              </a:rPr>
              <a:t>requires_grad = False</a:t>
            </a:r>
            <a:r>
              <a:rPr lang="vi-VN" dirty="0"/>
              <a:t> cho các tensor này). Mô hình này sẽ tạo ra các nhãn giả ban đầu. Module Selective Voting đóng vai trò như một bộ lọc, loại bỏ các pixel có độ nhiễu cao để tạo ra </a:t>
            </a:r>
            <a:r>
              <a:rPr lang="vi-VN" sz="1100" b="0" i="1" u="none" strike="noStrike" cap="none" dirty="0">
                <a:solidFill>
                  <a:srgbClr val="000000"/>
                </a:solidFill>
                <a:effectLst/>
                <a:latin typeface="Arial"/>
                <a:ea typeface="Arial"/>
                <a:cs typeface="Arial"/>
                <a:sym typeface="Arial"/>
              </a:rPr>
              <a:t>Enhanced Pseudo GT</a:t>
            </a:r>
            <a:r>
              <a:rPr lang="vi-VN" dirty="0"/>
              <a:t> chất lượng hơn. Từ đó, Target Model sẽ cập nhật trọng số để tối thiểu hóa 2 hàm mục tiêu: </a:t>
            </a:r>
            <a:r>
              <a:rPr kumimoji="0" lang="en-US" altLang="en-US" sz="1100" b="0" i="0" u="none" strike="noStrike" cap="none" normalizeH="0" baseline="0" dirty="0" err="1">
                <a:ln>
                  <a:noFill/>
                </a:ln>
                <a:solidFill>
                  <a:schemeClr val="tx1"/>
                </a:solidFill>
                <a:effectLst/>
                <a:latin typeface="Abadi" panose="020B0604020104020204" pitchFamily="34" charset="0"/>
              </a:rPr>
              <a:t>L</a:t>
            </a:r>
            <a:r>
              <a:rPr kumimoji="0" lang="en-US" altLang="en-US" sz="1100" b="0" i="0" u="none" strike="noStrike" cap="none" normalizeH="0" baseline="-25000" dirty="0" err="1">
                <a:ln>
                  <a:noFill/>
                </a:ln>
                <a:solidFill>
                  <a:schemeClr val="tx1"/>
                </a:solidFill>
                <a:effectLst/>
                <a:latin typeface="Abadi" panose="020B0604020104020204" pitchFamily="34" charset="0"/>
              </a:rPr>
              <a:t>Seg</a:t>
            </a:r>
            <a:r>
              <a:rPr kumimoji="0" lang="en-US" altLang="en-US" sz="1100" b="0" i="0" u="none" strike="noStrike" cap="none" normalizeH="0" baseline="-25000" dirty="0">
                <a:ln>
                  <a:noFill/>
                </a:ln>
                <a:solidFill>
                  <a:schemeClr val="tx1"/>
                </a:solidFill>
                <a:effectLst/>
                <a:latin typeface="Abadi" panose="020B0604020104020204" pitchFamily="34" charset="0"/>
              </a:rPr>
              <a:t> </a:t>
            </a:r>
            <a:r>
              <a:rPr lang="vi-VN" dirty="0"/>
              <a:t>để học theo nhãn giả đã được tinh lọc, và </a:t>
            </a:r>
            <a:r>
              <a:rPr lang="en-US" altLang="en-US" sz="1100" dirty="0">
                <a:solidFill>
                  <a:schemeClr val="tx1"/>
                </a:solidFill>
                <a:latin typeface="Abadi" panose="020B0604020104020204" pitchFamily="34" charset="0"/>
              </a:rPr>
              <a:t>L</a:t>
            </a:r>
            <a:r>
              <a:rPr lang="en-US" altLang="en-US" sz="1100" baseline="-25000" dirty="0">
                <a:solidFill>
                  <a:schemeClr val="tx1"/>
                </a:solidFill>
                <a:latin typeface="Abadi" panose="020B0604020104020204" pitchFamily="34" charset="0"/>
              </a:rPr>
              <a:t>EEM</a:t>
            </a:r>
            <a:r>
              <a:rPr lang="en-US" altLang="en-US" sz="1100" dirty="0">
                <a:solidFill>
                  <a:schemeClr val="tx1"/>
                </a:solidFill>
                <a:latin typeface="Abadi" panose="020B0604020104020204" pitchFamily="34" charset="0"/>
              </a:rPr>
              <a:t> </a:t>
            </a:r>
            <a:r>
              <a:rPr lang="vi-VN" dirty="0"/>
              <a:t>nhằm ép mô hình tự tin hơn vào các quyết định của mình trên phân phối dữ liệu mới</a:t>
            </a:r>
            <a:endParaRPr dirty="0"/>
          </a:p>
        </p:txBody>
      </p:sp>
    </p:spTree>
    <p:extLst>
      <p:ext uri="{BB962C8B-B14F-4D97-AF65-F5344CB8AC3E}">
        <p14:creationId xmlns:p14="http://schemas.microsoft.com/office/powerpoint/2010/main" val="36632140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a:extLst>
            <a:ext uri="{FF2B5EF4-FFF2-40B4-BE49-F238E27FC236}">
              <a16:creationId xmlns:a16="http://schemas.microsoft.com/office/drawing/2014/main" id="{9E9E64FF-77F3-96EF-77AE-5723DFB24DFC}"/>
            </a:ext>
          </a:extLst>
        </p:cNvPr>
        <p:cNvGrpSpPr/>
        <p:nvPr/>
      </p:nvGrpSpPr>
      <p:grpSpPr>
        <a:xfrm>
          <a:off x="0" y="0"/>
          <a:ext cx="0" cy="0"/>
          <a:chOff x="0" y="0"/>
          <a:chExt cx="0" cy="0"/>
        </a:xfrm>
      </p:grpSpPr>
      <p:sp>
        <p:nvSpPr>
          <p:cNvPr id="2238" name="Google Shape;2238;g86fa6133bc_4_126:notes">
            <a:extLst>
              <a:ext uri="{FF2B5EF4-FFF2-40B4-BE49-F238E27FC236}">
                <a16:creationId xmlns:a16="http://schemas.microsoft.com/office/drawing/2014/main" id="{66AE87A0-3A18-E7FC-E496-3A0783501D3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a:extLst>
              <a:ext uri="{FF2B5EF4-FFF2-40B4-BE49-F238E27FC236}">
                <a16:creationId xmlns:a16="http://schemas.microsoft.com/office/drawing/2014/main" id="{45C7AFB5-BC0C-2456-F7B1-B1514413A0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dirty="0"/>
              <a:t>Ở giai đoạn 1, Source Model đã được huấn luyện từ trước sẽ bị đóng băng toàn bộ trọng số (trong mã nguồn, ta sẽ thiết lập </a:t>
            </a:r>
            <a:r>
              <a:rPr lang="vi-VN" sz="1100" b="0" i="0" u="none" strike="noStrike" cap="none" dirty="0">
                <a:solidFill>
                  <a:srgbClr val="000000"/>
                </a:solidFill>
                <a:effectLst/>
                <a:latin typeface="Arial"/>
                <a:ea typeface="Arial"/>
                <a:cs typeface="Arial"/>
                <a:sym typeface="Arial"/>
              </a:rPr>
              <a:t>requires_grad = False</a:t>
            </a:r>
            <a:r>
              <a:rPr lang="vi-VN" dirty="0"/>
              <a:t> cho các tensor này). Mô hình này sẽ tạo ra các nhãn giả ban đầu. Module Selective Voting đóng vai trò như một bộ lọc, loại bỏ các pixel có độ nhiễu cao để tạo ra </a:t>
            </a:r>
            <a:r>
              <a:rPr lang="vi-VN" sz="1100" b="0" i="1" u="none" strike="noStrike" cap="none" dirty="0">
                <a:solidFill>
                  <a:srgbClr val="000000"/>
                </a:solidFill>
                <a:effectLst/>
                <a:latin typeface="Arial"/>
                <a:ea typeface="Arial"/>
                <a:cs typeface="Arial"/>
                <a:sym typeface="Arial"/>
              </a:rPr>
              <a:t>Enhanced Pseudo GT</a:t>
            </a:r>
            <a:r>
              <a:rPr lang="vi-VN" dirty="0"/>
              <a:t> chất lượng hơn. Từ đó, Target Model sẽ cập nhật trọng số để tối thiểu hóa 2 hàm mục tiêu: </a:t>
            </a:r>
            <a:r>
              <a:rPr kumimoji="0" lang="en-US" altLang="en-US" sz="1100" b="0" i="0" u="none" strike="noStrike" cap="none" normalizeH="0" baseline="0" dirty="0" err="1">
                <a:ln>
                  <a:noFill/>
                </a:ln>
                <a:solidFill>
                  <a:schemeClr val="tx1"/>
                </a:solidFill>
                <a:effectLst/>
                <a:latin typeface="Abadi" panose="020B0604020104020204" pitchFamily="34" charset="0"/>
              </a:rPr>
              <a:t>L</a:t>
            </a:r>
            <a:r>
              <a:rPr kumimoji="0" lang="en-US" altLang="en-US" sz="1100" b="0" i="0" u="none" strike="noStrike" cap="none" normalizeH="0" baseline="-25000" dirty="0" err="1">
                <a:ln>
                  <a:noFill/>
                </a:ln>
                <a:solidFill>
                  <a:schemeClr val="tx1"/>
                </a:solidFill>
                <a:effectLst/>
                <a:latin typeface="Abadi" panose="020B0604020104020204" pitchFamily="34" charset="0"/>
              </a:rPr>
              <a:t>Seg</a:t>
            </a:r>
            <a:r>
              <a:rPr kumimoji="0" lang="en-US" altLang="en-US" sz="1100" b="0" i="0" u="none" strike="noStrike" cap="none" normalizeH="0" baseline="-25000" dirty="0">
                <a:ln>
                  <a:noFill/>
                </a:ln>
                <a:solidFill>
                  <a:schemeClr val="tx1"/>
                </a:solidFill>
                <a:effectLst/>
                <a:latin typeface="Abadi" panose="020B0604020104020204" pitchFamily="34" charset="0"/>
              </a:rPr>
              <a:t> </a:t>
            </a:r>
            <a:r>
              <a:rPr lang="vi-VN" dirty="0"/>
              <a:t>để học theo nhãn giả đã được tinh lọc, và </a:t>
            </a:r>
            <a:r>
              <a:rPr lang="en-US" altLang="en-US" sz="1100" dirty="0">
                <a:solidFill>
                  <a:schemeClr val="tx1"/>
                </a:solidFill>
                <a:latin typeface="Abadi" panose="020B0604020104020204" pitchFamily="34" charset="0"/>
              </a:rPr>
              <a:t>L</a:t>
            </a:r>
            <a:r>
              <a:rPr lang="en-US" altLang="en-US" sz="1100" baseline="-25000" dirty="0">
                <a:solidFill>
                  <a:schemeClr val="tx1"/>
                </a:solidFill>
                <a:latin typeface="Abadi" panose="020B0604020104020204" pitchFamily="34" charset="0"/>
              </a:rPr>
              <a:t>EEM</a:t>
            </a:r>
            <a:r>
              <a:rPr lang="en-US" altLang="en-US" sz="1100" dirty="0">
                <a:solidFill>
                  <a:schemeClr val="tx1"/>
                </a:solidFill>
                <a:latin typeface="Abadi" panose="020B0604020104020204" pitchFamily="34" charset="0"/>
              </a:rPr>
              <a:t> </a:t>
            </a:r>
            <a:r>
              <a:rPr lang="vi-VN" dirty="0"/>
              <a:t>nhằm ép mô hình tự tin hơn vào các quyết định của mình trên phân phối dữ liệu mới</a:t>
            </a:r>
            <a:endParaRPr dirty="0"/>
          </a:p>
        </p:txBody>
      </p:sp>
    </p:spTree>
    <p:extLst>
      <p:ext uri="{BB962C8B-B14F-4D97-AF65-F5344CB8AC3E}">
        <p14:creationId xmlns:p14="http://schemas.microsoft.com/office/powerpoint/2010/main" val="42161294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a:extLst>
            <a:ext uri="{FF2B5EF4-FFF2-40B4-BE49-F238E27FC236}">
              <a16:creationId xmlns:a16="http://schemas.microsoft.com/office/drawing/2014/main" id="{23BC2150-B8C4-7696-8D78-89BD4B9842A4}"/>
            </a:ext>
          </a:extLst>
        </p:cNvPr>
        <p:cNvGrpSpPr/>
        <p:nvPr/>
      </p:nvGrpSpPr>
      <p:grpSpPr>
        <a:xfrm>
          <a:off x="0" y="0"/>
          <a:ext cx="0" cy="0"/>
          <a:chOff x="0" y="0"/>
          <a:chExt cx="0" cy="0"/>
        </a:xfrm>
      </p:grpSpPr>
      <p:sp>
        <p:nvSpPr>
          <p:cNvPr id="2238" name="Google Shape;2238;g86fa6133bc_4_126:notes">
            <a:extLst>
              <a:ext uri="{FF2B5EF4-FFF2-40B4-BE49-F238E27FC236}">
                <a16:creationId xmlns:a16="http://schemas.microsoft.com/office/drawing/2014/main" id="{087A2613-D21B-BD04-AE75-EA450F965A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a:extLst>
              <a:ext uri="{FF2B5EF4-FFF2-40B4-BE49-F238E27FC236}">
                <a16:creationId xmlns:a16="http://schemas.microsoft.com/office/drawing/2014/main" id="{BC97216D-B6E9-4CAE-E31D-1BDA0D3347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vi-VN" sz="1100" b="0" i="0" u="none" strike="noStrike" cap="none" dirty="0">
                <a:solidFill>
                  <a:srgbClr val="000000"/>
                </a:solidFill>
                <a:effectLst/>
                <a:latin typeface="Arial"/>
                <a:ea typeface="Arial"/>
                <a:cs typeface="Arial"/>
                <a:sym typeface="Arial"/>
              </a:rPr>
              <a:t>Đây bản chất là hàm mất mát Cross-Entropy truyền thống, nhưng được áp dụng trong ngữ cảnh học bán giám sát.</a:t>
            </a:r>
          </a:p>
          <a:p>
            <a:pPr marL="158750" indent="0">
              <a:buNone/>
            </a:pPr>
            <a:r>
              <a:rPr lang="vi-VN" sz="1100" b="0" i="0" u="none" strike="noStrike" cap="none" dirty="0">
                <a:solidFill>
                  <a:srgbClr val="000000"/>
                </a:solidFill>
                <a:effectLst/>
                <a:latin typeface="Arial"/>
                <a:ea typeface="Arial"/>
                <a:cs typeface="Arial"/>
                <a:sym typeface="Arial"/>
              </a:rPr>
              <a:t>Cách hoạt động của nó như sau: Mô hình </a:t>
            </a:r>
            <a:r>
              <a:rPr lang="vi-VN" sz="1100" b="1" i="0" u="none" strike="noStrike" cap="none" dirty="0">
                <a:solidFill>
                  <a:srgbClr val="000000"/>
                </a:solidFill>
                <a:effectLst/>
                <a:latin typeface="Arial"/>
                <a:ea typeface="Arial"/>
                <a:cs typeface="Arial"/>
                <a:sym typeface="Arial"/>
              </a:rPr>
              <a:t>Teacher</a:t>
            </a:r>
            <a:r>
              <a:rPr lang="vi-VN" sz="1100" b="0" i="0" u="none" strike="noStrike" cap="none" dirty="0">
                <a:solidFill>
                  <a:srgbClr val="000000"/>
                </a:solidFill>
                <a:effectLst/>
                <a:latin typeface="Arial"/>
                <a:ea typeface="Arial"/>
                <a:cs typeface="Arial"/>
                <a:sym typeface="Arial"/>
              </a:rPr>
              <a:t> (chỉ nhìn thấy ảnh nhiễu nhẹ) đóng vai trò là người hướng dẫn đáng tin cậy, tự động tạo ra một bộ nhãn giả </a:t>
            </a:r>
            <a:r>
              <a:rPr lang="en-US" sz="1100" b="0" i="0" u="none" strike="noStrike" cap="none" dirty="0">
                <a:solidFill>
                  <a:srgbClr val="000000"/>
                </a:solidFill>
                <a:effectLst/>
                <a:latin typeface="Arial"/>
                <a:ea typeface="Arial"/>
                <a:cs typeface="Arial"/>
                <a:sym typeface="Arial"/>
              </a:rPr>
              <a:t>y^</a:t>
            </a:r>
            <a:r>
              <a:rPr lang="vi-VN" sz="1100" b="0" i="0" u="none" strike="noStrike" cap="none" dirty="0">
                <a:solidFill>
                  <a:srgbClr val="000000"/>
                </a:solidFill>
                <a:effectLst/>
                <a:latin typeface="Arial"/>
                <a:ea typeface="Arial"/>
                <a:cs typeface="Arial"/>
                <a:sym typeface="Arial"/>
              </a:rPr>
              <a:t>. Trong khi đó, mô hình </a:t>
            </a:r>
            <a:r>
              <a:rPr lang="vi-VN" sz="1100" b="1" i="0" u="none" strike="noStrike" cap="none" dirty="0">
                <a:solidFill>
                  <a:srgbClr val="000000"/>
                </a:solidFill>
                <a:effectLst/>
                <a:latin typeface="Arial"/>
                <a:ea typeface="Arial"/>
                <a:cs typeface="Arial"/>
                <a:sym typeface="Arial"/>
              </a:rPr>
              <a:t>Student</a:t>
            </a:r>
            <a:r>
              <a:rPr lang="vi-VN" sz="1100" b="0" i="0" u="none" strike="noStrike" cap="none" dirty="0">
                <a:solidFill>
                  <a:srgbClr val="000000"/>
                </a:solidFill>
                <a:effectLst/>
                <a:latin typeface="Arial"/>
                <a:ea typeface="Arial"/>
                <a:cs typeface="Arial"/>
                <a:sym typeface="Arial"/>
              </a:rPr>
              <a:t> (phải đối mặt với ảnh bị biến đổi và làm nhiễu rất mạnh) sẽ đưa ra các xác suất dự đoán </a:t>
            </a:r>
            <a:r>
              <a:rPr lang="en-US" sz="1100" b="0" i="0" u="none" strike="noStrike" cap="none" dirty="0">
                <a:solidFill>
                  <a:srgbClr val="000000"/>
                </a:solidFill>
                <a:effectLst/>
                <a:latin typeface="Arial"/>
                <a:ea typeface="Arial"/>
                <a:cs typeface="Arial"/>
                <a:sym typeface="Arial"/>
              </a:rPr>
              <a:t>p.</a:t>
            </a:r>
            <a:endParaRPr lang="vi-VN" sz="1100" b="0" i="0" u="none" strike="noStrike" cap="none" dirty="0">
              <a:solidFill>
                <a:srgbClr val="000000"/>
              </a:solidFill>
              <a:effectLst/>
              <a:latin typeface="Arial"/>
              <a:ea typeface="Arial"/>
              <a:cs typeface="Arial"/>
              <a:sym typeface="Arial"/>
            </a:endParaRPr>
          </a:p>
          <a:p>
            <a:pPr marL="158750" indent="0">
              <a:buNone/>
            </a:pPr>
            <a:r>
              <a:rPr lang="vi-VN" sz="1100" b="0" i="0" u="none" strike="noStrike" cap="none" dirty="0">
                <a:solidFill>
                  <a:srgbClr val="000000"/>
                </a:solidFill>
                <a:effectLst/>
                <a:latin typeface="Arial"/>
                <a:ea typeface="Arial"/>
                <a:cs typeface="Arial"/>
                <a:sym typeface="Arial"/>
              </a:rPr>
              <a:t>Hàm </a:t>
            </a:r>
            <a:r>
              <a:rPr kumimoji="0" lang="en-US" altLang="en-US" sz="1100" b="0" i="0" u="none" strike="noStrike" cap="none" normalizeH="0" baseline="0" dirty="0" err="1">
                <a:ln>
                  <a:noFill/>
                </a:ln>
                <a:solidFill>
                  <a:schemeClr val="tx1"/>
                </a:solidFill>
                <a:effectLst/>
                <a:latin typeface="Abadi" panose="020B0604020104020204" pitchFamily="34" charset="0"/>
              </a:rPr>
              <a:t>L</a:t>
            </a:r>
            <a:r>
              <a:rPr kumimoji="0" lang="en-US" altLang="en-US" sz="1100" b="0" i="0" u="none" strike="noStrike" cap="none" normalizeH="0" baseline="-25000" dirty="0" err="1">
                <a:ln>
                  <a:noFill/>
                </a:ln>
                <a:solidFill>
                  <a:schemeClr val="tx1"/>
                </a:solidFill>
                <a:effectLst/>
                <a:latin typeface="Abadi" panose="020B0604020104020204" pitchFamily="34" charset="0"/>
              </a:rPr>
              <a:t>seg</a:t>
            </a:r>
            <a:r>
              <a:rPr kumimoji="0" lang="en-US" altLang="en-US" sz="1100" b="0" i="0" u="none" strike="noStrike" cap="none" normalizeH="0" baseline="-25000" dirty="0">
                <a:ln>
                  <a:noFill/>
                </a:ln>
                <a:solidFill>
                  <a:schemeClr val="tx1"/>
                </a:solidFill>
                <a:effectLst/>
                <a:latin typeface="Abadi" panose="020B0604020104020204" pitchFamily="34" charset="0"/>
              </a:rPr>
              <a:t> </a:t>
            </a:r>
            <a:r>
              <a:rPr lang="vi-VN" sz="1100" b="0" i="0" u="none" strike="noStrike" cap="none" dirty="0">
                <a:solidFill>
                  <a:srgbClr val="000000"/>
                </a:solidFill>
                <a:effectLst/>
                <a:latin typeface="Arial"/>
                <a:ea typeface="Arial"/>
                <a:cs typeface="Arial"/>
                <a:sym typeface="Arial"/>
              </a:rPr>
              <a:t>sẽ đối chiếu dự đoán của Student với nhãn giả của Teacher để tính toán sai số. Về mặt ý nghĩa, quá trình tối ưu hóa hàm này ép mạng Student phải có khả năng bóc tách vật thể chính xác ngay cả trong điều kiện ảnh vô cùng khắc nghiệt, dựa trên 'đáp án' mà mạng Teacher cung cấp. Điều này giúp mô hình trích xuất được những đặc trưng cốt lõi của ảnh thay vì bị đánh lừa bởi các yếu tố nhiễu loạn môi trường</a:t>
            </a:r>
          </a:p>
        </p:txBody>
      </p:sp>
    </p:spTree>
    <p:extLst>
      <p:ext uri="{BB962C8B-B14F-4D97-AF65-F5344CB8AC3E}">
        <p14:creationId xmlns:p14="http://schemas.microsoft.com/office/powerpoint/2010/main" val="13108514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a:extLst>
            <a:ext uri="{FF2B5EF4-FFF2-40B4-BE49-F238E27FC236}">
              <a16:creationId xmlns:a16="http://schemas.microsoft.com/office/drawing/2014/main" id="{014438FA-1FDD-AA77-1FC4-EAF4D6DD3922}"/>
            </a:ext>
          </a:extLst>
        </p:cNvPr>
        <p:cNvGrpSpPr/>
        <p:nvPr/>
      </p:nvGrpSpPr>
      <p:grpSpPr>
        <a:xfrm>
          <a:off x="0" y="0"/>
          <a:ext cx="0" cy="0"/>
          <a:chOff x="0" y="0"/>
          <a:chExt cx="0" cy="0"/>
        </a:xfrm>
      </p:grpSpPr>
      <p:sp>
        <p:nvSpPr>
          <p:cNvPr id="2238" name="Google Shape;2238;g86fa6133bc_4_126:notes">
            <a:extLst>
              <a:ext uri="{FF2B5EF4-FFF2-40B4-BE49-F238E27FC236}">
                <a16:creationId xmlns:a16="http://schemas.microsoft.com/office/drawing/2014/main" id="{E36433DC-29A8-ABE1-86DD-B59D785961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a:extLst>
              <a:ext uri="{FF2B5EF4-FFF2-40B4-BE49-F238E27FC236}">
                <a16:creationId xmlns:a16="http://schemas.microsoft.com/office/drawing/2014/main" id="{2341B672-3CEE-7926-66E5-D1AD3A5EBBD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dirty="0"/>
              <a:t>Thông thường, Entropy Minimization sẽ ép mô hình dự đoán trên toàn bộ ảnh. Tuy nhiên, vì chúng ta đang đối mặt với Domain Shift, ảnh đầu ra chứa rất nhiều nhiễu. Nếu tối thiểu hóa cả các pixel nhiễu, mô hình sẽ học sai (Confirmation Bias).</a:t>
            </a:r>
            <a:endParaRPr dirty="0"/>
          </a:p>
        </p:txBody>
      </p:sp>
    </p:spTree>
    <p:extLst>
      <p:ext uri="{BB962C8B-B14F-4D97-AF65-F5344CB8AC3E}">
        <p14:creationId xmlns:p14="http://schemas.microsoft.com/office/powerpoint/2010/main" val="25570769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a:extLst>
            <a:ext uri="{FF2B5EF4-FFF2-40B4-BE49-F238E27FC236}">
              <a16:creationId xmlns:a16="http://schemas.microsoft.com/office/drawing/2014/main" id="{DCAAABB0-9931-6019-7B7C-A3B72498C1D8}"/>
            </a:ext>
          </a:extLst>
        </p:cNvPr>
        <p:cNvGrpSpPr/>
        <p:nvPr/>
      </p:nvGrpSpPr>
      <p:grpSpPr>
        <a:xfrm>
          <a:off x="0" y="0"/>
          <a:ext cx="0" cy="0"/>
          <a:chOff x="0" y="0"/>
          <a:chExt cx="0" cy="0"/>
        </a:xfrm>
      </p:grpSpPr>
      <p:sp>
        <p:nvSpPr>
          <p:cNvPr id="2238" name="Google Shape;2238;g86fa6133bc_4_126:notes">
            <a:extLst>
              <a:ext uri="{FF2B5EF4-FFF2-40B4-BE49-F238E27FC236}">
                <a16:creationId xmlns:a16="http://schemas.microsoft.com/office/drawing/2014/main" id="{B893157E-251D-3548-1EEB-2AEED7B6C1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a:extLst>
              <a:ext uri="{FF2B5EF4-FFF2-40B4-BE49-F238E27FC236}">
                <a16:creationId xmlns:a16="http://schemas.microsoft.com/office/drawing/2014/main" id="{552F99FB-7D5B-AEFA-2289-CCFF5EC8C98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vi-VN" sz="1100" b="0" i="0" u="none" strike="noStrike" cap="none" dirty="0">
                <a:solidFill>
                  <a:srgbClr val="000000"/>
                </a:solidFill>
                <a:effectLst/>
                <a:latin typeface="Arial"/>
                <a:ea typeface="Arial"/>
                <a:cs typeface="Arial"/>
                <a:sym typeface="Arial"/>
              </a:rPr>
              <a:t>Đối với Giai đoạn 2, cốt lõi nằm ở hàm mất mát tính nhất quán </a:t>
            </a:r>
            <a:r>
              <a:rPr lang="en-US" altLang="en-US" sz="1100" dirty="0">
                <a:solidFill>
                  <a:schemeClr val="tx1"/>
                </a:solidFill>
                <a:latin typeface="Abadi" panose="020B0604020104020204" pitchFamily="34" charset="0"/>
              </a:rPr>
              <a:t>L</a:t>
            </a:r>
            <a:r>
              <a:rPr lang="en-US" altLang="en-US" sz="1100" baseline="-25000" dirty="0">
                <a:solidFill>
                  <a:schemeClr val="tx1"/>
                </a:solidFill>
                <a:latin typeface="Abadi" panose="020B0604020104020204" pitchFamily="34" charset="0"/>
              </a:rPr>
              <a:t>AC </a:t>
            </a:r>
            <a:r>
              <a:rPr lang="vi-VN" sz="1100" b="0" i="0" u="none" strike="noStrike" cap="none" dirty="0">
                <a:solidFill>
                  <a:srgbClr val="000000"/>
                </a:solidFill>
                <a:effectLst/>
                <a:latin typeface="Arial"/>
                <a:ea typeface="Arial"/>
                <a:cs typeface="Arial"/>
                <a:sym typeface="Arial"/>
              </a:rPr>
              <a:t>và cơ chế EMA.</a:t>
            </a:r>
          </a:p>
          <a:p>
            <a:pPr marL="158750" indent="0">
              <a:buNone/>
            </a:pPr>
            <a:r>
              <a:rPr lang="vi-VN" sz="1100" b="0" i="0" u="none" strike="noStrike" cap="none" dirty="0">
                <a:solidFill>
                  <a:srgbClr val="000000"/>
                </a:solidFill>
                <a:effectLst/>
                <a:latin typeface="Arial"/>
                <a:ea typeface="Arial"/>
                <a:cs typeface="Arial"/>
                <a:sym typeface="Arial"/>
              </a:rPr>
              <a:t>Về </a:t>
            </a:r>
            <a:r>
              <a:rPr lang="en-US" altLang="en-US" sz="1100" dirty="0">
                <a:solidFill>
                  <a:schemeClr val="tx1"/>
                </a:solidFill>
                <a:latin typeface="Abadi" panose="020B0604020104020204" pitchFamily="34" charset="0"/>
              </a:rPr>
              <a:t>L</a:t>
            </a:r>
            <a:r>
              <a:rPr lang="en-US" altLang="en-US" sz="1100" baseline="-25000" dirty="0">
                <a:solidFill>
                  <a:schemeClr val="tx1"/>
                </a:solidFill>
                <a:latin typeface="Abadi" panose="020B0604020104020204" pitchFamily="34" charset="0"/>
              </a:rPr>
              <a:t>AC</a:t>
            </a:r>
            <a:r>
              <a:rPr lang="vi-VN" sz="1100" b="0" i="0" u="none" strike="noStrike" cap="none" dirty="0">
                <a:solidFill>
                  <a:srgbClr val="000000"/>
                </a:solidFill>
                <a:effectLst/>
                <a:latin typeface="Arial"/>
                <a:ea typeface="Arial"/>
                <a:cs typeface="Arial"/>
                <a:sym typeface="Arial"/>
              </a:rPr>
              <a:t>, tư tưởng ở đây là một mô hình tốt phải có khả năng kháng nhiễu. Dù ảnh bị biến đổi mạnh (Strong Aug), phân phối xác suất đầu ra </a:t>
            </a:r>
            <a:r>
              <a:rPr lang="en-US" sz="1100" b="0" i="0" u="none" strike="noStrike" cap="none" dirty="0" err="1">
                <a:solidFill>
                  <a:srgbClr val="000000"/>
                </a:solidFill>
                <a:effectLst/>
                <a:latin typeface="Arial"/>
                <a:ea typeface="Arial"/>
                <a:cs typeface="Arial"/>
                <a:sym typeface="Arial"/>
              </a:rPr>
              <a:t>pi</a:t>
            </a:r>
            <a:r>
              <a:rPr lang="en-US" sz="1100" b="0" i="0" u="none" strike="noStrike" cap="none" baseline="-25000" dirty="0" err="1">
                <a:solidFill>
                  <a:srgbClr val="000000"/>
                </a:solidFill>
                <a:effectLst/>
                <a:latin typeface="Arial"/>
                <a:ea typeface="Arial"/>
                <a:cs typeface="Arial"/>
                <a:sym typeface="Arial"/>
              </a:rPr>
              <a:t>i</a:t>
            </a:r>
            <a:r>
              <a:rPr lang="en-US" sz="1100" b="0" i="0" u="none" strike="noStrike" cap="none" baseline="30000" dirty="0" err="1">
                <a:solidFill>
                  <a:srgbClr val="000000"/>
                </a:solidFill>
                <a:effectLst/>
                <a:latin typeface="Arial"/>
                <a:ea typeface="Arial"/>
                <a:cs typeface="Arial"/>
                <a:sym typeface="Arial"/>
              </a:rPr>
              <a:t>strong</a:t>
            </a:r>
            <a:r>
              <a:rPr lang="en-US" sz="1100" b="0" i="0" u="none" strike="noStrike" cap="none" baseline="0" dirty="0">
                <a:solidFill>
                  <a:srgbClr val="000000"/>
                </a:solidFill>
                <a:effectLst/>
                <a:latin typeface="Arial"/>
                <a:ea typeface="Arial"/>
                <a:cs typeface="Arial"/>
                <a:sym typeface="Arial"/>
              </a:rPr>
              <a:t> </a:t>
            </a:r>
            <a:r>
              <a:rPr lang="en-US" sz="1100" b="0" i="0" u="none" strike="noStrike" cap="none" baseline="-25000" dirty="0">
                <a:solidFill>
                  <a:srgbClr val="000000"/>
                </a:solidFill>
                <a:effectLst/>
                <a:latin typeface="Arial"/>
                <a:ea typeface="Arial"/>
                <a:cs typeface="Arial"/>
                <a:sym typeface="Arial"/>
              </a:rPr>
              <a:t> </a:t>
            </a:r>
            <a:r>
              <a:rPr lang="vi-VN" sz="1100" b="0" i="0" u="none" strike="noStrike" cap="none" dirty="0">
                <a:solidFill>
                  <a:srgbClr val="000000"/>
                </a:solidFill>
                <a:effectLst/>
                <a:latin typeface="Arial"/>
                <a:ea typeface="Arial"/>
                <a:cs typeface="Arial"/>
                <a:sym typeface="Arial"/>
              </a:rPr>
              <a:t>vẫn phải bám sát với đầu ra của ảnh ít bị biến đổi </a:t>
            </a:r>
            <a:r>
              <a:rPr lang="en-US" sz="1100" b="0" i="0" u="none" strike="noStrike" cap="none" dirty="0" err="1">
                <a:solidFill>
                  <a:srgbClr val="000000"/>
                </a:solidFill>
                <a:effectLst/>
                <a:latin typeface="Arial"/>
                <a:ea typeface="Arial"/>
                <a:cs typeface="Arial"/>
                <a:sym typeface="Arial"/>
              </a:rPr>
              <a:t>pi</a:t>
            </a:r>
            <a:r>
              <a:rPr lang="en-US" sz="1100" b="0" i="0" u="none" strike="noStrike" cap="none" baseline="-25000" dirty="0" err="1">
                <a:solidFill>
                  <a:srgbClr val="000000"/>
                </a:solidFill>
                <a:effectLst/>
                <a:latin typeface="Arial"/>
                <a:ea typeface="Arial"/>
                <a:cs typeface="Arial"/>
                <a:sym typeface="Arial"/>
              </a:rPr>
              <a:t>i</a:t>
            </a:r>
            <a:r>
              <a:rPr lang="en-US" sz="1100" b="0" i="0" u="none" strike="noStrike" cap="none" baseline="30000" dirty="0" err="1">
                <a:solidFill>
                  <a:srgbClr val="000000"/>
                </a:solidFill>
                <a:effectLst/>
                <a:latin typeface="Arial"/>
                <a:ea typeface="Arial"/>
                <a:cs typeface="Arial"/>
                <a:sym typeface="Arial"/>
              </a:rPr>
              <a:t>weak</a:t>
            </a:r>
            <a:r>
              <a:rPr lang="en-US" sz="1100" b="0" i="0" u="none" strike="noStrike" cap="none" dirty="0">
                <a:solidFill>
                  <a:srgbClr val="000000"/>
                </a:solidFill>
                <a:effectLst/>
                <a:latin typeface="Arial"/>
                <a:ea typeface="Arial"/>
                <a:cs typeface="Arial"/>
                <a:sym typeface="Arial"/>
              </a:rPr>
              <a:t> </a:t>
            </a:r>
            <a:r>
              <a:rPr lang="vi-VN" sz="1100" b="0" i="0" u="none" strike="noStrike" cap="none" dirty="0">
                <a:solidFill>
                  <a:srgbClr val="000000"/>
                </a:solidFill>
                <a:effectLst/>
                <a:latin typeface="Arial"/>
                <a:ea typeface="Arial"/>
                <a:cs typeface="Arial"/>
                <a:sym typeface="Arial"/>
              </a:rPr>
              <a:t>Việc đo lường khoảng cách </a:t>
            </a:r>
            <a:r>
              <a:rPr lang="en-US" sz="1100" b="0" i="0" u="none" strike="noStrike" cap="none" dirty="0">
                <a:solidFill>
                  <a:srgbClr val="000000"/>
                </a:solidFill>
                <a:effectLst/>
                <a:latin typeface="Arial"/>
                <a:ea typeface="Arial"/>
                <a:cs typeface="Arial"/>
                <a:sym typeface="Arial"/>
              </a:rPr>
              <a:t>D </a:t>
            </a:r>
            <a:r>
              <a:rPr lang="vi-VN" sz="1100" b="0" i="0" u="none" strike="noStrike" cap="none" dirty="0">
                <a:solidFill>
                  <a:srgbClr val="000000"/>
                </a:solidFill>
                <a:effectLst/>
                <a:latin typeface="Arial"/>
                <a:ea typeface="Arial"/>
                <a:cs typeface="Arial"/>
                <a:sym typeface="Arial"/>
              </a:rPr>
              <a:t>giữa hai phân phối này giúp mạng nơ-ron học được các đặc trưng bất biến của vật thể thay vì học vẹt theo màu sắc hay độ sáng.</a:t>
            </a:r>
          </a:p>
          <a:p>
            <a:pPr marL="158750" indent="0">
              <a:buNone/>
            </a:pPr>
            <a:r>
              <a:rPr lang="vi-VN" sz="1100" b="0" i="0" u="none" strike="noStrike" cap="none" dirty="0">
                <a:solidFill>
                  <a:srgbClr val="000000"/>
                </a:solidFill>
                <a:effectLst/>
                <a:latin typeface="Arial"/>
                <a:ea typeface="Arial"/>
                <a:cs typeface="Arial"/>
                <a:sym typeface="Arial"/>
              </a:rPr>
              <a:t>Đồng thời, mạng Teacher không được huấn luyện bằng Gradient Descent trực tiếp. Trọng số của nó được cập nhật chậm rãi từ mạng Student qua phương trình EMA. Với hệ số $\alpha$ gần 1, mô hình Teacher giống như một kho lưu trữ dài hạn (Long-term memory) của hệ thống. Kỹ thuật này ngăn chặn hiện tượng trôi dạt trọng số (Weight Drift) khi mô hình phải liên tục học trên các nhãn giả bị nhiễu.</a:t>
            </a:r>
          </a:p>
        </p:txBody>
      </p:sp>
    </p:spTree>
    <p:extLst>
      <p:ext uri="{BB962C8B-B14F-4D97-AF65-F5344CB8AC3E}">
        <p14:creationId xmlns:p14="http://schemas.microsoft.com/office/powerpoint/2010/main" val="38058016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a:extLst>
            <a:ext uri="{FF2B5EF4-FFF2-40B4-BE49-F238E27FC236}">
              <a16:creationId xmlns:a16="http://schemas.microsoft.com/office/drawing/2014/main" id="{005463C3-AD92-C7A8-067B-D9781F4E4DC8}"/>
            </a:ext>
          </a:extLst>
        </p:cNvPr>
        <p:cNvGrpSpPr/>
        <p:nvPr/>
      </p:nvGrpSpPr>
      <p:grpSpPr>
        <a:xfrm>
          <a:off x="0" y="0"/>
          <a:ext cx="0" cy="0"/>
          <a:chOff x="0" y="0"/>
          <a:chExt cx="0" cy="0"/>
        </a:xfrm>
      </p:grpSpPr>
      <p:sp>
        <p:nvSpPr>
          <p:cNvPr id="2238" name="Google Shape;2238;g86fa6133bc_4_126:notes">
            <a:extLst>
              <a:ext uri="{FF2B5EF4-FFF2-40B4-BE49-F238E27FC236}">
                <a16:creationId xmlns:a16="http://schemas.microsoft.com/office/drawing/2014/main" id="{62D9DA26-72E7-A4FA-19C3-FD2B8B643EB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a:extLst>
              <a:ext uri="{FF2B5EF4-FFF2-40B4-BE49-F238E27FC236}">
                <a16:creationId xmlns:a16="http://schemas.microsoft.com/office/drawing/2014/main" id="{CE15BA2D-A2B6-D645-D270-7120F826E4F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vi-VN" sz="1100" b="0" i="0" u="none" strike="noStrike" cap="none" dirty="0">
                <a:solidFill>
                  <a:srgbClr val="000000"/>
                </a:solidFill>
                <a:effectLst/>
                <a:latin typeface="Arial"/>
                <a:ea typeface="Arial"/>
                <a:cs typeface="Arial"/>
                <a:sym typeface="Arial"/>
              </a:rPr>
              <a:t>Đối với Giai đoạn 2, cốt lõi nằm ở hàm mất mát tính nhất quán </a:t>
            </a:r>
            <a:r>
              <a:rPr lang="en-US" altLang="en-US" sz="1100" dirty="0">
                <a:solidFill>
                  <a:schemeClr val="tx1"/>
                </a:solidFill>
                <a:latin typeface="Abadi" panose="020B0604020104020204" pitchFamily="34" charset="0"/>
              </a:rPr>
              <a:t>L</a:t>
            </a:r>
            <a:r>
              <a:rPr lang="en-US" altLang="en-US" sz="1100" baseline="-25000" dirty="0">
                <a:solidFill>
                  <a:schemeClr val="tx1"/>
                </a:solidFill>
                <a:latin typeface="Abadi" panose="020B0604020104020204" pitchFamily="34" charset="0"/>
              </a:rPr>
              <a:t>AC </a:t>
            </a:r>
            <a:r>
              <a:rPr lang="vi-VN" sz="1100" b="0" i="0" u="none" strike="noStrike" cap="none" dirty="0">
                <a:solidFill>
                  <a:srgbClr val="000000"/>
                </a:solidFill>
                <a:effectLst/>
                <a:latin typeface="Arial"/>
                <a:ea typeface="Arial"/>
                <a:cs typeface="Arial"/>
                <a:sym typeface="Arial"/>
              </a:rPr>
              <a:t>và cơ chế EMA.</a:t>
            </a:r>
          </a:p>
          <a:p>
            <a:pPr marL="158750" indent="0">
              <a:buNone/>
            </a:pPr>
            <a:r>
              <a:rPr lang="vi-VN" sz="1100" b="0" i="0" u="none" strike="noStrike" cap="none" dirty="0">
                <a:solidFill>
                  <a:srgbClr val="000000"/>
                </a:solidFill>
                <a:effectLst/>
                <a:latin typeface="Arial"/>
                <a:ea typeface="Arial"/>
                <a:cs typeface="Arial"/>
                <a:sym typeface="Arial"/>
              </a:rPr>
              <a:t>Về </a:t>
            </a:r>
            <a:r>
              <a:rPr lang="en-US" altLang="en-US" sz="1100" dirty="0">
                <a:solidFill>
                  <a:schemeClr val="tx1"/>
                </a:solidFill>
                <a:latin typeface="Abadi" panose="020B0604020104020204" pitchFamily="34" charset="0"/>
              </a:rPr>
              <a:t>L</a:t>
            </a:r>
            <a:r>
              <a:rPr lang="en-US" altLang="en-US" sz="1100" baseline="-25000" dirty="0">
                <a:solidFill>
                  <a:schemeClr val="tx1"/>
                </a:solidFill>
                <a:latin typeface="Abadi" panose="020B0604020104020204" pitchFamily="34" charset="0"/>
              </a:rPr>
              <a:t>AC</a:t>
            </a:r>
            <a:r>
              <a:rPr lang="vi-VN" sz="1100" b="0" i="0" u="none" strike="noStrike" cap="none" dirty="0">
                <a:solidFill>
                  <a:srgbClr val="000000"/>
                </a:solidFill>
                <a:effectLst/>
                <a:latin typeface="Arial"/>
                <a:ea typeface="Arial"/>
                <a:cs typeface="Arial"/>
                <a:sym typeface="Arial"/>
              </a:rPr>
              <a:t>, tư tưởng ở đây là một mô hình tốt phải có khả năng kháng nhiễu. Dù ảnh bị biến đổi mạnh (Strong Aug), phân phối xác suất đầu ra </a:t>
            </a:r>
            <a:r>
              <a:rPr lang="en-US" sz="1100" b="0" i="0" u="none" strike="noStrike" cap="none" dirty="0" err="1">
                <a:solidFill>
                  <a:srgbClr val="000000"/>
                </a:solidFill>
                <a:effectLst/>
                <a:latin typeface="Arial"/>
                <a:ea typeface="Arial"/>
                <a:cs typeface="Arial"/>
                <a:sym typeface="Arial"/>
              </a:rPr>
              <a:t>pi</a:t>
            </a:r>
            <a:r>
              <a:rPr lang="en-US" sz="1100" b="0" i="0" u="none" strike="noStrike" cap="none" baseline="-25000" dirty="0" err="1">
                <a:solidFill>
                  <a:srgbClr val="000000"/>
                </a:solidFill>
                <a:effectLst/>
                <a:latin typeface="Arial"/>
                <a:ea typeface="Arial"/>
                <a:cs typeface="Arial"/>
                <a:sym typeface="Arial"/>
              </a:rPr>
              <a:t>i</a:t>
            </a:r>
            <a:r>
              <a:rPr lang="en-US" sz="1100" b="0" i="0" u="none" strike="noStrike" cap="none" baseline="30000" dirty="0" err="1">
                <a:solidFill>
                  <a:srgbClr val="000000"/>
                </a:solidFill>
                <a:effectLst/>
                <a:latin typeface="Arial"/>
                <a:ea typeface="Arial"/>
                <a:cs typeface="Arial"/>
                <a:sym typeface="Arial"/>
              </a:rPr>
              <a:t>strong</a:t>
            </a:r>
            <a:r>
              <a:rPr lang="en-US" sz="1100" b="0" i="0" u="none" strike="noStrike" cap="none" baseline="0" dirty="0">
                <a:solidFill>
                  <a:srgbClr val="000000"/>
                </a:solidFill>
                <a:effectLst/>
                <a:latin typeface="Arial"/>
                <a:ea typeface="Arial"/>
                <a:cs typeface="Arial"/>
                <a:sym typeface="Arial"/>
              </a:rPr>
              <a:t> </a:t>
            </a:r>
            <a:r>
              <a:rPr lang="en-US" sz="1100" b="0" i="0" u="none" strike="noStrike" cap="none" baseline="-25000" dirty="0">
                <a:solidFill>
                  <a:srgbClr val="000000"/>
                </a:solidFill>
                <a:effectLst/>
                <a:latin typeface="Arial"/>
                <a:ea typeface="Arial"/>
                <a:cs typeface="Arial"/>
                <a:sym typeface="Arial"/>
              </a:rPr>
              <a:t> </a:t>
            </a:r>
            <a:r>
              <a:rPr lang="vi-VN" sz="1100" b="0" i="0" u="none" strike="noStrike" cap="none" dirty="0">
                <a:solidFill>
                  <a:srgbClr val="000000"/>
                </a:solidFill>
                <a:effectLst/>
                <a:latin typeface="Arial"/>
                <a:ea typeface="Arial"/>
                <a:cs typeface="Arial"/>
                <a:sym typeface="Arial"/>
              </a:rPr>
              <a:t>vẫn phải bám sát với đầu ra của ảnh ít bị biến đổi </a:t>
            </a:r>
            <a:r>
              <a:rPr lang="en-US" sz="1100" b="0" i="0" u="none" strike="noStrike" cap="none" dirty="0" err="1">
                <a:solidFill>
                  <a:srgbClr val="000000"/>
                </a:solidFill>
                <a:effectLst/>
                <a:latin typeface="Arial"/>
                <a:ea typeface="Arial"/>
                <a:cs typeface="Arial"/>
                <a:sym typeface="Arial"/>
              </a:rPr>
              <a:t>pi</a:t>
            </a:r>
            <a:r>
              <a:rPr lang="en-US" sz="1100" b="0" i="0" u="none" strike="noStrike" cap="none" baseline="-25000" dirty="0" err="1">
                <a:solidFill>
                  <a:srgbClr val="000000"/>
                </a:solidFill>
                <a:effectLst/>
                <a:latin typeface="Arial"/>
                <a:ea typeface="Arial"/>
                <a:cs typeface="Arial"/>
                <a:sym typeface="Arial"/>
              </a:rPr>
              <a:t>i</a:t>
            </a:r>
            <a:r>
              <a:rPr lang="en-US" sz="1100" b="0" i="0" u="none" strike="noStrike" cap="none" baseline="30000" dirty="0" err="1">
                <a:solidFill>
                  <a:srgbClr val="000000"/>
                </a:solidFill>
                <a:effectLst/>
                <a:latin typeface="Arial"/>
                <a:ea typeface="Arial"/>
                <a:cs typeface="Arial"/>
                <a:sym typeface="Arial"/>
              </a:rPr>
              <a:t>weak</a:t>
            </a:r>
            <a:r>
              <a:rPr lang="en-US" sz="1100" b="0" i="0" u="none" strike="noStrike" cap="none" dirty="0">
                <a:solidFill>
                  <a:srgbClr val="000000"/>
                </a:solidFill>
                <a:effectLst/>
                <a:latin typeface="Arial"/>
                <a:ea typeface="Arial"/>
                <a:cs typeface="Arial"/>
                <a:sym typeface="Arial"/>
              </a:rPr>
              <a:t> </a:t>
            </a:r>
            <a:r>
              <a:rPr lang="vi-VN" sz="1100" b="0" i="0" u="none" strike="noStrike" cap="none" dirty="0">
                <a:solidFill>
                  <a:srgbClr val="000000"/>
                </a:solidFill>
                <a:effectLst/>
                <a:latin typeface="Arial"/>
                <a:ea typeface="Arial"/>
                <a:cs typeface="Arial"/>
                <a:sym typeface="Arial"/>
              </a:rPr>
              <a:t>Việc đo lường khoảng cách </a:t>
            </a:r>
            <a:r>
              <a:rPr lang="en-US" sz="1100" b="0" i="0" u="none" strike="noStrike" cap="none" dirty="0">
                <a:solidFill>
                  <a:srgbClr val="000000"/>
                </a:solidFill>
                <a:effectLst/>
                <a:latin typeface="Arial"/>
                <a:ea typeface="Arial"/>
                <a:cs typeface="Arial"/>
                <a:sym typeface="Arial"/>
              </a:rPr>
              <a:t>D </a:t>
            </a:r>
            <a:r>
              <a:rPr lang="vi-VN" sz="1100" b="0" i="0" u="none" strike="noStrike" cap="none" dirty="0">
                <a:solidFill>
                  <a:srgbClr val="000000"/>
                </a:solidFill>
                <a:effectLst/>
                <a:latin typeface="Arial"/>
                <a:ea typeface="Arial"/>
                <a:cs typeface="Arial"/>
                <a:sym typeface="Arial"/>
              </a:rPr>
              <a:t>giữa hai phân phối này giúp mạng nơ-ron học được các đặc trưng bất biến của vật thể thay vì học vẹt theo màu sắc hay độ sáng.</a:t>
            </a:r>
          </a:p>
          <a:p>
            <a:pPr marL="158750" indent="0">
              <a:buNone/>
            </a:pPr>
            <a:r>
              <a:rPr lang="vi-VN" sz="1100" b="0" i="0" u="none" strike="noStrike" cap="none" dirty="0">
                <a:solidFill>
                  <a:srgbClr val="000000"/>
                </a:solidFill>
                <a:effectLst/>
                <a:latin typeface="Arial"/>
                <a:ea typeface="Arial"/>
                <a:cs typeface="Arial"/>
                <a:sym typeface="Arial"/>
              </a:rPr>
              <a:t>Đồng thời, mạng Teacher không được huấn luyện bằng Gradient Descent trực tiếp. Trọng số của nó được cập nhật chậm rãi từ mạng Student qua phương trình EMA. Với hệ số alpha gần 1, mô hình Teacher giống như một kho lưu trữ dài hạn (Long-term memory) của hệ thống. Kỹ thuật này ngăn chặn hiện tượng trôi dạt trọng số (Weight Drift) khi mô hình phải liên tục học trên các nhãn giả bị nhiễu.</a:t>
            </a:r>
          </a:p>
        </p:txBody>
      </p:sp>
    </p:spTree>
    <p:extLst>
      <p:ext uri="{BB962C8B-B14F-4D97-AF65-F5344CB8AC3E}">
        <p14:creationId xmlns:p14="http://schemas.microsoft.com/office/powerpoint/2010/main" val="21216002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a:extLst>
            <a:ext uri="{FF2B5EF4-FFF2-40B4-BE49-F238E27FC236}">
              <a16:creationId xmlns:a16="http://schemas.microsoft.com/office/drawing/2014/main" id="{58F97795-975F-F1D8-07E3-3C3CE59C3D6A}"/>
            </a:ext>
          </a:extLst>
        </p:cNvPr>
        <p:cNvGrpSpPr/>
        <p:nvPr/>
      </p:nvGrpSpPr>
      <p:grpSpPr>
        <a:xfrm>
          <a:off x="0" y="0"/>
          <a:ext cx="0" cy="0"/>
          <a:chOff x="0" y="0"/>
          <a:chExt cx="0" cy="0"/>
        </a:xfrm>
      </p:grpSpPr>
      <p:sp>
        <p:nvSpPr>
          <p:cNvPr id="2238" name="Google Shape;2238;g86fa6133bc_4_126:notes">
            <a:extLst>
              <a:ext uri="{FF2B5EF4-FFF2-40B4-BE49-F238E27FC236}">
                <a16:creationId xmlns:a16="http://schemas.microsoft.com/office/drawing/2014/main" id="{01A9900E-557D-2B23-C515-E985C46D4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a:extLst>
              <a:ext uri="{FF2B5EF4-FFF2-40B4-BE49-F238E27FC236}">
                <a16:creationId xmlns:a16="http://schemas.microsoft.com/office/drawing/2014/main" id="{7D48D35A-A7F1-6847-7363-DFA56DEC8D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dirty="0"/>
              <a:t>Chuyển sang Giai đoạn 2, chúng ta áp dụng cơ chế Self-training. Cùng một ảnh đầu vào được rẽ làm hai nhánh: biến đổi nhẹ (Weak Aug) và biến đổi mạnh (Strong Aug). Nhánh Weak Aug đóng vai trò là Teacher sinh ra nhãn giả, còn nhánh Strong Aug là Student. Đặc biệt, ta không dùng Backpropagation thông thường cho mạng Teacher, mà trọng số của nó được cập nhật chậm rãi từ mạng Student thông qua hàm trung bình động hàm mũ EMA. Hệ thống được tối ưu bằng hàm </a:t>
            </a:r>
            <a:r>
              <a:rPr lang="en-US" altLang="en-US" sz="1100" dirty="0">
                <a:solidFill>
                  <a:schemeClr val="tx1"/>
                </a:solidFill>
                <a:latin typeface="Abadi" panose="020B0604020104020204" pitchFamily="34" charset="0"/>
              </a:rPr>
              <a:t>L</a:t>
            </a:r>
            <a:r>
              <a:rPr lang="en-US" altLang="en-US" sz="1100" baseline="-25000" dirty="0">
                <a:solidFill>
                  <a:schemeClr val="tx1"/>
                </a:solidFill>
                <a:latin typeface="Abadi" panose="020B0604020104020204" pitchFamily="34" charset="0"/>
              </a:rPr>
              <a:t>AC </a:t>
            </a:r>
            <a:r>
              <a:rPr lang="vi-VN" dirty="0"/>
              <a:t>để đảm bảo rằng dù ảnh bị nhiễu nặng, dự đoán đầu ra vẫn phải nhất quán với ảnh gốc</a:t>
            </a:r>
            <a:endParaRPr dirty="0"/>
          </a:p>
        </p:txBody>
      </p:sp>
    </p:spTree>
    <p:extLst>
      <p:ext uri="{BB962C8B-B14F-4D97-AF65-F5344CB8AC3E}">
        <p14:creationId xmlns:p14="http://schemas.microsoft.com/office/powerpoint/2010/main" val="11396056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a:extLst>
            <a:ext uri="{FF2B5EF4-FFF2-40B4-BE49-F238E27FC236}">
              <a16:creationId xmlns:a16="http://schemas.microsoft.com/office/drawing/2014/main" id="{85C86B2D-A9B8-8651-0954-E5D7114304E7}"/>
            </a:ext>
          </a:extLst>
        </p:cNvPr>
        <p:cNvGrpSpPr/>
        <p:nvPr/>
      </p:nvGrpSpPr>
      <p:grpSpPr>
        <a:xfrm>
          <a:off x="0" y="0"/>
          <a:ext cx="0" cy="0"/>
          <a:chOff x="0" y="0"/>
          <a:chExt cx="0" cy="0"/>
        </a:xfrm>
      </p:grpSpPr>
      <p:sp>
        <p:nvSpPr>
          <p:cNvPr id="2238" name="Google Shape;2238;g86fa6133bc_4_126:notes">
            <a:extLst>
              <a:ext uri="{FF2B5EF4-FFF2-40B4-BE49-F238E27FC236}">
                <a16:creationId xmlns:a16="http://schemas.microsoft.com/office/drawing/2014/main" id="{ED975FC7-ED03-9D1B-D4B8-21ABE6D598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a:extLst>
              <a:ext uri="{FF2B5EF4-FFF2-40B4-BE49-F238E27FC236}">
                <a16:creationId xmlns:a16="http://schemas.microsoft.com/office/drawing/2014/main" id="{B0B18462-814C-F9EB-33D1-744D916107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vi-VN" sz="1100" b="0" i="0" u="none" strike="noStrike" cap="none" dirty="0">
                <a:solidFill>
                  <a:srgbClr val="000000"/>
                </a:solidFill>
                <a:effectLst/>
                <a:latin typeface="Arial"/>
                <a:ea typeface="Arial"/>
                <a:cs typeface="Arial"/>
                <a:sym typeface="Arial"/>
              </a:rPr>
              <a:t>Đối với Giai đoạn 2, cốt lõi nằm ở hàm mất mát tính nhất quán </a:t>
            </a:r>
            <a:r>
              <a:rPr lang="en-US" altLang="en-US" sz="1100" dirty="0">
                <a:solidFill>
                  <a:schemeClr val="tx1"/>
                </a:solidFill>
                <a:latin typeface="Abadi" panose="020B0604020104020204" pitchFamily="34" charset="0"/>
              </a:rPr>
              <a:t>L</a:t>
            </a:r>
            <a:r>
              <a:rPr lang="en-US" altLang="en-US" sz="1100" baseline="-25000" dirty="0">
                <a:solidFill>
                  <a:schemeClr val="tx1"/>
                </a:solidFill>
                <a:latin typeface="Abadi" panose="020B0604020104020204" pitchFamily="34" charset="0"/>
              </a:rPr>
              <a:t>AC </a:t>
            </a:r>
            <a:r>
              <a:rPr lang="vi-VN" sz="1100" b="0" i="0" u="none" strike="noStrike" cap="none" dirty="0">
                <a:solidFill>
                  <a:srgbClr val="000000"/>
                </a:solidFill>
                <a:effectLst/>
                <a:latin typeface="Arial"/>
                <a:ea typeface="Arial"/>
                <a:cs typeface="Arial"/>
                <a:sym typeface="Arial"/>
              </a:rPr>
              <a:t>và cơ chế EMA.</a:t>
            </a:r>
          </a:p>
          <a:p>
            <a:pPr marL="158750" indent="0">
              <a:buNone/>
            </a:pPr>
            <a:r>
              <a:rPr lang="vi-VN" sz="1100" b="0" i="0" u="none" strike="noStrike" cap="none" dirty="0">
                <a:solidFill>
                  <a:srgbClr val="000000"/>
                </a:solidFill>
                <a:effectLst/>
                <a:latin typeface="Arial"/>
                <a:ea typeface="Arial"/>
                <a:cs typeface="Arial"/>
                <a:sym typeface="Arial"/>
              </a:rPr>
              <a:t>Về </a:t>
            </a:r>
            <a:r>
              <a:rPr lang="en-US" altLang="en-US" sz="1100" dirty="0">
                <a:solidFill>
                  <a:schemeClr val="tx1"/>
                </a:solidFill>
                <a:latin typeface="Abadi" panose="020B0604020104020204" pitchFamily="34" charset="0"/>
              </a:rPr>
              <a:t>L</a:t>
            </a:r>
            <a:r>
              <a:rPr lang="en-US" altLang="en-US" sz="1100" baseline="-25000" dirty="0">
                <a:solidFill>
                  <a:schemeClr val="tx1"/>
                </a:solidFill>
                <a:latin typeface="Abadi" panose="020B0604020104020204" pitchFamily="34" charset="0"/>
              </a:rPr>
              <a:t>AC</a:t>
            </a:r>
            <a:r>
              <a:rPr lang="vi-VN" sz="1100" b="0" i="0" u="none" strike="noStrike" cap="none" dirty="0">
                <a:solidFill>
                  <a:srgbClr val="000000"/>
                </a:solidFill>
                <a:effectLst/>
                <a:latin typeface="Arial"/>
                <a:ea typeface="Arial"/>
                <a:cs typeface="Arial"/>
                <a:sym typeface="Arial"/>
              </a:rPr>
              <a:t>, tư tưởng ở đây là một mô hình tốt phải có khả năng kháng nhiễu. Dù ảnh bị biến đổi mạnh (Strong Aug), phân phối xác suất đầu ra </a:t>
            </a:r>
            <a:r>
              <a:rPr lang="en-US" sz="1100" b="0" i="0" u="none" strike="noStrike" cap="none" dirty="0" err="1">
                <a:solidFill>
                  <a:srgbClr val="000000"/>
                </a:solidFill>
                <a:effectLst/>
                <a:latin typeface="Arial"/>
                <a:ea typeface="Arial"/>
                <a:cs typeface="Arial"/>
                <a:sym typeface="Arial"/>
              </a:rPr>
              <a:t>pi</a:t>
            </a:r>
            <a:r>
              <a:rPr lang="en-US" sz="1100" b="0" i="0" u="none" strike="noStrike" cap="none" baseline="-25000" dirty="0" err="1">
                <a:solidFill>
                  <a:srgbClr val="000000"/>
                </a:solidFill>
                <a:effectLst/>
                <a:latin typeface="Arial"/>
                <a:ea typeface="Arial"/>
                <a:cs typeface="Arial"/>
                <a:sym typeface="Arial"/>
              </a:rPr>
              <a:t>i</a:t>
            </a:r>
            <a:r>
              <a:rPr lang="en-US" sz="1100" b="0" i="0" u="none" strike="noStrike" cap="none" baseline="30000" dirty="0" err="1">
                <a:solidFill>
                  <a:srgbClr val="000000"/>
                </a:solidFill>
                <a:effectLst/>
                <a:latin typeface="Arial"/>
                <a:ea typeface="Arial"/>
                <a:cs typeface="Arial"/>
                <a:sym typeface="Arial"/>
              </a:rPr>
              <a:t>strong</a:t>
            </a:r>
            <a:r>
              <a:rPr lang="en-US" sz="1100" b="0" i="0" u="none" strike="noStrike" cap="none" baseline="0" dirty="0">
                <a:solidFill>
                  <a:srgbClr val="000000"/>
                </a:solidFill>
                <a:effectLst/>
                <a:latin typeface="Arial"/>
                <a:ea typeface="Arial"/>
                <a:cs typeface="Arial"/>
                <a:sym typeface="Arial"/>
              </a:rPr>
              <a:t> </a:t>
            </a:r>
            <a:r>
              <a:rPr lang="en-US" sz="1100" b="0" i="0" u="none" strike="noStrike" cap="none" baseline="-25000" dirty="0">
                <a:solidFill>
                  <a:srgbClr val="000000"/>
                </a:solidFill>
                <a:effectLst/>
                <a:latin typeface="Arial"/>
                <a:ea typeface="Arial"/>
                <a:cs typeface="Arial"/>
                <a:sym typeface="Arial"/>
              </a:rPr>
              <a:t> </a:t>
            </a:r>
            <a:r>
              <a:rPr lang="vi-VN" sz="1100" b="0" i="0" u="none" strike="noStrike" cap="none" dirty="0">
                <a:solidFill>
                  <a:srgbClr val="000000"/>
                </a:solidFill>
                <a:effectLst/>
                <a:latin typeface="Arial"/>
                <a:ea typeface="Arial"/>
                <a:cs typeface="Arial"/>
                <a:sym typeface="Arial"/>
              </a:rPr>
              <a:t>vẫn phải bám sát với đầu ra của ảnh ít bị biến đổi </a:t>
            </a:r>
            <a:r>
              <a:rPr lang="en-US" sz="1100" b="0" i="0" u="none" strike="noStrike" cap="none" dirty="0" err="1">
                <a:solidFill>
                  <a:srgbClr val="000000"/>
                </a:solidFill>
                <a:effectLst/>
                <a:latin typeface="Arial"/>
                <a:ea typeface="Arial"/>
                <a:cs typeface="Arial"/>
                <a:sym typeface="Arial"/>
              </a:rPr>
              <a:t>pi</a:t>
            </a:r>
            <a:r>
              <a:rPr lang="en-US" sz="1100" b="0" i="0" u="none" strike="noStrike" cap="none" baseline="-25000" dirty="0" err="1">
                <a:solidFill>
                  <a:srgbClr val="000000"/>
                </a:solidFill>
                <a:effectLst/>
                <a:latin typeface="Arial"/>
                <a:ea typeface="Arial"/>
                <a:cs typeface="Arial"/>
                <a:sym typeface="Arial"/>
              </a:rPr>
              <a:t>i</a:t>
            </a:r>
            <a:r>
              <a:rPr lang="en-US" sz="1100" b="0" i="0" u="none" strike="noStrike" cap="none" baseline="30000" dirty="0" err="1">
                <a:solidFill>
                  <a:srgbClr val="000000"/>
                </a:solidFill>
                <a:effectLst/>
                <a:latin typeface="Arial"/>
                <a:ea typeface="Arial"/>
                <a:cs typeface="Arial"/>
                <a:sym typeface="Arial"/>
              </a:rPr>
              <a:t>weak</a:t>
            </a:r>
            <a:r>
              <a:rPr lang="en-US" sz="1100" b="0" i="0" u="none" strike="noStrike" cap="none" dirty="0">
                <a:solidFill>
                  <a:srgbClr val="000000"/>
                </a:solidFill>
                <a:effectLst/>
                <a:latin typeface="Arial"/>
                <a:ea typeface="Arial"/>
                <a:cs typeface="Arial"/>
                <a:sym typeface="Arial"/>
              </a:rPr>
              <a:t> </a:t>
            </a:r>
            <a:r>
              <a:rPr lang="vi-VN" sz="1100" b="0" i="0" u="none" strike="noStrike" cap="none" dirty="0">
                <a:solidFill>
                  <a:srgbClr val="000000"/>
                </a:solidFill>
                <a:effectLst/>
                <a:latin typeface="Arial"/>
                <a:ea typeface="Arial"/>
                <a:cs typeface="Arial"/>
                <a:sym typeface="Arial"/>
              </a:rPr>
              <a:t>Việc đo lường khoảng cách </a:t>
            </a:r>
            <a:r>
              <a:rPr lang="en-US" sz="1100" b="0" i="0" u="none" strike="noStrike" cap="none" dirty="0">
                <a:solidFill>
                  <a:srgbClr val="000000"/>
                </a:solidFill>
                <a:effectLst/>
                <a:latin typeface="Arial"/>
                <a:ea typeface="Arial"/>
                <a:cs typeface="Arial"/>
                <a:sym typeface="Arial"/>
              </a:rPr>
              <a:t>D </a:t>
            </a:r>
            <a:r>
              <a:rPr lang="vi-VN" sz="1100" b="0" i="0" u="none" strike="noStrike" cap="none" dirty="0">
                <a:solidFill>
                  <a:srgbClr val="000000"/>
                </a:solidFill>
                <a:effectLst/>
                <a:latin typeface="Arial"/>
                <a:ea typeface="Arial"/>
                <a:cs typeface="Arial"/>
                <a:sym typeface="Arial"/>
              </a:rPr>
              <a:t>giữa hai phân phối này giúp mạng nơ-ron học được các đặc trưng bất biến của vật thể thay vì học vẹt theo màu sắc hay độ sáng.</a:t>
            </a:r>
          </a:p>
          <a:p>
            <a:pPr marL="158750" indent="0">
              <a:buNone/>
            </a:pPr>
            <a:r>
              <a:rPr lang="vi-VN" sz="1100" b="0" i="0" u="none" strike="noStrike" cap="none" dirty="0">
                <a:solidFill>
                  <a:srgbClr val="000000"/>
                </a:solidFill>
                <a:effectLst/>
                <a:latin typeface="Arial"/>
                <a:ea typeface="Arial"/>
                <a:cs typeface="Arial"/>
                <a:sym typeface="Arial"/>
              </a:rPr>
              <a:t>Đồng thời, mạng Teacher không được huấn luyện bằng Gradient Descent trực tiếp. Trọng số của nó được cập nhật chậm rãi từ mạng Student qua phương trình EMA. Với hệ số $\alpha$ gần 1, mô hình Teacher giống như một kho lưu trữ dài hạn (Long-term memory) của hệ thống. Kỹ thuật này ngăn chặn hiện tượng trôi dạt trọng số (Weight Drift) khi mô hình phải liên tục học trên các nhãn giả bị nhiễu.</a:t>
            </a:r>
          </a:p>
        </p:txBody>
      </p:sp>
    </p:spTree>
    <p:extLst>
      <p:ext uri="{BB962C8B-B14F-4D97-AF65-F5344CB8AC3E}">
        <p14:creationId xmlns:p14="http://schemas.microsoft.com/office/powerpoint/2010/main" val="10802950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86fa6133bc_4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3"/>
        <p:cNvGrpSpPr/>
        <p:nvPr/>
      </p:nvGrpSpPr>
      <p:grpSpPr>
        <a:xfrm>
          <a:off x="0" y="0"/>
          <a:ext cx="0" cy="0"/>
          <a:chOff x="0" y="0"/>
          <a:chExt cx="0" cy="0"/>
        </a:xfrm>
      </p:grpSpPr>
      <p:sp>
        <p:nvSpPr>
          <p:cNvPr id="2304" name="Google Shape;2304;g86fa6133bc_4_21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5" name="Google Shape;2305;g86fa6133bc_4_21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3">
          <a:extLst>
            <a:ext uri="{FF2B5EF4-FFF2-40B4-BE49-F238E27FC236}">
              <a16:creationId xmlns:a16="http://schemas.microsoft.com/office/drawing/2014/main" id="{9525187D-C6C6-C340-26F3-0ABF48849643}"/>
            </a:ext>
          </a:extLst>
        </p:cNvPr>
        <p:cNvGrpSpPr/>
        <p:nvPr/>
      </p:nvGrpSpPr>
      <p:grpSpPr>
        <a:xfrm>
          <a:off x="0" y="0"/>
          <a:ext cx="0" cy="0"/>
          <a:chOff x="0" y="0"/>
          <a:chExt cx="0" cy="0"/>
        </a:xfrm>
      </p:grpSpPr>
      <p:sp>
        <p:nvSpPr>
          <p:cNvPr id="2304" name="Google Shape;2304;g86fa6133bc_4_21142:notes">
            <a:extLst>
              <a:ext uri="{FF2B5EF4-FFF2-40B4-BE49-F238E27FC236}">
                <a16:creationId xmlns:a16="http://schemas.microsoft.com/office/drawing/2014/main" id="{4658643D-288C-EAED-9FA1-3BA7435A9BB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5" name="Google Shape;2305;g86fa6133bc_4_21142:notes">
            <a:extLst>
              <a:ext uri="{FF2B5EF4-FFF2-40B4-BE49-F238E27FC236}">
                <a16:creationId xmlns:a16="http://schemas.microsoft.com/office/drawing/2014/main" id="{9866D8AA-55E7-B139-4A74-BA010057C3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488167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2"/>
        <p:cNvGrpSpPr/>
        <p:nvPr/>
      </p:nvGrpSpPr>
      <p:grpSpPr>
        <a:xfrm>
          <a:off x="0" y="0"/>
          <a:ext cx="0" cy="0"/>
          <a:chOff x="0" y="0"/>
          <a:chExt cx="0" cy="0"/>
        </a:xfrm>
      </p:grpSpPr>
      <p:sp>
        <p:nvSpPr>
          <p:cNvPr id="2333" name="Google Shape;2333;g8728718f4e_1_13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4" name="Google Shape;2334;g8728718f4e_1_13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
        <p:cNvGrpSpPr/>
        <p:nvPr/>
      </p:nvGrpSpPr>
      <p:grpSpPr>
        <a:xfrm>
          <a:off x="0" y="0"/>
          <a:ext cx="0" cy="0"/>
          <a:chOff x="0" y="0"/>
          <a:chExt cx="0" cy="0"/>
        </a:xfrm>
      </p:grpSpPr>
      <p:sp>
        <p:nvSpPr>
          <p:cNvPr id="8" name="Google Shape;8;p2"/>
          <p:cNvSpPr txBox="1">
            <a:spLocks noGrp="1"/>
          </p:cNvSpPr>
          <p:nvPr>
            <p:ph type="ctrTitle"/>
          </p:nvPr>
        </p:nvSpPr>
        <p:spPr>
          <a:xfrm>
            <a:off x="5248656" y="2002536"/>
            <a:ext cx="3264300" cy="1792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5200"/>
              <a:buNone/>
              <a:defRPr sz="5200"/>
            </a:lvl1pPr>
            <a:lvl2pPr lvl="1" algn="r" rtl="0">
              <a:spcBef>
                <a:spcPts val="0"/>
              </a:spcBef>
              <a:spcAft>
                <a:spcPts val="0"/>
              </a:spcAft>
              <a:buSzPts val="5200"/>
              <a:buNone/>
              <a:defRPr sz="5200"/>
            </a:lvl2pPr>
            <a:lvl3pPr lvl="2" algn="r" rtl="0">
              <a:spcBef>
                <a:spcPts val="0"/>
              </a:spcBef>
              <a:spcAft>
                <a:spcPts val="0"/>
              </a:spcAft>
              <a:buSzPts val="5200"/>
              <a:buNone/>
              <a:defRPr sz="5200"/>
            </a:lvl3pPr>
            <a:lvl4pPr lvl="3" algn="r" rtl="0">
              <a:spcBef>
                <a:spcPts val="0"/>
              </a:spcBef>
              <a:spcAft>
                <a:spcPts val="0"/>
              </a:spcAft>
              <a:buSzPts val="5200"/>
              <a:buNone/>
              <a:defRPr sz="5200"/>
            </a:lvl4pPr>
            <a:lvl5pPr lvl="4" algn="r" rtl="0">
              <a:spcBef>
                <a:spcPts val="0"/>
              </a:spcBef>
              <a:spcAft>
                <a:spcPts val="0"/>
              </a:spcAft>
              <a:buSzPts val="5200"/>
              <a:buNone/>
              <a:defRPr sz="5200"/>
            </a:lvl5pPr>
            <a:lvl6pPr lvl="5" algn="r" rtl="0">
              <a:spcBef>
                <a:spcPts val="0"/>
              </a:spcBef>
              <a:spcAft>
                <a:spcPts val="0"/>
              </a:spcAft>
              <a:buSzPts val="5200"/>
              <a:buNone/>
              <a:defRPr sz="5200"/>
            </a:lvl6pPr>
            <a:lvl7pPr lvl="6" algn="r" rtl="0">
              <a:spcBef>
                <a:spcPts val="0"/>
              </a:spcBef>
              <a:spcAft>
                <a:spcPts val="0"/>
              </a:spcAft>
              <a:buSzPts val="5200"/>
              <a:buNone/>
              <a:defRPr sz="5200"/>
            </a:lvl7pPr>
            <a:lvl8pPr lvl="7" algn="r" rtl="0">
              <a:spcBef>
                <a:spcPts val="0"/>
              </a:spcBef>
              <a:spcAft>
                <a:spcPts val="0"/>
              </a:spcAft>
              <a:buSzPts val="5200"/>
              <a:buNone/>
              <a:defRPr sz="5200"/>
            </a:lvl8pPr>
            <a:lvl9pPr lvl="8" algn="r" rtl="0">
              <a:spcBef>
                <a:spcPts val="0"/>
              </a:spcBef>
              <a:spcAft>
                <a:spcPts val="0"/>
              </a:spcAft>
              <a:buSzPts val="5200"/>
              <a:buNone/>
              <a:defRPr sz="5200"/>
            </a:lvl9pPr>
          </a:lstStyle>
          <a:p>
            <a:endParaRPr/>
          </a:p>
        </p:txBody>
      </p:sp>
      <p:sp>
        <p:nvSpPr>
          <p:cNvPr id="9" name="Google Shape;9;p2"/>
          <p:cNvSpPr txBox="1">
            <a:spLocks noGrp="1"/>
          </p:cNvSpPr>
          <p:nvPr>
            <p:ph type="subTitle" idx="1"/>
          </p:nvPr>
        </p:nvSpPr>
        <p:spPr>
          <a:xfrm>
            <a:off x="5248656" y="3721608"/>
            <a:ext cx="3264300" cy="896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1pPr>
            <a:lvl2pPr lvl="1"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2pPr>
            <a:lvl3pPr lvl="2"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3pPr>
            <a:lvl4pPr lvl="3"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4pPr>
            <a:lvl5pPr lvl="4"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5pPr>
            <a:lvl6pPr lvl="5"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6pPr>
            <a:lvl7pPr lvl="6"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7pPr>
            <a:lvl8pPr lvl="7"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8pPr>
            <a:lvl9pPr lvl="8"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10" name="Google Shape;10;p2"/>
          <p:cNvCxnSpPr/>
          <p:nvPr/>
        </p:nvCxnSpPr>
        <p:spPr>
          <a:xfrm flipH="1">
            <a:off x="5827050" y="451300"/>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11" name="Google Shape;11;p2"/>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12" name="Google Shape;12;p2"/>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13" name="Google Shape;13;p2"/>
          <p:cNvGrpSpPr/>
          <p:nvPr/>
        </p:nvGrpSpPr>
        <p:grpSpPr>
          <a:xfrm>
            <a:off x="8064275" y="887850"/>
            <a:ext cx="581800" cy="582350"/>
            <a:chOff x="8064275" y="887850"/>
            <a:chExt cx="581800" cy="582350"/>
          </a:xfrm>
        </p:grpSpPr>
        <p:sp>
          <p:nvSpPr>
            <p:cNvPr id="14" name="Google Shape;14;p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 name="Google Shape;20;p2"/>
          <p:cNvGrpSpPr/>
          <p:nvPr/>
        </p:nvGrpSpPr>
        <p:grpSpPr>
          <a:xfrm>
            <a:off x="7353050" y="316275"/>
            <a:ext cx="292025" cy="292575"/>
            <a:chOff x="7353050" y="316275"/>
            <a:chExt cx="292025" cy="292575"/>
          </a:xfrm>
        </p:grpSpPr>
        <p:sp>
          <p:nvSpPr>
            <p:cNvPr id="21" name="Google Shape;21;p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Google Shape;25;p2"/>
          <p:cNvSpPr/>
          <p:nvPr/>
        </p:nvSpPr>
        <p:spPr>
          <a:xfrm>
            <a:off x="5690580" y="4258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5688325" y="4232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5727069" y="4623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5724827" y="4597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5766657" y="5018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5764415" y="4996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 name="Google Shape;31;p2"/>
          <p:cNvGrpSpPr/>
          <p:nvPr/>
        </p:nvGrpSpPr>
        <p:grpSpPr>
          <a:xfrm>
            <a:off x="5443350" y="289275"/>
            <a:ext cx="175013" cy="27000"/>
            <a:chOff x="5662375" y="212375"/>
            <a:chExt cx="175013" cy="27000"/>
          </a:xfrm>
        </p:grpSpPr>
        <p:sp>
          <p:nvSpPr>
            <p:cNvPr id="32" name="Google Shape;32;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35;p2"/>
          <p:cNvGrpSpPr/>
          <p:nvPr/>
        </p:nvGrpSpPr>
        <p:grpSpPr>
          <a:xfrm>
            <a:off x="8490050" y="170875"/>
            <a:ext cx="175013" cy="27000"/>
            <a:chOff x="5662375" y="212375"/>
            <a:chExt cx="175013" cy="27000"/>
          </a:xfrm>
        </p:grpSpPr>
        <p:sp>
          <p:nvSpPr>
            <p:cNvPr id="36" name="Google Shape;36;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 name="Google Shape;39;p2"/>
          <p:cNvGrpSpPr/>
          <p:nvPr/>
        </p:nvGrpSpPr>
        <p:grpSpPr>
          <a:xfrm>
            <a:off x="8068750" y="1581800"/>
            <a:ext cx="175013" cy="27000"/>
            <a:chOff x="5662375" y="212375"/>
            <a:chExt cx="175013" cy="27000"/>
          </a:xfrm>
        </p:grpSpPr>
        <p:sp>
          <p:nvSpPr>
            <p:cNvPr id="40" name="Google Shape;40;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9"/>
        <p:cNvGrpSpPr/>
        <p:nvPr/>
      </p:nvGrpSpPr>
      <p:grpSpPr>
        <a:xfrm>
          <a:off x="0" y="0"/>
          <a:ext cx="0" cy="0"/>
          <a:chOff x="0" y="0"/>
          <a:chExt cx="0" cy="0"/>
        </a:xfrm>
      </p:grpSpPr>
      <p:sp>
        <p:nvSpPr>
          <p:cNvPr id="110" name="Google Shape;110;p4"/>
          <p:cNvSpPr txBox="1">
            <a:spLocks noGrp="1"/>
          </p:cNvSpPr>
          <p:nvPr>
            <p:ph type="subTitle" idx="1"/>
          </p:nvPr>
        </p:nvSpPr>
        <p:spPr>
          <a:xfrm>
            <a:off x="2167128" y="3054096"/>
            <a:ext cx="4809600" cy="11340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grpSp>
        <p:nvGrpSpPr>
          <p:cNvPr id="111" name="Google Shape;111;p4"/>
          <p:cNvGrpSpPr/>
          <p:nvPr/>
        </p:nvGrpSpPr>
        <p:grpSpPr>
          <a:xfrm>
            <a:off x="4484494" y="4433000"/>
            <a:ext cx="175013" cy="27000"/>
            <a:chOff x="5662375" y="212375"/>
            <a:chExt cx="175013" cy="27000"/>
          </a:xfrm>
        </p:grpSpPr>
        <p:sp>
          <p:nvSpPr>
            <p:cNvPr id="112" name="Google Shape;11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 name="Google Shape;115;p4"/>
          <p:cNvSpPr txBox="1">
            <a:spLocks noGrp="1"/>
          </p:cNvSpPr>
          <p:nvPr>
            <p:ph type="title"/>
          </p:nvPr>
        </p:nvSpPr>
        <p:spPr>
          <a:xfrm>
            <a:off x="2167128" y="2478024"/>
            <a:ext cx="48096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16" name="Google Shape;116;p4"/>
          <p:cNvGrpSpPr/>
          <p:nvPr/>
        </p:nvGrpSpPr>
        <p:grpSpPr>
          <a:xfrm>
            <a:off x="432850" y="0"/>
            <a:ext cx="8278300" cy="5165700"/>
            <a:chOff x="432850" y="0"/>
            <a:chExt cx="8278300" cy="5165700"/>
          </a:xfrm>
        </p:grpSpPr>
        <p:cxnSp>
          <p:nvCxnSpPr>
            <p:cNvPr id="117" name="Google Shape;117;p4"/>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18" name="Google Shape;118;p4"/>
            <p:cNvGrpSpPr/>
            <p:nvPr/>
          </p:nvGrpSpPr>
          <p:grpSpPr>
            <a:xfrm>
              <a:off x="8129350" y="4292175"/>
              <a:ext cx="581800" cy="582350"/>
              <a:chOff x="8064275" y="887850"/>
              <a:chExt cx="581800" cy="582350"/>
            </a:xfrm>
          </p:grpSpPr>
          <p:sp>
            <p:nvSpPr>
              <p:cNvPr id="119" name="Google Shape;119;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 name="Google Shape;125;p4"/>
            <p:cNvGrpSpPr/>
            <p:nvPr/>
          </p:nvGrpSpPr>
          <p:grpSpPr>
            <a:xfrm>
              <a:off x="8274238" y="3720600"/>
              <a:ext cx="292025" cy="292575"/>
              <a:chOff x="7353050" y="316275"/>
              <a:chExt cx="292025" cy="292575"/>
            </a:xfrm>
          </p:grpSpPr>
          <p:sp>
            <p:nvSpPr>
              <p:cNvPr id="126" name="Google Shape;126;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 name="Google Shape;130;p4"/>
            <p:cNvGrpSpPr/>
            <p:nvPr/>
          </p:nvGrpSpPr>
          <p:grpSpPr>
            <a:xfrm>
              <a:off x="8332763" y="3212475"/>
              <a:ext cx="175000" cy="175000"/>
              <a:chOff x="8792300" y="321275"/>
              <a:chExt cx="175000" cy="175000"/>
            </a:xfrm>
          </p:grpSpPr>
          <p:sp>
            <p:nvSpPr>
              <p:cNvPr id="131" name="Google Shape;131;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 name="Google Shape;135;p4"/>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36" name="Google Shape;136;p4"/>
            <p:cNvGrpSpPr/>
            <p:nvPr/>
          </p:nvGrpSpPr>
          <p:grpSpPr>
            <a:xfrm rot="10800000">
              <a:off x="432850" y="291788"/>
              <a:ext cx="581800" cy="582350"/>
              <a:chOff x="8064275" y="887850"/>
              <a:chExt cx="581800" cy="582350"/>
            </a:xfrm>
          </p:grpSpPr>
          <p:sp>
            <p:nvSpPr>
              <p:cNvPr id="137" name="Google Shape;137;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 name="Google Shape;143;p4"/>
            <p:cNvGrpSpPr/>
            <p:nvPr/>
          </p:nvGrpSpPr>
          <p:grpSpPr>
            <a:xfrm rot="10800000">
              <a:off x="577738" y="1153138"/>
              <a:ext cx="292025" cy="292575"/>
              <a:chOff x="7353050" y="316275"/>
              <a:chExt cx="292025" cy="292575"/>
            </a:xfrm>
          </p:grpSpPr>
          <p:sp>
            <p:nvSpPr>
              <p:cNvPr id="144" name="Google Shape;144;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4"/>
            <p:cNvGrpSpPr/>
            <p:nvPr/>
          </p:nvGrpSpPr>
          <p:grpSpPr>
            <a:xfrm rot="10800000">
              <a:off x="636238" y="1778838"/>
              <a:ext cx="175000" cy="175000"/>
              <a:chOff x="8792300" y="321275"/>
              <a:chExt cx="175000" cy="175000"/>
            </a:xfrm>
          </p:grpSpPr>
          <p:sp>
            <p:nvSpPr>
              <p:cNvPr id="149" name="Google Shape;149;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 name="Google Shape;153;p4"/>
            <p:cNvGrpSpPr/>
            <p:nvPr/>
          </p:nvGrpSpPr>
          <p:grpSpPr>
            <a:xfrm>
              <a:off x="432850" y="2003163"/>
              <a:ext cx="175013" cy="27000"/>
              <a:chOff x="5662375" y="212375"/>
              <a:chExt cx="175013" cy="27000"/>
            </a:xfrm>
          </p:grpSpPr>
          <p:sp>
            <p:nvSpPr>
              <p:cNvPr id="154" name="Google Shape;154;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157;p4"/>
            <p:cNvGrpSpPr/>
            <p:nvPr/>
          </p:nvGrpSpPr>
          <p:grpSpPr>
            <a:xfrm>
              <a:off x="788100" y="208488"/>
              <a:ext cx="175013" cy="27000"/>
              <a:chOff x="5662375" y="212375"/>
              <a:chExt cx="175013" cy="27000"/>
            </a:xfrm>
          </p:grpSpPr>
          <p:sp>
            <p:nvSpPr>
              <p:cNvPr id="158" name="Google Shape;158;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 name="Google Shape;161;p4"/>
            <p:cNvGrpSpPr/>
            <p:nvPr/>
          </p:nvGrpSpPr>
          <p:grpSpPr>
            <a:xfrm>
              <a:off x="8129350" y="4988725"/>
              <a:ext cx="175013" cy="27000"/>
              <a:chOff x="5662375" y="212375"/>
              <a:chExt cx="175013" cy="27000"/>
            </a:xfrm>
          </p:grpSpPr>
          <p:sp>
            <p:nvSpPr>
              <p:cNvPr id="162" name="Google Shape;16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 name="Google Shape;165;p4"/>
            <p:cNvGrpSpPr/>
            <p:nvPr/>
          </p:nvGrpSpPr>
          <p:grpSpPr>
            <a:xfrm>
              <a:off x="8497550" y="3429425"/>
              <a:ext cx="175013" cy="27000"/>
              <a:chOff x="5662375" y="212375"/>
              <a:chExt cx="175013" cy="27000"/>
            </a:xfrm>
          </p:grpSpPr>
          <p:sp>
            <p:nvSpPr>
              <p:cNvPr id="166" name="Google Shape;166;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9" name="Google Shape;169;p4"/>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70" name="Google Shape;170;p4"/>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71" name="Google Shape;171;p4"/>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4"/>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2"/>
        <p:cNvGrpSpPr/>
        <p:nvPr/>
      </p:nvGrpSpPr>
      <p:grpSpPr>
        <a:xfrm>
          <a:off x="0" y="0"/>
          <a:ext cx="0" cy="0"/>
          <a:chOff x="0" y="0"/>
          <a:chExt cx="0" cy="0"/>
        </a:xfrm>
      </p:grpSpPr>
      <p:sp>
        <p:nvSpPr>
          <p:cNvPr id="243" name="Google Shape;243;p6"/>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grpSp>
        <p:nvGrpSpPr>
          <p:cNvPr id="244" name="Google Shape;244;p6"/>
          <p:cNvGrpSpPr/>
          <p:nvPr/>
        </p:nvGrpSpPr>
        <p:grpSpPr>
          <a:xfrm>
            <a:off x="432850" y="0"/>
            <a:ext cx="8278300" cy="5165700"/>
            <a:chOff x="432850" y="0"/>
            <a:chExt cx="8278300" cy="5165700"/>
          </a:xfrm>
        </p:grpSpPr>
        <p:cxnSp>
          <p:nvCxnSpPr>
            <p:cNvPr id="245" name="Google Shape;245;p6"/>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46" name="Google Shape;246;p6"/>
            <p:cNvGrpSpPr/>
            <p:nvPr/>
          </p:nvGrpSpPr>
          <p:grpSpPr>
            <a:xfrm>
              <a:off x="8129350" y="4292175"/>
              <a:ext cx="581800" cy="582350"/>
              <a:chOff x="8064275" y="887850"/>
              <a:chExt cx="581800" cy="582350"/>
            </a:xfrm>
          </p:grpSpPr>
          <p:sp>
            <p:nvSpPr>
              <p:cNvPr id="247" name="Google Shape;247;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 name="Google Shape;253;p6"/>
            <p:cNvGrpSpPr/>
            <p:nvPr/>
          </p:nvGrpSpPr>
          <p:grpSpPr>
            <a:xfrm>
              <a:off x="8274238" y="3720600"/>
              <a:ext cx="292025" cy="292575"/>
              <a:chOff x="7353050" y="316275"/>
              <a:chExt cx="292025" cy="292575"/>
            </a:xfrm>
          </p:grpSpPr>
          <p:sp>
            <p:nvSpPr>
              <p:cNvPr id="254" name="Google Shape;254;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 name="Google Shape;258;p6"/>
            <p:cNvGrpSpPr/>
            <p:nvPr/>
          </p:nvGrpSpPr>
          <p:grpSpPr>
            <a:xfrm>
              <a:off x="8332763" y="3212475"/>
              <a:ext cx="175000" cy="175000"/>
              <a:chOff x="8792300" y="321275"/>
              <a:chExt cx="175000" cy="175000"/>
            </a:xfrm>
          </p:grpSpPr>
          <p:sp>
            <p:nvSpPr>
              <p:cNvPr id="259" name="Google Shape;259;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63" name="Google Shape;263;p6"/>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64" name="Google Shape;264;p6"/>
            <p:cNvGrpSpPr/>
            <p:nvPr/>
          </p:nvGrpSpPr>
          <p:grpSpPr>
            <a:xfrm rot="10800000">
              <a:off x="432850" y="291788"/>
              <a:ext cx="581800" cy="582350"/>
              <a:chOff x="8064275" y="887850"/>
              <a:chExt cx="581800" cy="582350"/>
            </a:xfrm>
          </p:grpSpPr>
          <p:sp>
            <p:nvSpPr>
              <p:cNvPr id="265" name="Google Shape;265;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 name="Google Shape;271;p6"/>
            <p:cNvGrpSpPr/>
            <p:nvPr/>
          </p:nvGrpSpPr>
          <p:grpSpPr>
            <a:xfrm rot="10800000">
              <a:off x="577738" y="1153138"/>
              <a:ext cx="292025" cy="292575"/>
              <a:chOff x="7353050" y="316275"/>
              <a:chExt cx="292025" cy="292575"/>
            </a:xfrm>
          </p:grpSpPr>
          <p:sp>
            <p:nvSpPr>
              <p:cNvPr id="272" name="Google Shape;272;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 name="Google Shape;276;p6"/>
            <p:cNvGrpSpPr/>
            <p:nvPr/>
          </p:nvGrpSpPr>
          <p:grpSpPr>
            <a:xfrm rot="10800000">
              <a:off x="636238" y="1778838"/>
              <a:ext cx="175000" cy="175000"/>
              <a:chOff x="8792300" y="321275"/>
              <a:chExt cx="175000" cy="175000"/>
            </a:xfrm>
          </p:grpSpPr>
          <p:sp>
            <p:nvSpPr>
              <p:cNvPr id="277" name="Google Shape;277;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 name="Google Shape;281;p6"/>
            <p:cNvGrpSpPr/>
            <p:nvPr/>
          </p:nvGrpSpPr>
          <p:grpSpPr>
            <a:xfrm>
              <a:off x="432850" y="2003163"/>
              <a:ext cx="175013" cy="27000"/>
              <a:chOff x="5662375" y="212375"/>
              <a:chExt cx="175013" cy="27000"/>
            </a:xfrm>
          </p:grpSpPr>
          <p:sp>
            <p:nvSpPr>
              <p:cNvPr id="282" name="Google Shape;282;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 name="Google Shape;285;p6"/>
            <p:cNvGrpSpPr/>
            <p:nvPr/>
          </p:nvGrpSpPr>
          <p:grpSpPr>
            <a:xfrm>
              <a:off x="788100" y="208488"/>
              <a:ext cx="175013" cy="27000"/>
              <a:chOff x="5662375" y="212375"/>
              <a:chExt cx="175013" cy="27000"/>
            </a:xfrm>
          </p:grpSpPr>
          <p:sp>
            <p:nvSpPr>
              <p:cNvPr id="286" name="Google Shape;286;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9" name="Google Shape;289;p6"/>
            <p:cNvGrpSpPr/>
            <p:nvPr/>
          </p:nvGrpSpPr>
          <p:grpSpPr>
            <a:xfrm>
              <a:off x="8129350" y="4988725"/>
              <a:ext cx="175013" cy="27000"/>
              <a:chOff x="5662375" y="212375"/>
              <a:chExt cx="175013" cy="27000"/>
            </a:xfrm>
          </p:grpSpPr>
          <p:sp>
            <p:nvSpPr>
              <p:cNvPr id="290" name="Google Shape;290;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 name="Google Shape;293;p6"/>
            <p:cNvGrpSpPr/>
            <p:nvPr/>
          </p:nvGrpSpPr>
          <p:grpSpPr>
            <a:xfrm>
              <a:off x="8497550" y="3429425"/>
              <a:ext cx="175013" cy="27000"/>
              <a:chOff x="5662375" y="212375"/>
              <a:chExt cx="175013" cy="27000"/>
            </a:xfrm>
          </p:grpSpPr>
          <p:sp>
            <p:nvSpPr>
              <p:cNvPr id="294" name="Google Shape;294;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97" name="Google Shape;297;p6"/>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98" name="Google Shape;298;p6"/>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99" name="Google Shape;299;p6"/>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6"/>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6"/>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6"/>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3"/>
        <p:cNvGrpSpPr/>
        <p:nvPr/>
      </p:nvGrpSpPr>
      <p:grpSpPr>
        <a:xfrm>
          <a:off x="0" y="0"/>
          <a:ext cx="0" cy="0"/>
          <a:chOff x="0" y="0"/>
          <a:chExt cx="0" cy="0"/>
        </a:xfrm>
      </p:grpSpPr>
      <p:sp>
        <p:nvSpPr>
          <p:cNvPr id="304" name="Google Shape;304;p7"/>
          <p:cNvSpPr txBox="1">
            <a:spLocks noGrp="1"/>
          </p:cNvSpPr>
          <p:nvPr>
            <p:ph type="subTitle" idx="1"/>
          </p:nvPr>
        </p:nvSpPr>
        <p:spPr>
          <a:xfrm>
            <a:off x="804672" y="1984248"/>
            <a:ext cx="3291900" cy="1371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None/>
              <a:defRPr sz="19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9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9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9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9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9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9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9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900">
                <a:solidFill>
                  <a:schemeClr val="dk2"/>
                </a:solidFill>
                <a:latin typeface="Barlow Semi Condensed"/>
                <a:ea typeface="Barlow Semi Condensed"/>
                <a:cs typeface="Barlow Semi Condensed"/>
                <a:sym typeface="Barlow Semi Condensed"/>
              </a:defRPr>
            </a:lvl9pPr>
          </a:lstStyle>
          <a:p>
            <a:endParaRPr/>
          </a:p>
        </p:txBody>
      </p:sp>
      <p:sp>
        <p:nvSpPr>
          <p:cNvPr id="305" name="Google Shape;305;p7"/>
          <p:cNvSpPr txBox="1">
            <a:spLocks noGrp="1"/>
          </p:cNvSpPr>
          <p:nvPr>
            <p:ph type="title"/>
          </p:nvPr>
        </p:nvSpPr>
        <p:spPr>
          <a:xfrm>
            <a:off x="804672" y="3319272"/>
            <a:ext cx="3291900" cy="402300"/>
          </a:xfrm>
          <a:prstGeom prst="rect">
            <a:avLst/>
          </a:prstGeom>
        </p:spPr>
        <p:txBody>
          <a:bodyPr spcFirstLastPara="1" wrap="square" lIns="91425" tIns="91425" rIns="91425" bIns="91425" anchor="b" anchorCtr="0">
            <a:noAutofit/>
          </a:bodyPr>
          <a:lstStyle>
            <a:lvl1pPr lvl="0"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1pPr>
            <a:lvl2pPr lvl="1"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2pPr>
            <a:lvl3pPr lvl="2"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3pPr>
            <a:lvl4pPr lvl="3"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4pPr>
            <a:lvl5pPr lvl="4"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5pPr>
            <a:lvl6pPr lvl="5"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6pPr>
            <a:lvl7pPr lvl="6"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7pPr>
            <a:lvl8pPr lvl="7"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8pPr>
            <a:lvl9pPr lvl="8"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306" name="Google Shape;306;p7"/>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307" name="Google Shape;307;p7"/>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308" name="Google Shape;308;p7"/>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309" name="Google Shape;309;p7"/>
          <p:cNvGrpSpPr/>
          <p:nvPr/>
        </p:nvGrpSpPr>
        <p:grpSpPr>
          <a:xfrm flipH="1">
            <a:off x="499400" y="959675"/>
            <a:ext cx="581800" cy="582350"/>
            <a:chOff x="8064275" y="887850"/>
            <a:chExt cx="581800" cy="582350"/>
          </a:xfrm>
        </p:grpSpPr>
        <p:sp>
          <p:nvSpPr>
            <p:cNvPr id="310" name="Google Shape;310;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 name="Google Shape;316;p7"/>
          <p:cNvGrpSpPr/>
          <p:nvPr/>
        </p:nvGrpSpPr>
        <p:grpSpPr>
          <a:xfrm flipH="1">
            <a:off x="1500400" y="388100"/>
            <a:ext cx="292025" cy="292575"/>
            <a:chOff x="7353050" y="316275"/>
            <a:chExt cx="292025" cy="292575"/>
          </a:xfrm>
        </p:grpSpPr>
        <p:sp>
          <p:nvSpPr>
            <p:cNvPr id="317" name="Google Shape;317;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1" name="Google Shape;321;p7"/>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7"/>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7"/>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7"/>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7"/>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7"/>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7" name="Google Shape;327;p7"/>
          <p:cNvGrpSpPr/>
          <p:nvPr/>
        </p:nvGrpSpPr>
        <p:grpSpPr>
          <a:xfrm flipH="1">
            <a:off x="3527112" y="361100"/>
            <a:ext cx="175013" cy="27000"/>
            <a:chOff x="5662375" y="212375"/>
            <a:chExt cx="175013" cy="27000"/>
          </a:xfrm>
        </p:grpSpPr>
        <p:sp>
          <p:nvSpPr>
            <p:cNvPr id="328" name="Google Shape;328;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 name="Google Shape;331;p7"/>
          <p:cNvGrpSpPr/>
          <p:nvPr/>
        </p:nvGrpSpPr>
        <p:grpSpPr>
          <a:xfrm flipH="1">
            <a:off x="480412" y="242700"/>
            <a:ext cx="175013" cy="27000"/>
            <a:chOff x="5662375" y="212375"/>
            <a:chExt cx="175013" cy="27000"/>
          </a:xfrm>
        </p:grpSpPr>
        <p:sp>
          <p:nvSpPr>
            <p:cNvPr id="332" name="Google Shape;332;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 name="Google Shape;335;p7"/>
          <p:cNvGrpSpPr/>
          <p:nvPr/>
        </p:nvGrpSpPr>
        <p:grpSpPr>
          <a:xfrm flipH="1">
            <a:off x="901712" y="1653625"/>
            <a:ext cx="175013" cy="27000"/>
            <a:chOff x="5662375" y="212375"/>
            <a:chExt cx="175013" cy="27000"/>
          </a:xfrm>
        </p:grpSpPr>
        <p:sp>
          <p:nvSpPr>
            <p:cNvPr id="336" name="Google Shape;336;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39" name="Google Shape;339;p7"/>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340" name="Google Shape;340;p7"/>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341" name="Google Shape;341;p7"/>
          <p:cNvGrpSpPr/>
          <p:nvPr/>
        </p:nvGrpSpPr>
        <p:grpSpPr>
          <a:xfrm rot="10800000">
            <a:off x="499400" y="3940925"/>
            <a:ext cx="581800" cy="582350"/>
            <a:chOff x="8064275" y="887850"/>
            <a:chExt cx="581800" cy="582350"/>
          </a:xfrm>
        </p:grpSpPr>
        <p:sp>
          <p:nvSpPr>
            <p:cNvPr id="342" name="Google Shape;342;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 name="Google Shape;348;p7"/>
          <p:cNvGrpSpPr/>
          <p:nvPr/>
        </p:nvGrpSpPr>
        <p:grpSpPr>
          <a:xfrm rot="10800000">
            <a:off x="1819575" y="4586750"/>
            <a:ext cx="292025" cy="292575"/>
            <a:chOff x="7353050" y="316275"/>
            <a:chExt cx="292025" cy="292575"/>
          </a:xfrm>
        </p:grpSpPr>
        <p:sp>
          <p:nvSpPr>
            <p:cNvPr id="349" name="Google Shape;349;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 name="Google Shape;353;p7"/>
          <p:cNvGrpSpPr/>
          <p:nvPr/>
        </p:nvGrpSpPr>
        <p:grpSpPr>
          <a:xfrm rot="10800000">
            <a:off x="212525" y="4645550"/>
            <a:ext cx="175000" cy="175000"/>
            <a:chOff x="8792300" y="321275"/>
            <a:chExt cx="175000" cy="175000"/>
          </a:xfrm>
        </p:grpSpPr>
        <p:sp>
          <p:nvSpPr>
            <p:cNvPr id="354" name="Google Shape;354;p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 name="Google Shape;358;p7"/>
          <p:cNvGrpSpPr/>
          <p:nvPr/>
        </p:nvGrpSpPr>
        <p:grpSpPr>
          <a:xfrm rot="10800000">
            <a:off x="480412" y="4852325"/>
            <a:ext cx="175013" cy="27000"/>
            <a:chOff x="5662375" y="212375"/>
            <a:chExt cx="175013" cy="27000"/>
          </a:xfrm>
        </p:grpSpPr>
        <p:sp>
          <p:nvSpPr>
            <p:cNvPr id="359" name="Google Shape;359;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 name="Google Shape;362;p7"/>
          <p:cNvGrpSpPr/>
          <p:nvPr/>
        </p:nvGrpSpPr>
        <p:grpSpPr>
          <a:xfrm rot="10800000">
            <a:off x="1054112" y="3898600"/>
            <a:ext cx="175013" cy="27000"/>
            <a:chOff x="5662375" y="212375"/>
            <a:chExt cx="175013" cy="27000"/>
          </a:xfrm>
        </p:grpSpPr>
        <p:sp>
          <p:nvSpPr>
            <p:cNvPr id="363" name="Google Shape;363;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6"/>
        <p:cNvGrpSpPr/>
        <p:nvPr/>
      </p:nvGrpSpPr>
      <p:grpSpPr>
        <a:xfrm>
          <a:off x="0" y="0"/>
          <a:ext cx="0" cy="0"/>
          <a:chOff x="0" y="0"/>
          <a:chExt cx="0" cy="0"/>
        </a:xfrm>
      </p:grpSpPr>
      <p:grpSp>
        <p:nvGrpSpPr>
          <p:cNvPr id="367" name="Google Shape;367;p8"/>
          <p:cNvGrpSpPr/>
          <p:nvPr/>
        </p:nvGrpSpPr>
        <p:grpSpPr>
          <a:xfrm>
            <a:off x="1349626" y="598417"/>
            <a:ext cx="6453730" cy="3631136"/>
            <a:chOff x="365750" y="1285025"/>
            <a:chExt cx="6934275" cy="3315500"/>
          </a:xfrm>
        </p:grpSpPr>
        <p:sp>
          <p:nvSpPr>
            <p:cNvPr id="368" name="Google Shape;368;p8"/>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 name="Google Shape;370;p8"/>
          <p:cNvSpPr txBox="1">
            <a:spLocks noGrp="1"/>
          </p:cNvSpPr>
          <p:nvPr>
            <p:ph type="title"/>
          </p:nvPr>
        </p:nvSpPr>
        <p:spPr>
          <a:xfrm>
            <a:off x="2624328" y="1620753"/>
            <a:ext cx="3904500" cy="19020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73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grpSp>
        <p:nvGrpSpPr>
          <p:cNvPr id="371" name="Google Shape;371;p8"/>
          <p:cNvGrpSpPr/>
          <p:nvPr/>
        </p:nvGrpSpPr>
        <p:grpSpPr>
          <a:xfrm>
            <a:off x="-6867" y="-6625"/>
            <a:ext cx="9152342" cy="5102050"/>
            <a:chOff x="-6867" y="-6625"/>
            <a:chExt cx="9152342" cy="5102050"/>
          </a:xfrm>
        </p:grpSpPr>
        <p:cxnSp>
          <p:nvCxnSpPr>
            <p:cNvPr id="372" name="Google Shape;372;p8"/>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373" name="Google Shape;373;p8"/>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374" name="Google Shape;374;p8"/>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375" name="Google Shape;375;p8"/>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376" name="Google Shape;376;p8"/>
            <p:cNvGrpSpPr/>
            <p:nvPr/>
          </p:nvGrpSpPr>
          <p:grpSpPr>
            <a:xfrm flipH="1">
              <a:off x="1278333" y="4513075"/>
              <a:ext cx="581800" cy="582350"/>
              <a:chOff x="8064275" y="887850"/>
              <a:chExt cx="581800" cy="582350"/>
            </a:xfrm>
          </p:grpSpPr>
          <p:sp>
            <p:nvSpPr>
              <p:cNvPr id="377" name="Google Shape;377;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 name="Google Shape;383;p8"/>
            <p:cNvGrpSpPr/>
            <p:nvPr/>
          </p:nvGrpSpPr>
          <p:grpSpPr>
            <a:xfrm flipH="1">
              <a:off x="2747608" y="4340463"/>
              <a:ext cx="292025" cy="292575"/>
              <a:chOff x="7353050" y="316275"/>
              <a:chExt cx="292025" cy="292575"/>
            </a:xfrm>
          </p:grpSpPr>
          <p:sp>
            <p:nvSpPr>
              <p:cNvPr id="384" name="Google Shape;384;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8" name="Google Shape;388;p8"/>
            <p:cNvGrpSpPr/>
            <p:nvPr/>
          </p:nvGrpSpPr>
          <p:grpSpPr>
            <a:xfrm flipH="1">
              <a:off x="171308" y="4315025"/>
              <a:ext cx="175000" cy="175000"/>
              <a:chOff x="8792300" y="321275"/>
              <a:chExt cx="175000" cy="175000"/>
            </a:xfrm>
          </p:grpSpPr>
          <p:sp>
            <p:nvSpPr>
              <p:cNvPr id="389" name="Google Shape;389;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 name="Google Shape;393;p8"/>
            <p:cNvGrpSpPr/>
            <p:nvPr/>
          </p:nvGrpSpPr>
          <p:grpSpPr>
            <a:xfrm>
              <a:off x="3873197" y="4657550"/>
              <a:ext cx="293111" cy="293388"/>
              <a:chOff x="3164039" y="430875"/>
              <a:chExt cx="293111" cy="293388"/>
            </a:xfrm>
          </p:grpSpPr>
          <p:sp>
            <p:nvSpPr>
              <p:cNvPr id="394" name="Google Shape;394;p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0" name="Google Shape;400;p8"/>
            <p:cNvGrpSpPr/>
            <p:nvPr/>
          </p:nvGrpSpPr>
          <p:grpSpPr>
            <a:xfrm flipH="1">
              <a:off x="242270" y="4142425"/>
              <a:ext cx="175013" cy="27000"/>
              <a:chOff x="5662375" y="212375"/>
              <a:chExt cx="175013" cy="27000"/>
            </a:xfrm>
          </p:grpSpPr>
          <p:sp>
            <p:nvSpPr>
              <p:cNvPr id="401" name="Google Shape;40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04" name="Google Shape;404;p8"/>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405" name="Google Shape;405;p8"/>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06" name="Google Shape;406;p8"/>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07" name="Google Shape;407;p8"/>
            <p:cNvGrpSpPr/>
            <p:nvPr/>
          </p:nvGrpSpPr>
          <p:grpSpPr>
            <a:xfrm>
              <a:off x="8064275" y="1040250"/>
              <a:ext cx="581800" cy="582350"/>
              <a:chOff x="8064275" y="887850"/>
              <a:chExt cx="581800" cy="582350"/>
            </a:xfrm>
          </p:grpSpPr>
          <p:sp>
            <p:nvSpPr>
              <p:cNvPr id="408" name="Google Shape;408;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 name="Google Shape;414;p8"/>
            <p:cNvGrpSpPr/>
            <p:nvPr/>
          </p:nvGrpSpPr>
          <p:grpSpPr>
            <a:xfrm>
              <a:off x="7353050" y="316275"/>
              <a:ext cx="292025" cy="292575"/>
              <a:chOff x="7353050" y="316275"/>
              <a:chExt cx="292025" cy="292575"/>
            </a:xfrm>
          </p:grpSpPr>
          <p:sp>
            <p:nvSpPr>
              <p:cNvPr id="415" name="Google Shape;415;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 name="Google Shape;419;p8"/>
            <p:cNvGrpSpPr/>
            <p:nvPr/>
          </p:nvGrpSpPr>
          <p:grpSpPr>
            <a:xfrm>
              <a:off x="8792300" y="321275"/>
              <a:ext cx="175000" cy="175000"/>
              <a:chOff x="8792300" y="321275"/>
              <a:chExt cx="175000" cy="175000"/>
            </a:xfrm>
          </p:grpSpPr>
          <p:sp>
            <p:nvSpPr>
              <p:cNvPr id="420" name="Google Shape;420;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4" name="Google Shape;424;p8"/>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8"/>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8"/>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8"/>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8"/>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8"/>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0" name="Google Shape;430;p8"/>
            <p:cNvGrpSpPr/>
            <p:nvPr/>
          </p:nvGrpSpPr>
          <p:grpSpPr>
            <a:xfrm>
              <a:off x="8490050" y="170875"/>
              <a:ext cx="175013" cy="27000"/>
              <a:chOff x="5662375" y="212375"/>
              <a:chExt cx="175013" cy="27000"/>
            </a:xfrm>
          </p:grpSpPr>
          <p:sp>
            <p:nvSpPr>
              <p:cNvPr id="431" name="Google Shape;43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 name="Google Shape;434;p8"/>
            <p:cNvGrpSpPr/>
            <p:nvPr/>
          </p:nvGrpSpPr>
          <p:grpSpPr>
            <a:xfrm>
              <a:off x="8678350" y="1658000"/>
              <a:ext cx="175013" cy="27000"/>
              <a:chOff x="5662375" y="212375"/>
              <a:chExt cx="175013" cy="27000"/>
            </a:xfrm>
          </p:grpSpPr>
          <p:sp>
            <p:nvSpPr>
              <p:cNvPr id="435" name="Google Shape;435;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38"/>
        <p:cNvGrpSpPr/>
        <p:nvPr/>
      </p:nvGrpSpPr>
      <p:grpSpPr>
        <a:xfrm>
          <a:off x="0" y="0"/>
          <a:ext cx="0" cy="0"/>
          <a:chOff x="0" y="0"/>
          <a:chExt cx="0" cy="0"/>
        </a:xfrm>
      </p:grpSpPr>
      <p:sp>
        <p:nvSpPr>
          <p:cNvPr id="439" name="Google Shape;439;p9"/>
          <p:cNvSpPr txBox="1">
            <a:spLocks noGrp="1"/>
          </p:cNvSpPr>
          <p:nvPr>
            <p:ph type="title"/>
          </p:nvPr>
        </p:nvSpPr>
        <p:spPr>
          <a:xfrm>
            <a:off x="896112" y="2039112"/>
            <a:ext cx="3566100" cy="1362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40" name="Google Shape;440;p9"/>
          <p:cNvSpPr txBox="1">
            <a:spLocks noGrp="1"/>
          </p:cNvSpPr>
          <p:nvPr>
            <p:ph type="body" idx="1"/>
          </p:nvPr>
        </p:nvSpPr>
        <p:spPr>
          <a:xfrm>
            <a:off x="4899150" y="821850"/>
            <a:ext cx="3096000" cy="3478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1pPr>
            <a:lvl2pPr marL="914400" lvl="1"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2pPr>
            <a:lvl3pPr marL="1371600" lvl="2"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3pPr>
            <a:lvl4pPr marL="1828800" lvl="3"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4pPr>
            <a:lvl5pPr marL="2286000" lvl="4"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5pPr>
            <a:lvl6pPr marL="2743200" lvl="5"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6pPr>
            <a:lvl7pPr marL="3200400" lvl="6"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7pPr>
            <a:lvl8pPr marL="3657600" lvl="7"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8pPr>
            <a:lvl9pPr marL="4114800" lvl="8"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9pPr>
          </a:lstStyle>
          <a:p>
            <a:endParaRPr/>
          </a:p>
        </p:txBody>
      </p:sp>
      <p:cxnSp>
        <p:nvCxnSpPr>
          <p:cNvPr id="441" name="Google Shape;441;p9"/>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442" name="Google Shape;442;p9"/>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43" name="Google Shape;443;p9"/>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44" name="Google Shape;444;p9"/>
          <p:cNvGrpSpPr/>
          <p:nvPr/>
        </p:nvGrpSpPr>
        <p:grpSpPr>
          <a:xfrm flipH="1">
            <a:off x="499400" y="959675"/>
            <a:ext cx="581800" cy="582350"/>
            <a:chOff x="8064275" y="887850"/>
            <a:chExt cx="581800" cy="582350"/>
          </a:xfrm>
        </p:grpSpPr>
        <p:sp>
          <p:nvSpPr>
            <p:cNvPr id="445" name="Google Shape;445;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 name="Google Shape;451;p9"/>
          <p:cNvGrpSpPr/>
          <p:nvPr/>
        </p:nvGrpSpPr>
        <p:grpSpPr>
          <a:xfrm flipH="1">
            <a:off x="1500400" y="388100"/>
            <a:ext cx="292025" cy="292575"/>
            <a:chOff x="7353050" y="316275"/>
            <a:chExt cx="292025" cy="292575"/>
          </a:xfrm>
        </p:grpSpPr>
        <p:sp>
          <p:nvSpPr>
            <p:cNvPr id="452" name="Google Shape;452;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6" name="Google Shape;456;p9"/>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9"/>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9"/>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9"/>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9"/>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9"/>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 name="Google Shape;462;p9"/>
          <p:cNvGrpSpPr/>
          <p:nvPr/>
        </p:nvGrpSpPr>
        <p:grpSpPr>
          <a:xfrm flipH="1">
            <a:off x="3527112" y="361100"/>
            <a:ext cx="175013" cy="27000"/>
            <a:chOff x="5662375" y="212375"/>
            <a:chExt cx="175013" cy="27000"/>
          </a:xfrm>
        </p:grpSpPr>
        <p:sp>
          <p:nvSpPr>
            <p:cNvPr id="463" name="Google Shape;463;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 name="Google Shape;466;p9"/>
          <p:cNvGrpSpPr/>
          <p:nvPr/>
        </p:nvGrpSpPr>
        <p:grpSpPr>
          <a:xfrm flipH="1">
            <a:off x="480412" y="242700"/>
            <a:ext cx="175013" cy="27000"/>
            <a:chOff x="5662375" y="212375"/>
            <a:chExt cx="175013" cy="27000"/>
          </a:xfrm>
        </p:grpSpPr>
        <p:sp>
          <p:nvSpPr>
            <p:cNvPr id="467" name="Google Shape;467;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 name="Google Shape;470;p9"/>
          <p:cNvGrpSpPr/>
          <p:nvPr/>
        </p:nvGrpSpPr>
        <p:grpSpPr>
          <a:xfrm flipH="1">
            <a:off x="901712" y="1653625"/>
            <a:ext cx="175013" cy="27000"/>
            <a:chOff x="5662375" y="212375"/>
            <a:chExt cx="175013" cy="27000"/>
          </a:xfrm>
        </p:grpSpPr>
        <p:sp>
          <p:nvSpPr>
            <p:cNvPr id="471" name="Google Shape;471;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4" name="Google Shape;474;p9"/>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475" name="Google Shape;475;p9"/>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476" name="Google Shape;476;p9"/>
          <p:cNvGrpSpPr/>
          <p:nvPr/>
        </p:nvGrpSpPr>
        <p:grpSpPr>
          <a:xfrm rot="10800000">
            <a:off x="499400" y="3940925"/>
            <a:ext cx="581800" cy="582350"/>
            <a:chOff x="8064275" y="887850"/>
            <a:chExt cx="581800" cy="582350"/>
          </a:xfrm>
        </p:grpSpPr>
        <p:sp>
          <p:nvSpPr>
            <p:cNvPr id="477" name="Google Shape;477;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 name="Google Shape;483;p9"/>
          <p:cNvGrpSpPr/>
          <p:nvPr/>
        </p:nvGrpSpPr>
        <p:grpSpPr>
          <a:xfrm rot="10800000">
            <a:off x="1819575" y="4586750"/>
            <a:ext cx="292025" cy="292575"/>
            <a:chOff x="7353050" y="316275"/>
            <a:chExt cx="292025" cy="292575"/>
          </a:xfrm>
        </p:grpSpPr>
        <p:sp>
          <p:nvSpPr>
            <p:cNvPr id="484" name="Google Shape;484;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 name="Google Shape;488;p9"/>
          <p:cNvGrpSpPr/>
          <p:nvPr/>
        </p:nvGrpSpPr>
        <p:grpSpPr>
          <a:xfrm rot="10800000">
            <a:off x="212525" y="4645550"/>
            <a:ext cx="175000" cy="175000"/>
            <a:chOff x="8792300" y="321275"/>
            <a:chExt cx="175000" cy="175000"/>
          </a:xfrm>
        </p:grpSpPr>
        <p:sp>
          <p:nvSpPr>
            <p:cNvPr id="489" name="Google Shape;489;p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 name="Google Shape;493;p9"/>
          <p:cNvGrpSpPr/>
          <p:nvPr/>
        </p:nvGrpSpPr>
        <p:grpSpPr>
          <a:xfrm rot="10800000">
            <a:off x="480412" y="4852325"/>
            <a:ext cx="175013" cy="27000"/>
            <a:chOff x="5662375" y="212375"/>
            <a:chExt cx="175013" cy="27000"/>
          </a:xfrm>
        </p:grpSpPr>
        <p:sp>
          <p:nvSpPr>
            <p:cNvPr id="494" name="Google Shape;494;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 name="Google Shape;497;p9"/>
          <p:cNvGrpSpPr/>
          <p:nvPr/>
        </p:nvGrpSpPr>
        <p:grpSpPr>
          <a:xfrm rot="10800000">
            <a:off x="1054112" y="3898600"/>
            <a:ext cx="175013" cy="27000"/>
            <a:chOff x="5662375" y="212375"/>
            <a:chExt cx="175013" cy="27000"/>
          </a:xfrm>
        </p:grpSpPr>
        <p:sp>
          <p:nvSpPr>
            <p:cNvPr id="498" name="Google Shape;498;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2"/>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623"/>
        <p:cNvGrpSpPr/>
        <p:nvPr/>
      </p:nvGrpSpPr>
      <p:grpSpPr>
        <a:xfrm>
          <a:off x="0" y="0"/>
          <a:ext cx="0" cy="0"/>
          <a:chOff x="0" y="0"/>
          <a:chExt cx="0" cy="0"/>
        </a:xfrm>
      </p:grpSpPr>
      <p:sp>
        <p:nvSpPr>
          <p:cNvPr id="624" name="Google Shape;624;p13"/>
          <p:cNvSpPr txBox="1">
            <a:spLocks noGrp="1"/>
          </p:cNvSpPr>
          <p:nvPr>
            <p:ph type="title"/>
          </p:nvPr>
        </p:nvSpPr>
        <p:spPr>
          <a:xfrm>
            <a:off x="5907024" y="356616"/>
            <a:ext cx="2615100" cy="576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625" name="Google Shape;625;p13"/>
          <p:cNvSpPr txBox="1">
            <a:spLocks noGrp="1"/>
          </p:cNvSpPr>
          <p:nvPr>
            <p:ph type="subTitle" idx="1"/>
          </p:nvPr>
        </p:nvSpPr>
        <p:spPr>
          <a:xfrm>
            <a:off x="1664208" y="429768"/>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6" name="Google Shape;626;p13"/>
          <p:cNvSpPr txBox="1">
            <a:spLocks noGrp="1"/>
          </p:cNvSpPr>
          <p:nvPr>
            <p:ph type="subTitle" idx="2"/>
          </p:nvPr>
        </p:nvSpPr>
        <p:spPr>
          <a:xfrm>
            <a:off x="1664208" y="713232"/>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7" name="Google Shape;627;p13"/>
          <p:cNvSpPr txBox="1">
            <a:spLocks noGrp="1"/>
          </p:cNvSpPr>
          <p:nvPr>
            <p:ph type="subTitle" idx="3"/>
          </p:nvPr>
        </p:nvSpPr>
        <p:spPr>
          <a:xfrm>
            <a:off x="1664208" y="1508760"/>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8" name="Google Shape;628;p13"/>
          <p:cNvSpPr txBox="1">
            <a:spLocks noGrp="1"/>
          </p:cNvSpPr>
          <p:nvPr>
            <p:ph type="subTitle" idx="4"/>
          </p:nvPr>
        </p:nvSpPr>
        <p:spPr>
          <a:xfrm>
            <a:off x="1664208" y="1792224"/>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9" name="Google Shape;629;p13"/>
          <p:cNvSpPr txBox="1">
            <a:spLocks noGrp="1"/>
          </p:cNvSpPr>
          <p:nvPr>
            <p:ph type="subTitle" idx="5"/>
          </p:nvPr>
        </p:nvSpPr>
        <p:spPr>
          <a:xfrm>
            <a:off x="1664208" y="2587752"/>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0" name="Google Shape;630;p13"/>
          <p:cNvSpPr txBox="1">
            <a:spLocks noGrp="1"/>
          </p:cNvSpPr>
          <p:nvPr>
            <p:ph type="subTitle" idx="6"/>
          </p:nvPr>
        </p:nvSpPr>
        <p:spPr>
          <a:xfrm>
            <a:off x="1664208" y="2871216"/>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1" name="Google Shape;631;p13"/>
          <p:cNvSpPr txBox="1">
            <a:spLocks noGrp="1"/>
          </p:cNvSpPr>
          <p:nvPr>
            <p:ph type="subTitle" idx="7"/>
          </p:nvPr>
        </p:nvSpPr>
        <p:spPr>
          <a:xfrm>
            <a:off x="1664208" y="3666744"/>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2" name="Google Shape;632;p13"/>
          <p:cNvSpPr txBox="1">
            <a:spLocks noGrp="1"/>
          </p:cNvSpPr>
          <p:nvPr>
            <p:ph type="subTitle" idx="8"/>
          </p:nvPr>
        </p:nvSpPr>
        <p:spPr>
          <a:xfrm>
            <a:off x="1664208" y="3950208"/>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3" name="Google Shape;633;p13"/>
          <p:cNvSpPr txBox="1">
            <a:spLocks noGrp="1"/>
          </p:cNvSpPr>
          <p:nvPr>
            <p:ph type="title" idx="9" hasCustomPrompt="1"/>
          </p:nvPr>
        </p:nvSpPr>
        <p:spPr>
          <a:xfrm>
            <a:off x="813816" y="722376"/>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4" name="Google Shape;634;p13"/>
          <p:cNvSpPr txBox="1">
            <a:spLocks noGrp="1"/>
          </p:cNvSpPr>
          <p:nvPr>
            <p:ph type="title" idx="13" hasCustomPrompt="1"/>
          </p:nvPr>
        </p:nvSpPr>
        <p:spPr>
          <a:xfrm>
            <a:off x="813816" y="1801368"/>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5" name="Google Shape;635;p13"/>
          <p:cNvSpPr txBox="1">
            <a:spLocks noGrp="1"/>
          </p:cNvSpPr>
          <p:nvPr>
            <p:ph type="title" idx="14" hasCustomPrompt="1"/>
          </p:nvPr>
        </p:nvSpPr>
        <p:spPr>
          <a:xfrm>
            <a:off x="813816" y="2880360"/>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6" name="Google Shape;636;p13"/>
          <p:cNvSpPr txBox="1">
            <a:spLocks noGrp="1"/>
          </p:cNvSpPr>
          <p:nvPr>
            <p:ph type="title" idx="15" hasCustomPrompt="1"/>
          </p:nvPr>
        </p:nvSpPr>
        <p:spPr>
          <a:xfrm>
            <a:off x="813816" y="3959352"/>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hree columns of text">
  <p:cSld name="CUSTOM_1">
    <p:spTree>
      <p:nvGrpSpPr>
        <p:cNvPr id="1" name="Shape 637"/>
        <p:cNvGrpSpPr/>
        <p:nvPr/>
      </p:nvGrpSpPr>
      <p:grpSpPr>
        <a:xfrm>
          <a:off x="0" y="0"/>
          <a:ext cx="0" cy="0"/>
          <a:chOff x="0" y="0"/>
          <a:chExt cx="0" cy="0"/>
        </a:xfrm>
      </p:grpSpPr>
      <p:sp>
        <p:nvSpPr>
          <p:cNvPr id="638" name="Google Shape;638;p14"/>
          <p:cNvSpPr txBox="1">
            <a:spLocks noGrp="1"/>
          </p:cNvSpPr>
          <p:nvPr>
            <p:ph type="title"/>
          </p:nvPr>
        </p:nvSpPr>
        <p:spPr>
          <a:xfrm>
            <a:off x="1719072" y="338328"/>
            <a:ext cx="5577900" cy="594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39" name="Google Shape;639;p14"/>
          <p:cNvSpPr txBox="1">
            <a:spLocks noGrp="1"/>
          </p:cNvSpPr>
          <p:nvPr>
            <p:ph type="subTitle" idx="1"/>
          </p:nvPr>
        </p:nvSpPr>
        <p:spPr>
          <a:xfrm>
            <a:off x="3694176"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0" name="Google Shape;640;p14"/>
          <p:cNvSpPr txBox="1">
            <a:spLocks noGrp="1"/>
          </p:cNvSpPr>
          <p:nvPr>
            <p:ph type="subTitle" idx="2"/>
          </p:nvPr>
        </p:nvSpPr>
        <p:spPr>
          <a:xfrm>
            <a:off x="1024128"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1" name="Google Shape;641;p14"/>
          <p:cNvSpPr txBox="1">
            <a:spLocks noGrp="1"/>
          </p:cNvSpPr>
          <p:nvPr>
            <p:ph type="subTitle" idx="3"/>
          </p:nvPr>
        </p:nvSpPr>
        <p:spPr>
          <a:xfrm>
            <a:off x="6355080"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2" name="Google Shape;642;p14"/>
          <p:cNvSpPr txBox="1">
            <a:spLocks noGrp="1"/>
          </p:cNvSpPr>
          <p:nvPr>
            <p:ph type="subTitle" idx="4"/>
          </p:nvPr>
        </p:nvSpPr>
        <p:spPr>
          <a:xfrm>
            <a:off x="3694176"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3" name="Google Shape;643;p14"/>
          <p:cNvSpPr txBox="1">
            <a:spLocks noGrp="1"/>
          </p:cNvSpPr>
          <p:nvPr>
            <p:ph type="subTitle" idx="5"/>
          </p:nvPr>
        </p:nvSpPr>
        <p:spPr>
          <a:xfrm>
            <a:off x="1024128"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4" name="Google Shape;644;p14"/>
          <p:cNvSpPr txBox="1">
            <a:spLocks noGrp="1"/>
          </p:cNvSpPr>
          <p:nvPr>
            <p:ph type="subTitle" idx="6"/>
          </p:nvPr>
        </p:nvSpPr>
        <p:spPr>
          <a:xfrm>
            <a:off x="6355080"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645" name="Google Shape;645;p14"/>
          <p:cNvGrpSpPr/>
          <p:nvPr/>
        </p:nvGrpSpPr>
        <p:grpSpPr>
          <a:xfrm>
            <a:off x="261711" y="-1158"/>
            <a:ext cx="8550326" cy="3981600"/>
            <a:chOff x="261711" y="-1158"/>
            <a:chExt cx="8550326" cy="3981600"/>
          </a:xfrm>
        </p:grpSpPr>
        <p:cxnSp>
          <p:nvCxnSpPr>
            <p:cNvPr id="646" name="Google Shape;646;p14"/>
            <p:cNvCxnSpPr/>
            <p:nvPr/>
          </p:nvCxnSpPr>
          <p:spPr>
            <a:xfrm>
              <a:off x="515925" y="-1158"/>
              <a:ext cx="0" cy="3981600"/>
            </a:xfrm>
            <a:prstGeom prst="straightConnector1">
              <a:avLst/>
            </a:prstGeom>
            <a:noFill/>
            <a:ln w="9525" cap="flat" cmpd="sng">
              <a:solidFill>
                <a:schemeClr val="dk1"/>
              </a:solidFill>
              <a:prstDash val="solid"/>
              <a:round/>
              <a:headEnd type="none" w="med" len="med"/>
              <a:tailEnd type="none" w="med" len="med"/>
            </a:ln>
          </p:spPr>
        </p:cxnSp>
        <p:cxnSp>
          <p:nvCxnSpPr>
            <p:cNvPr id="647" name="Google Shape;647;p14"/>
            <p:cNvCxnSpPr/>
            <p:nvPr/>
          </p:nvCxnSpPr>
          <p:spPr>
            <a:xfrm>
              <a:off x="8666025" y="-1158"/>
              <a:ext cx="0" cy="1902000"/>
            </a:xfrm>
            <a:prstGeom prst="straightConnector1">
              <a:avLst/>
            </a:prstGeom>
            <a:noFill/>
            <a:ln w="9525" cap="flat" cmpd="sng">
              <a:solidFill>
                <a:schemeClr val="dk1"/>
              </a:solidFill>
              <a:prstDash val="solid"/>
              <a:round/>
              <a:headEnd type="none" w="med" len="med"/>
              <a:tailEnd type="none" w="med" len="med"/>
            </a:ln>
          </p:spPr>
        </p:cxnSp>
        <p:grpSp>
          <p:nvGrpSpPr>
            <p:cNvPr id="648" name="Google Shape;648;p14"/>
            <p:cNvGrpSpPr/>
            <p:nvPr/>
          </p:nvGrpSpPr>
          <p:grpSpPr>
            <a:xfrm rot="10800000">
              <a:off x="343275" y="3300779"/>
              <a:ext cx="344736" cy="345385"/>
              <a:chOff x="7353050" y="316275"/>
              <a:chExt cx="292025" cy="292575"/>
            </a:xfrm>
          </p:grpSpPr>
          <p:sp>
            <p:nvSpPr>
              <p:cNvPr id="649" name="Google Shape;649;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 name="Google Shape;653;p14"/>
            <p:cNvGrpSpPr/>
            <p:nvPr/>
          </p:nvGrpSpPr>
          <p:grpSpPr>
            <a:xfrm rot="10800000">
              <a:off x="8520013" y="714742"/>
              <a:ext cx="292025" cy="292575"/>
              <a:chOff x="7353050" y="316275"/>
              <a:chExt cx="292025" cy="292575"/>
            </a:xfrm>
          </p:grpSpPr>
          <p:sp>
            <p:nvSpPr>
              <p:cNvPr id="654" name="Google Shape;654;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 name="Google Shape;658;p14"/>
            <p:cNvGrpSpPr/>
            <p:nvPr/>
          </p:nvGrpSpPr>
          <p:grpSpPr>
            <a:xfrm rot="10800000">
              <a:off x="261711" y="465077"/>
              <a:ext cx="507562" cy="507984"/>
              <a:chOff x="8064275" y="887850"/>
              <a:chExt cx="581800" cy="582350"/>
            </a:xfrm>
          </p:grpSpPr>
          <p:sp>
            <p:nvSpPr>
              <p:cNvPr id="659" name="Google Shape;659;p1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ckground 1">
  <p:cSld name="CUSTOM_18">
    <p:spTree>
      <p:nvGrpSpPr>
        <p:cNvPr id="1" name="Shape 1326"/>
        <p:cNvGrpSpPr/>
        <p:nvPr/>
      </p:nvGrpSpPr>
      <p:grpSpPr>
        <a:xfrm>
          <a:off x="0" y="0"/>
          <a:ext cx="0" cy="0"/>
          <a:chOff x="0" y="0"/>
          <a:chExt cx="0" cy="0"/>
        </a:xfrm>
      </p:grpSpPr>
      <p:cxnSp>
        <p:nvCxnSpPr>
          <p:cNvPr id="1327" name="Google Shape;1327;p27"/>
          <p:cNvCxnSpPr/>
          <p:nvPr/>
        </p:nvCxnSpPr>
        <p:spPr>
          <a:xfrm rot="5400000">
            <a:off x="7269708" y="3324550"/>
            <a:ext cx="1133100" cy="306300"/>
          </a:xfrm>
          <a:prstGeom prst="straightConnector1">
            <a:avLst/>
          </a:prstGeom>
          <a:noFill/>
          <a:ln w="9525" cap="flat" cmpd="sng">
            <a:solidFill>
              <a:srgbClr val="1A2E35"/>
            </a:solidFill>
            <a:prstDash val="solid"/>
            <a:round/>
            <a:headEnd type="none" w="med" len="med"/>
            <a:tailEnd type="none" w="med" len="med"/>
          </a:ln>
        </p:spPr>
      </p:cxnSp>
      <p:cxnSp>
        <p:nvCxnSpPr>
          <p:cNvPr id="1328" name="Google Shape;1328;p27"/>
          <p:cNvCxnSpPr/>
          <p:nvPr/>
        </p:nvCxnSpPr>
        <p:spPr>
          <a:xfrm rot="-5400000" flipH="1">
            <a:off x="7181408" y="2082400"/>
            <a:ext cx="1342200" cy="315300"/>
          </a:xfrm>
          <a:prstGeom prst="straightConnector1">
            <a:avLst/>
          </a:prstGeom>
          <a:noFill/>
          <a:ln w="9525" cap="flat" cmpd="sng">
            <a:solidFill>
              <a:srgbClr val="1A2E35"/>
            </a:solidFill>
            <a:prstDash val="solid"/>
            <a:round/>
            <a:headEnd type="none" w="med" len="med"/>
            <a:tailEnd type="none" w="med" len="med"/>
          </a:ln>
        </p:spPr>
      </p:cxnSp>
      <p:cxnSp>
        <p:nvCxnSpPr>
          <p:cNvPr id="1329" name="Google Shape;1329;p27"/>
          <p:cNvCxnSpPr/>
          <p:nvPr/>
        </p:nvCxnSpPr>
        <p:spPr>
          <a:xfrm rot="5400000">
            <a:off x="7232433" y="736375"/>
            <a:ext cx="1332000" cy="392100"/>
          </a:xfrm>
          <a:prstGeom prst="straightConnector1">
            <a:avLst/>
          </a:prstGeom>
          <a:noFill/>
          <a:ln w="9525" cap="flat" cmpd="sng">
            <a:solidFill>
              <a:srgbClr val="1A2E35"/>
            </a:solidFill>
            <a:prstDash val="solid"/>
            <a:round/>
            <a:headEnd type="none" w="med" len="med"/>
            <a:tailEnd type="none" w="med" len="med"/>
          </a:ln>
        </p:spPr>
      </p:cxnSp>
      <p:cxnSp>
        <p:nvCxnSpPr>
          <p:cNvPr id="1330" name="Google Shape;1330;p27"/>
          <p:cNvCxnSpPr/>
          <p:nvPr/>
        </p:nvCxnSpPr>
        <p:spPr>
          <a:xfrm rot="5400000">
            <a:off x="8168433" y="-66600"/>
            <a:ext cx="273900" cy="407100"/>
          </a:xfrm>
          <a:prstGeom prst="straightConnector1">
            <a:avLst/>
          </a:prstGeom>
          <a:noFill/>
          <a:ln w="9525" cap="flat" cmpd="sng">
            <a:solidFill>
              <a:srgbClr val="1A2E35"/>
            </a:solidFill>
            <a:prstDash val="solid"/>
            <a:round/>
            <a:headEnd type="none" w="med" len="med"/>
            <a:tailEnd type="none" w="med" len="med"/>
          </a:ln>
        </p:spPr>
      </p:cxnSp>
      <p:grpSp>
        <p:nvGrpSpPr>
          <p:cNvPr id="1331" name="Google Shape;1331;p27"/>
          <p:cNvGrpSpPr/>
          <p:nvPr/>
        </p:nvGrpSpPr>
        <p:grpSpPr>
          <a:xfrm rot="5400000" flipH="1">
            <a:off x="7407333" y="1284925"/>
            <a:ext cx="581800" cy="582350"/>
            <a:chOff x="8064275" y="887850"/>
            <a:chExt cx="581800" cy="582350"/>
          </a:xfrm>
        </p:grpSpPr>
        <p:sp>
          <p:nvSpPr>
            <p:cNvPr id="1332" name="Google Shape;1332;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 name="Google Shape;1338;p27"/>
          <p:cNvGrpSpPr/>
          <p:nvPr/>
        </p:nvGrpSpPr>
        <p:grpSpPr>
          <a:xfrm rot="5400000" flipH="1">
            <a:off x="7869720" y="2754200"/>
            <a:ext cx="292025" cy="292575"/>
            <a:chOff x="7353050" y="316275"/>
            <a:chExt cx="292025" cy="292575"/>
          </a:xfrm>
        </p:grpSpPr>
        <p:sp>
          <p:nvSpPr>
            <p:cNvPr id="1339" name="Google Shape;1339;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 name="Google Shape;1343;p27"/>
          <p:cNvGrpSpPr/>
          <p:nvPr/>
        </p:nvGrpSpPr>
        <p:grpSpPr>
          <a:xfrm rot="5400000" flipH="1">
            <a:off x="8012458" y="178175"/>
            <a:ext cx="175000" cy="175000"/>
            <a:chOff x="8792300" y="321275"/>
            <a:chExt cx="175000" cy="175000"/>
          </a:xfrm>
        </p:grpSpPr>
        <p:sp>
          <p:nvSpPr>
            <p:cNvPr id="1344" name="Google Shape;1344;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 name="Google Shape;1348;p27"/>
          <p:cNvGrpSpPr/>
          <p:nvPr/>
        </p:nvGrpSpPr>
        <p:grpSpPr>
          <a:xfrm rot="5400000">
            <a:off x="7551683" y="3879926"/>
            <a:ext cx="293111" cy="293388"/>
            <a:chOff x="3164039" y="430875"/>
            <a:chExt cx="293111" cy="293388"/>
          </a:xfrm>
        </p:grpSpPr>
        <p:sp>
          <p:nvSpPr>
            <p:cNvPr id="1349" name="Google Shape;1349;p2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 name="Google Shape;1355;p27"/>
          <p:cNvGrpSpPr/>
          <p:nvPr/>
        </p:nvGrpSpPr>
        <p:grpSpPr>
          <a:xfrm rot="5400000" flipH="1">
            <a:off x="8259052" y="323144"/>
            <a:ext cx="175013" cy="27000"/>
            <a:chOff x="5662375" y="212375"/>
            <a:chExt cx="175013" cy="27000"/>
          </a:xfrm>
        </p:grpSpPr>
        <p:sp>
          <p:nvSpPr>
            <p:cNvPr id="1356" name="Google Shape;135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9" name="Google Shape;1359;p27"/>
          <p:cNvCxnSpPr/>
          <p:nvPr/>
        </p:nvCxnSpPr>
        <p:spPr>
          <a:xfrm rot="5400000" flipH="1">
            <a:off x="740850" y="2598325"/>
            <a:ext cx="1672500" cy="126000"/>
          </a:xfrm>
          <a:prstGeom prst="straightConnector1">
            <a:avLst/>
          </a:prstGeom>
          <a:noFill/>
          <a:ln w="9525" cap="flat" cmpd="sng">
            <a:solidFill>
              <a:srgbClr val="1A2E35"/>
            </a:solidFill>
            <a:prstDash val="solid"/>
            <a:round/>
            <a:headEnd type="none" w="med" len="med"/>
            <a:tailEnd type="none" w="med" len="med"/>
          </a:ln>
        </p:spPr>
      </p:cxnSp>
      <p:cxnSp>
        <p:nvCxnSpPr>
          <p:cNvPr id="1360" name="Google Shape;1360;p27"/>
          <p:cNvCxnSpPr/>
          <p:nvPr/>
        </p:nvCxnSpPr>
        <p:spPr>
          <a:xfrm rot="-5400000">
            <a:off x="847100" y="3554000"/>
            <a:ext cx="829500" cy="743400"/>
          </a:xfrm>
          <a:prstGeom prst="straightConnector1">
            <a:avLst/>
          </a:prstGeom>
          <a:noFill/>
          <a:ln w="9525" cap="flat" cmpd="sng">
            <a:solidFill>
              <a:srgbClr val="1A2E35"/>
            </a:solidFill>
            <a:prstDash val="solid"/>
            <a:round/>
            <a:headEnd type="none" w="med" len="med"/>
            <a:tailEnd type="none" w="med" len="med"/>
          </a:ln>
        </p:spPr>
      </p:cxnSp>
      <p:cxnSp>
        <p:nvCxnSpPr>
          <p:cNvPr id="1361" name="Google Shape;1361;p27"/>
          <p:cNvCxnSpPr/>
          <p:nvPr/>
        </p:nvCxnSpPr>
        <p:spPr>
          <a:xfrm rot="5400000" flipH="1">
            <a:off x="1105775" y="4151250"/>
            <a:ext cx="796500" cy="1188000"/>
          </a:xfrm>
          <a:prstGeom prst="straightConnector1">
            <a:avLst/>
          </a:prstGeom>
          <a:noFill/>
          <a:ln w="9525" cap="flat" cmpd="sng">
            <a:solidFill>
              <a:srgbClr val="1A2E35"/>
            </a:solidFill>
            <a:prstDash val="solid"/>
            <a:round/>
            <a:headEnd type="none" w="med" len="med"/>
            <a:tailEnd type="none" w="med" len="med"/>
          </a:ln>
        </p:spPr>
      </p:cxnSp>
      <p:grpSp>
        <p:nvGrpSpPr>
          <p:cNvPr id="1362" name="Google Shape;1362;p27"/>
          <p:cNvGrpSpPr/>
          <p:nvPr/>
        </p:nvGrpSpPr>
        <p:grpSpPr>
          <a:xfrm rot="5400000">
            <a:off x="621475" y="4062025"/>
            <a:ext cx="581800" cy="582350"/>
            <a:chOff x="8064275" y="887850"/>
            <a:chExt cx="581800" cy="582350"/>
          </a:xfrm>
        </p:grpSpPr>
        <p:sp>
          <p:nvSpPr>
            <p:cNvPr id="1363" name="Google Shape;1363;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 name="Google Shape;1369;p27"/>
          <p:cNvGrpSpPr/>
          <p:nvPr/>
        </p:nvGrpSpPr>
        <p:grpSpPr>
          <a:xfrm rot="5400000">
            <a:off x="1482825" y="3350800"/>
            <a:ext cx="292025" cy="292575"/>
            <a:chOff x="7353050" y="316275"/>
            <a:chExt cx="292025" cy="292575"/>
          </a:xfrm>
        </p:grpSpPr>
        <p:sp>
          <p:nvSpPr>
            <p:cNvPr id="1370" name="Google Shape;1370;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 name="Google Shape;1374;p27"/>
          <p:cNvGrpSpPr/>
          <p:nvPr/>
        </p:nvGrpSpPr>
        <p:grpSpPr>
          <a:xfrm rot="5400000">
            <a:off x="1595125" y="4790325"/>
            <a:ext cx="175000" cy="175000"/>
            <a:chOff x="8792300" y="321275"/>
            <a:chExt cx="175000" cy="175000"/>
          </a:xfrm>
        </p:grpSpPr>
        <p:sp>
          <p:nvSpPr>
            <p:cNvPr id="1375" name="Google Shape;1375;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9" name="Google Shape;1379;p27"/>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27"/>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27"/>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27"/>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27"/>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27"/>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5" name="Google Shape;1385;p27"/>
          <p:cNvGrpSpPr/>
          <p:nvPr/>
        </p:nvGrpSpPr>
        <p:grpSpPr>
          <a:xfrm rot="5400000">
            <a:off x="1701119" y="1515381"/>
            <a:ext cx="175013" cy="27000"/>
            <a:chOff x="5662375" y="212375"/>
            <a:chExt cx="175013" cy="27000"/>
          </a:xfrm>
        </p:grpSpPr>
        <p:sp>
          <p:nvSpPr>
            <p:cNvPr id="1386" name="Google Shape;138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 name="Google Shape;1389;p27"/>
          <p:cNvGrpSpPr/>
          <p:nvPr/>
        </p:nvGrpSpPr>
        <p:grpSpPr>
          <a:xfrm rot="5400000">
            <a:off x="1819519" y="4562081"/>
            <a:ext cx="175013" cy="27000"/>
            <a:chOff x="5662375" y="212375"/>
            <a:chExt cx="175013" cy="27000"/>
          </a:xfrm>
        </p:grpSpPr>
        <p:sp>
          <p:nvSpPr>
            <p:cNvPr id="1390" name="Google Shape;1390;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27"/>
          <p:cNvGrpSpPr/>
          <p:nvPr/>
        </p:nvGrpSpPr>
        <p:grpSpPr>
          <a:xfrm rot="5400000">
            <a:off x="408594" y="4140781"/>
            <a:ext cx="175013" cy="27000"/>
            <a:chOff x="5662375" y="212375"/>
            <a:chExt cx="175013" cy="27000"/>
          </a:xfrm>
        </p:grpSpPr>
        <p:sp>
          <p:nvSpPr>
            <p:cNvPr id="1394" name="Google Shape;1394;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2">
  <p:cSld name="CUSTOM_19">
    <p:spTree>
      <p:nvGrpSpPr>
        <p:cNvPr id="1" name="Shape 1397"/>
        <p:cNvGrpSpPr/>
        <p:nvPr/>
      </p:nvGrpSpPr>
      <p:grpSpPr>
        <a:xfrm>
          <a:off x="0" y="0"/>
          <a:ext cx="0" cy="0"/>
          <a:chOff x="0" y="0"/>
          <a:chExt cx="0" cy="0"/>
        </a:xfrm>
      </p:grpSpPr>
      <p:grpSp>
        <p:nvGrpSpPr>
          <p:cNvPr id="1398" name="Google Shape;1398;p28"/>
          <p:cNvGrpSpPr/>
          <p:nvPr/>
        </p:nvGrpSpPr>
        <p:grpSpPr>
          <a:xfrm>
            <a:off x="261711" y="-1158"/>
            <a:ext cx="8550326" cy="3981600"/>
            <a:chOff x="261711" y="-1158"/>
            <a:chExt cx="8550326" cy="3981600"/>
          </a:xfrm>
        </p:grpSpPr>
        <p:cxnSp>
          <p:nvCxnSpPr>
            <p:cNvPr id="1399" name="Google Shape;1399;p28"/>
            <p:cNvCxnSpPr/>
            <p:nvPr/>
          </p:nvCxnSpPr>
          <p:spPr>
            <a:xfrm>
              <a:off x="515925" y="-1158"/>
              <a:ext cx="0" cy="3981600"/>
            </a:xfrm>
            <a:prstGeom prst="straightConnector1">
              <a:avLst/>
            </a:prstGeom>
            <a:noFill/>
            <a:ln w="9525" cap="flat" cmpd="sng">
              <a:solidFill>
                <a:srgbClr val="595959"/>
              </a:solidFill>
              <a:prstDash val="solid"/>
              <a:round/>
              <a:headEnd type="none" w="med" len="med"/>
              <a:tailEnd type="none" w="med" len="med"/>
            </a:ln>
          </p:spPr>
        </p:cxnSp>
        <p:cxnSp>
          <p:nvCxnSpPr>
            <p:cNvPr id="1400" name="Google Shape;1400;p28"/>
            <p:cNvCxnSpPr/>
            <p:nvPr/>
          </p:nvCxnSpPr>
          <p:spPr>
            <a:xfrm>
              <a:off x="8666025" y="-1158"/>
              <a:ext cx="0" cy="1902000"/>
            </a:xfrm>
            <a:prstGeom prst="straightConnector1">
              <a:avLst/>
            </a:prstGeom>
            <a:noFill/>
            <a:ln w="9525" cap="flat" cmpd="sng">
              <a:solidFill>
                <a:srgbClr val="595959"/>
              </a:solidFill>
              <a:prstDash val="solid"/>
              <a:round/>
              <a:headEnd type="none" w="med" len="med"/>
              <a:tailEnd type="none" w="med" len="med"/>
            </a:ln>
          </p:spPr>
        </p:cxnSp>
        <p:grpSp>
          <p:nvGrpSpPr>
            <p:cNvPr id="1401" name="Google Shape;1401;p28"/>
            <p:cNvGrpSpPr/>
            <p:nvPr/>
          </p:nvGrpSpPr>
          <p:grpSpPr>
            <a:xfrm rot="10800000">
              <a:off x="343275" y="3300779"/>
              <a:ext cx="344736" cy="345385"/>
              <a:chOff x="7353050" y="316275"/>
              <a:chExt cx="292025" cy="292575"/>
            </a:xfrm>
          </p:grpSpPr>
          <p:sp>
            <p:nvSpPr>
              <p:cNvPr id="1402" name="Google Shape;1402;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 name="Google Shape;1406;p28"/>
            <p:cNvGrpSpPr/>
            <p:nvPr/>
          </p:nvGrpSpPr>
          <p:grpSpPr>
            <a:xfrm rot="10800000">
              <a:off x="8520013" y="714742"/>
              <a:ext cx="292025" cy="292575"/>
              <a:chOff x="7353050" y="316275"/>
              <a:chExt cx="292025" cy="292575"/>
            </a:xfrm>
          </p:grpSpPr>
          <p:sp>
            <p:nvSpPr>
              <p:cNvPr id="1407" name="Google Shape;1407;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 name="Google Shape;1411;p28"/>
            <p:cNvGrpSpPr/>
            <p:nvPr/>
          </p:nvGrpSpPr>
          <p:grpSpPr>
            <a:xfrm rot="10800000">
              <a:off x="261711" y="465077"/>
              <a:ext cx="507562" cy="507984"/>
              <a:chOff x="8064275" y="887850"/>
              <a:chExt cx="581800" cy="582350"/>
            </a:xfrm>
          </p:grpSpPr>
          <p:sp>
            <p:nvSpPr>
              <p:cNvPr id="1412" name="Google Shape;1412;p2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2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2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2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2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2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3">
  <p:cSld name="CUSTOM_20">
    <p:spTree>
      <p:nvGrpSpPr>
        <p:cNvPr id="1" name="Shape 1418"/>
        <p:cNvGrpSpPr/>
        <p:nvPr/>
      </p:nvGrpSpPr>
      <p:grpSpPr>
        <a:xfrm>
          <a:off x="0" y="0"/>
          <a:ext cx="0" cy="0"/>
          <a:chOff x="0" y="0"/>
          <a:chExt cx="0" cy="0"/>
        </a:xfrm>
      </p:grpSpPr>
      <p:grpSp>
        <p:nvGrpSpPr>
          <p:cNvPr id="1419" name="Google Shape;1419;p29"/>
          <p:cNvGrpSpPr/>
          <p:nvPr/>
        </p:nvGrpSpPr>
        <p:grpSpPr>
          <a:xfrm>
            <a:off x="432850" y="0"/>
            <a:ext cx="8278300" cy="5165700"/>
            <a:chOff x="432850" y="0"/>
            <a:chExt cx="8278300" cy="5165700"/>
          </a:xfrm>
        </p:grpSpPr>
        <p:cxnSp>
          <p:nvCxnSpPr>
            <p:cNvPr id="1420" name="Google Shape;1420;p29"/>
            <p:cNvCxnSpPr/>
            <p:nvPr/>
          </p:nvCxnSpPr>
          <p:spPr>
            <a:xfrm rot="10800000">
              <a:off x="8420275" y="2664300"/>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21" name="Google Shape;1421;p29"/>
            <p:cNvGrpSpPr/>
            <p:nvPr/>
          </p:nvGrpSpPr>
          <p:grpSpPr>
            <a:xfrm>
              <a:off x="8129350" y="4292175"/>
              <a:ext cx="581800" cy="582350"/>
              <a:chOff x="8064275" y="887850"/>
              <a:chExt cx="581800" cy="582350"/>
            </a:xfrm>
          </p:grpSpPr>
          <p:sp>
            <p:nvSpPr>
              <p:cNvPr id="1422" name="Google Shape;1422;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 name="Google Shape;1428;p29"/>
            <p:cNvGrpSpPr/>
            <p:nvPr/>
          </p:nvGrpSpPr>
          <p:grpSpPr>
            <a:xfrm>
              <a:off x="8274238" y="3720600"/>
              <a:ext cx="292025" cy="292575"/>
              <a:chOff x="7353050" y="316275"/>
              <a:chExt cx="292025" cy="292575"/>
            </a:xfrm>
          </p:grpSpPr>
          <p:sp>
            <p:nvSpPr>
              <p:cNvPr id="1429" name="Google Shape;1429;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 name="Google Shape;1433;p29"/>
            <p:cNvGrpSpPr/>
            <p:nvPr/>
          </p:nvGrpSpPr>
          <p:grpSpPr>
            <a:xfrm>
              <a:off x="8332763" y="3212475"/>
              <a:ext cx="175000" cy="175000"/>
              <a:chOff x="8792300" y="321275"/>
              <a:chExt cx="175000" cy="175000"/>
            </a:xfrm>
          </p:grpSpPr>
          <p:sp>
            <p:nvSpPr>
              <p:cNvPr id="1434" name="Google Shape;1434;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38" name="Google Shape;1438;p29"/>
            <p:cNvCxnSpPr/>
            <p:nvPr/>
          </p:nvCxnSpPr>
          <p:spPr>
            <a:xfrm>
              <a:off x="723725" y="613"/>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39" name="Google Shape;1439;p29"/>
            <p:cNvGrpSpPr/>
            <p:nvPr/>
          </p:nvGrpSpPr>
          <p:grpSpPr>
            <a:xfrm rot="10800000">
              <a:off x="432850" y="291788"/>
              <a:ext cx="581800" cy="582350"/>
              <a:chOff x="8064275" y="887850"/>
              <a:chExt cx="581800" cy="582350"/>
            </a:xfrm>
          </p:grpSpPr>
          <p:sp>
            <p:nvSpPr>
              <p:cNvPr id="1440" name="Google Shape;1440;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29"/>
            <p:cNvGrpSpPr/>
            <p:nvPr/>
          </p:nvGrpSpPr>
          <p:grpSpPr>
            <a:xfrm rot="10800000">
              <a:off x="577738" y="1153138"/>
              <a:ext cx="292025" cy="292575"/>
              <a:chOff x="7353050" y="316275"/>
              <a:chExt cx="292025" cy="292575"/>
            </a:xfrm>
          </p:grpSpPr>
          <p:sp>
            <p:nvSpPr>
              <p:cNvPr id="1447" name="Google Shape;1447;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 name="Google Shape;1451;p29"/>
            <p:cNvGrpSpPr/>
            <p:nvPr/>
          </p:nvGrpSpPr>
          <p:grpSpPr>
            <a:xfrm rot="10800000">
              <a:off x="636238" y="1778838"/>
              <a:ext cx="175000" cy="175000"/>
              <a:chOff x="8792300" y="321275"/>
              <a:chExt cx="175000" cy="175000"/>
            </a:xfrm>
          </p:grpSpPr>
          <p:sp>
            <p:nvSpPr>
              <p:cNvPr id="1452" name="Google Shape;1452;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 name="Google Shape;1456;p29"/>
            <p:cNvGrpSpPr/>
            <p:nvPr/>
          </p:nvGrpSpPr>
          <p:grpSpPr>
            <a:xfrm>
              <a:off x="432850" y="2003163"/>
              <a:ext cx="175013" cy="27000"/>
              <a:chOff x="5662375" y="212375"/>
              <a:chExt cx="175013" cy="27000"/>
            </a:xfrm>
          </p:grpSpPr>
          <p:sp>
            <p:nvSpPr>
              <p:cNvPr id="1457" name="Google Shape;1457;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 name="Google Shape;1460;p29"/>
            <p:cNvGrpSpPr/>
            <p:nvPr/>
          </p:nvGrpSpPr>
          <p:grpSpPr>
            <a:xfrm>
              <a:off x="788100" y="208488"/>
              <a:ext cx="175013" cy="27000"/>
              <a:chOff x="5662375" y="212375"/>
              <a:chExt cx="175013" cy="27000"/>
            </a:xfrm>
          </p:grpSpPr>
          <p:sp>
            <p:nvSpPr>
              <p:cNvPr id="1461" name="Google Shape;1461;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 name="Google Shape;1464;p29"/>
            <p:cNvGrpSpPr/>
            <p:nvPr/>
          </p:nvGrpSpPr>
          <p:grpSpPr>
            <a:xfrm>
              <a:off x="8129350" y="4988725"/>
              <a:ext cx="175013" cy="27000"/>
              <a:chOff x="5662375" y="212375"/>
              <a:chExt cx="175013" cy="27000"/>
            </a:xfrm>
          </p:grpSpPr>
          <p:sp>
            <p:nvSpPr>
              <p:cNvPr id="1465" name="Google Shape;1465;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 name="Google Shape;1468;p29"/>
            <p:cNvGrpSpPr/>
            <p:nvPr/>
          </p:nvGrpSpPr>
          <p:grpSpPr>
            <a:xfrm>
              <a:off x="8497550" y="3429425"/>
              <a:ext cx="175013" cy="27000"/>
              <a:chOff x="5662375" y="212375"/>
              <a:chExt cx="175013" cy="27000"/>
            </a:xfrm>
          </p:grpSpPr>
          <p:sp>
            <p:nvSpPr>
              <p:cNvPr id="1469" name="Google Shape;1469;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72" name="Google Shape;1472;p29"/>
            <p:cNvCxnSpPr/>
            <p:nvPr/>
          </p:nvCxnSpPr>
          <p:spPr>
            <a:xfrm>
              <a:off x="8407225" y="0"/>
              <a:ext cx="0" cy="2160900"/>
            </a:xfrm>
            <a:prstGeom prst="straightConnector1">
              <a:avLst/>
            </a:prstGeom>
            <a:noFill/>
            <a:ln w="9525" cap="flat" cmpd="sng">
              <a:solidFill>
                <a:srgbClr val="595959"/>
              </a:solidFill>
              <a:prstDash val="solid"/>
              <a:round/>
              <a:headEnd type="none" w="med" len="med"/>
              <a:tailEnd type="none" w="med" len="med"/>
            </a:ln>
          </p:spPr>
        </p:cxnSp>
        <p:cxnSp>
          <p:nvCxnSpPr>
            <p:cNvPr id="1473" name="Google Shape;1473;p29"/>
            <p:cNvCxnSpPr/>
            <p:nvPr/>
          </p:nvCxnSpPr>
          <p:spPr>
            <a:xfrm>
              <a:off x="718025" y="2985634"/>
              <a:ext cx="0" cy="2160900"/>
            </a:xfrm>
            <a:prstGeom prst="straightConnector1">
              <a:avLst/>
            </a:prstGeom>
            <a:noFill/>
            <a:ln w="9525" cap="flat" cmpd="sng">
              <a:solidFill>
                <a:srgbClr val="595959"/>
              </a:solidFill>
              <a:prstDash val="solid"/>
              <a:round/>
              <a:headEnd type="none" w="med" len="med"/>
              <a:tailEnd type="none" w="med" len="med"/>
            </a:ln>
          </p:spPr>
        </p:cxnSp>
        <p:sp>
          <p:nvSpPr>
            <p:cNvPr id="1474" name="Google Shape;1474;p29"/>
            <p:cNvSpPr/>
            <p:nvPr/>
          </p:nvSpPr>
          <p:spPr>
            <a:xfrm>
              <a:off x="671825" y="458788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29"/>
            <p:cNvSpPr/>
            <p:nvPr/>
          </p:nvSpPr>
          <p:spPr>
            <a:xfrm>
              <a:off x="671825" y="394033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29"/>
            <p:cNvSpPr/>
            <p:nvPr/>
          </p:nvSpPr>
          <p:spPr>
            <a:xfrm>
              <a:off x="8361025" y="1453500"/>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29"/>
            <p:cNvSpPr/>
            <p:nvPr/>
          </p:nvSpPr>
          <p:spPr>
            <a:xfrm>
              <a:off x="8361025" y="234875"/>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ackground 4">
  <p:cSld name="CUSTOM_21">
    <p:spTree>
      <p:nvGrpSpPr>
        <p:cNvPr id="1" name="Shape 1478"/>
        <p:cNvGrpSpPr/>
        <p:nvPr/>
      </p:nvGrpSpPr>
      <p:grpSpPr>
        <a:xfrm>
          <a:off x="0" y="0"/>
          <a:ext cx="0" cy="0"/>
          <a:chOff x="0" y="0"/>
          <a:chExt cx="0" cy="0"/>
        </a:xfrm>
      </p:grpSpPr>
      <p:grpSp>
        <p:nvGrpSpPr>
          <p:cNvPr id="1479" name="Google Shape;1479;p30"/>
          <p:cNvGrpSpPr/>
          <p:nvPr/>
        </p:nvGrpSpPr>
        <p:grpSpPr>
          <a:xfrm>
            <a:off x="-6867" y="-6625"/>
            <a:ext cx="9152342" cy="5102050"/>
            <a:chOff x="-6867" y="-6625"/>
            <a:chExt cx="9152342" cy="5102050"/>
          </a:xfrm>
        </p:grpSpPr>
        <p:cxnSp>
          <p:nvCxnSpPr>
            <p:cNvPr id="1480" name="Google Shape;1480;p30"/>
            <p:cNvCxnSpPr/>
            <p:nvPr/>
          </p:nvCxnSpPr>
          <p:spPr>
            <a:xfrm>
              <a:off x="2904283"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1481" name="Google Shape;1481;p30"/>
            <p:cNvCxnSpPr/>
            <p:nvPr/>
          </p:nvCxnSpPr>
          <p:spPr>
            <a:xfrm rot="10800000" flipH="1">
              <a:off x="1562083"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1482" name="Google Shape;1482;p30"/>
            <p:cNvCxnSpPr/>
            <p:nvPr/>
          </p:nvCxnSpPr>
          <p:spPr>
            <a:xfrm>
              <a:off x="259558"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1483" name="Google Shape;1483;p30"/>
            <p:cNvCxnSpPr/>
            <p:nvPr/>
          </p:nvCxnSpPr>
          <p:spPr>
            <a:xfrm>
              <a:off x="-6867"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1484" name="Google Shape;1484;p30"/>
            <p:cNvGrpSpPr/>
            <p:nvPr/>
          </p:nvGrpSpPr>
          <p:grpSpPr>
            <a:xfrm flipH="1">
              <a:off x="1278333" y="4513075"/>
              <a:ext cx="581800" cy="582350"/>
              <a:chOff x="8064275" y="887850"/>
              <a:chExt cx="581800" cy="582350"/>
            </a:xfrm>
          </p:grpSpPr>
          <p:sp>
            <p:nvSpPr>
              <p:cNvPr id="1485" name="Google Shape;1485;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 name="Google Shape;1491;p30"/>
            <p:cNvGrpSpPr/>
            <p:nvPr/>
          </p:nvGrpSpPr>
          <p:grpSpPr>
            <a:xfrm flipH="1">
              <a:off x="2747608" y="4340463"/>
              <a:ext cx="292025" cy="292575"/>
              <a:chOff x="7353050" y="316275"/>
              <a:chExt cx="292025" cy="292575"/>
            </a:xfrm>
          </p:grpSpPr>
          <p:sp>
            <p:nvSpPr>
              <p:cNvPr id="1492" name="Google Shape;1492;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 name="Google Shape;1496;p30"/>
            <p:cNvGrpSpPr/>
            <p:nvPr/>
          </p:nvGrpSpPr>
          <p:grpSpPr>
            <a:xfrm flipH="1">
              <a:off x="171308" y="4315025"/>
              <a:ext cx="175000" cy="175000"/>
              <a:chOff x="8792300" y="321275"/>
              <a:chExt cx="175000" cy="175000"/>
            </a:xfrm>
          </p:grpSpPr>
          <p:sp>
            <p:nvSpPr>
              <p:cNvPr id="1497" name="Google Shape;1497;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 name="Google Shape;1501;p30"/>
            <p:cNvGrpSpPr/>
            <p:nvPr/>
          </p:nvGrpSpPr>
          <p:grpSpPr>
            <a:xfrm>
              <a:off x="3873197" y="4657550"/>
              <a:ext cx="293111" cy="293388"/>
              <a:chOff x="3164039" y="430875"/>
              <a:chExt cx="293111" cy="293388"/>
            </a:xfrm>
          </p:grpSpPr>
          <p:sp>
            <p:nvSpPr>
              <p:cNvPr id="1502" name="Google Shape;1502;p3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3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0"/>
            <p:cNvGrpSpPr/>
            <p:nvPr/>
          </p:nvGrpSpPr>
          <p:grpSpPr>
            <a:xfrm flipH="1">
              <a:off x="242270" y="4142425"/>
              <a:ext cx="175013" cy="27000"/>
              <a:chOff x="5662375" y="212375"/>
              <a:chExt cx="175013" cy="27000"/>
            </a:xfrm>
          </p:grpSpPr>
          <p:sp>
            <p:nvSpPr>
              <p:cNvPr id="1509" name="Google Shape;1509;p3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12" name="Google Shape;1512;p30"/>
            <p:cNvCxnSpPr/>
            <p:nvPr/>
          </p:nvCxnSpPr>
          <p:spPr>
            <a:xfrm rot="10800000">
              <a:off x="5995050" y="226600"/>
              <a:ext cx="1504500" cy="224700"/>
            </a:xfrm>
            <a:prstGeom prst="straightConnector1">
              <a:avLst/>
            </a:prstGeom>
            <a:noFill/>
            <a:ln w="9525" cap="flat" cmpd="sng">
              <a:solidFill>
                <a:schemeClr val="dk2"/>
              </a:solidFill>
              <a:prstDash val="solid"/>
              <a:round/>
              <a:headEnd type="none" w="med" len="med"/>
              <a:tailEnd type="none" w="med" len="med"/>
            </a:ln>
          </p:spPr>
        </p:cxnSp>
        <p:cxnSp>
          <p:nvCxnSpPr>
            <p:cNvPr id="1513" name="Google Shape;1513;p30"/>
            <p:cNvCxnSpPr/>
            <p:nvPr/>
          </p:nvCxnSpPr>
          <p:spPr>
            <a:xfrm rot="10800000">
              <a:off x="7512925" y="45785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514" name="Google Shape;1514;p30"/>
            <p:cNvCxnSpPr/>
            <p:nvPr/>
          </p:nvCxnSpPr>
          <p:spPr>
            <a:xfrm flipH="1">
              <a:off x="8348975" y="-6625"/>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515" name="Google Shape;1515;p30"/>
            <p:cNvGrpSpPr/>
            <p:nvPr/>
          </p:nvGrpSpPr>
          <p:grpSpPr>
            <a:xfrm>
              <a:off x="8064275" y="1040250"/>
              <a:ext cx="581800" cy="582350"/>
              <a:chOff x="8064275" y="887850"/>
              <a:chExt cx="581800" cy="582350"/>
            </a:xfrm>
          </p:grpSpPr>
          <p:sp>
            <p:nvSpPr>
              <p:cNvPr id="1516" name="Google Shape;1516;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 name="Google Shape;1522;p30"/>
            <p:cNvGrpSpPr/>
            <p:nvPr/>
          </p:nvGrpSpPr>
          <p:grpSpPr>
            <a:xfrm>
              <a:off x="7353050" y="316275"/>
              <a:ext cx="292025" cy="292575"/>
              <a:chOff x="7353050" y="316275"/>
              <a:chExt cx="292025" cy="292575"/>
            </a:xfrm>
          </p:grpSpPr>
          <p:sp>
            <p:nvSpPr>
              <p:cNvPr id="1523" name="Google Shape;1523;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 name="Google Shape;1527;p30"/>
            <p:cNvGrpSpPr/>
            <p:nvPr/>
          </p:nvGrpSpPr>
          <p:grpSpPr>
            <a:xfrm>
              <a:off x="8792300" y="321275"/>
              <a:ext cx="175000" cy="175000"/>
              <a:chOff x="8792300" y="321275"/>
              <a:chExt cx="175000" cy="175000"/>
            </a:xfrm>
          </p:grpSpPr>
          <p:sp>
            <p:nvSpPr>
              <p:cNvPr id="1528" name="Google Shape;1528;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2" name="Google Shape;1532;p30"/>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30"/>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30"/>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30"/>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30"/>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30"/>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8" name="Google Shape;1538;p30"/>
            <p:cNvGrpSpPr/>
            <p:nvPr/>
          </p:nvGrpSpPr>
          <p:grpSpPr>
            <a:xfrm>
              <a:off x="8490050" y="170875"/>
              <a:ext cx="175013" cy="27000"/>
              <a:chOff x="5662375" y="212375"/>
              <a:chExt cx="175013" cy="27000"/>
            </a:xfrm>
          </p:grpSpPr>
          <p:sp>
            <p:nvSpPr>
              <p:cNvPr id="1539" name="Google Shape;1539;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 name="Google Shape;1542;p30"/>
            <p:cNvGrpSpPr/>
            <p:nvPr/>
          </p:nvGrpSpPr>
          <p:grpSpPr>
            <a:xfrm>
              <a:off x="8678350" y="1658000"/>
              <a:ext cx="175013" cy="27000"/>
              <a:chOff x="5662375" y="212375"/>
              <a:chExt cx="175013" cy="27000"/>
            </a:xfrm>
          </p:grpSpPr>
          <p:sp>
            <p:nvSpPr>
              <p:cNvPr id="1543" name="Google Shape;1543;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3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3750" y="526925"/>
            <a:ext cx="7696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1pPr>
            <a:lvl2pPr lvl="1"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2pPr>
            <a:lvl3pPr lvl="2"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3pPr>
            <a:lvl4pPr lvl="3"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4pPr>
            <a:lvl5pPr lvl="4"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5pPr>
            <a:lvl6pPr lvl="5"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6pPr>
            <a:lvl7pPr lvl="6"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7pPr>
            <a:lvl8pPr lvl="7"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8pPr>
            <a:lvl9pPr lvl="8"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2" r:id="rId3"/>
    <p:sldLayoutId id="2147483653" r:id="rId4"/>
    <p:sldLayoutId id="2147483654" r:id="rId5"/>
    <p:sldLayoutId id="2147483655" r:id="rId6"/>
    <p:sldLayoutId id="2147483658" r:id="rId7"/>
    <p:sldLayoutId id="2147483659" r:id="rId8"/>
    <p:sldLayoutId id="2147483660" r:id="rId9"/>
    <p:sldLayoutId id="2147483673" r:id="rId10"/>
    <p:sldLayoutId id="2147483674" r:id="rId11"/>
    <p:sldLayoutId id="2147483675" r:id="rId12"/>
    <p:sldLayoutId id="2147483676"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89"/>
        <p:cNvGrpSpPr/>
        <p:nvPr/>
      </p:nvGrpSpPr>
      <p:grpSpPr>
        <a:xfrm>
          <a:off x="0" y="0"/>
          <a:ext cx="0" cy="0"/>
          <a:chOff x="0" y="0"/>
          <a:chExt cx="0" cy="0"/>
        </a:xfrm>
      </p:grpSpPr>
      <p:grpSp>
        <p:nvGrpSpPr>
          <p:cNvPr id="1690" name="Google Shape;1690;p35"/>
          <p:cNvGrpSpPr/>
          <p:nvPr/>
        </p:nvGrpSpPr>
        <p:grpSpPr>
          <a:xfrm>
            <a:off x="0" y="959820"/>
            <a:ext cx="5343540" cy="4183680"/>
            <a:chOff x="469775" y="238125"/>
            <a:chExt cx="6679425" cy="5229600"/>
          </a:xfrm>
        </p:grpSpPr>
        <p:sp>
          <p:nvSpPr>
            <p:cNvPr id="1691" name="Google Shape;1691;p35"/>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35"/>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5"/>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35"/>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35"/>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35"/>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35"/>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35"/>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35"/>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35"/>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35"/>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35"/>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35"/>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35"/>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35"/>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35"/>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35"/>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35"/>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35"/>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35"/>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35"/>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35"/>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35"/>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35"/>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35"/>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35"/>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35"/>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35"/>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35"/>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35"/>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5"/>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5"/>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5"/>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35"/>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35"/>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5"/>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5"/>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5"/>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5"/>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5"/>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5"/>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5"/>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35"/>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35"/>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5"/>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35"/>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35"/>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35"/>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35"/>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35"/>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35"/>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35"/>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35"/>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35"/>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35"/>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35"/>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35"/>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35"/>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35"/>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35"/>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35"/>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35"/>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35"/>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35"/>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35"/>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35"/>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35"/>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35"/>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35"/>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35"/>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35"/>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35"/>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35"/>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35"/>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35"/>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35"/>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35"/>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35"/>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35"/>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35"/>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35"/>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35"/>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35"/>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35"/>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35"/>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35"/>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35"/>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35"/>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35"/>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35"/>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35"/>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35"/>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35"/>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35"/>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35"/>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35"/>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35"/>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35"/>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35"/>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35"/>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35"/>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35"/>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35"/>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35"/>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35"/>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35"/>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35"/>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35"/>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35"/>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35"/>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35"/>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35"/>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35"/>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35"/>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35"/>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35"/>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35"/>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35"/>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35"/>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35"/>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35"/>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35"/>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35"/>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35"/>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35"/>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35"/>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35"/>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35"/>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35"/>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35"/>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35"/>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35"/>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35"/>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35"/>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35"/>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35"/>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35"/>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35"/>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35"/>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35"/>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35"/>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35"/>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35"/>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35"/>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35"/>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35"/>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35"/>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35"/>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35"/>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35"/>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35"/>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35"/>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35"/>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35"/>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35"/>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35"/>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35"/>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35"/>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35"/>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35"/>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35"/>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35"/>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35"/>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35"/>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35"/>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35"/>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35"/>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35"/>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35"/>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35"/>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35"/>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35"/>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35"/>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35"/>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35"/>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35"/>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35"/>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35"/>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35"/>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35"/>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35"/>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35"/>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35"/>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35"/>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35"/>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35"/>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35"/>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35"/>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35"/>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35"/>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35"/>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35"/>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35"/>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84" name="Google Shape;1884;p35"/>
          <p:cNvSpPr txBox="1">
            <a:spLocks noGrp="1"/>
          </p:cNvSpPr>
          <p:nvPr>
            <p:ph type="ctrTitle"/>
          </p:nvPr>
        </p:nvSpPr>
        <p:spPr>
          <a:xfrm>
            <a:off x="4317664" y="1707688"/>
            <a:ext cx="4195292" cy="2071026"/>
          </a:xfrm>
          <a:prstGeom prst="rect">
            <a:avLst/>
          </a:prstGeom>
        </p:spPr>
        <p:txBody>
          <a:bodyPr spcFirstLastPara="1" wrap="square" lIns="91425" tIns="91425" rIns="91425" bIns="91425" anchor="b" anchorCtr="0">
            <a:noAutofit/>
          </a:bodyPr>
          <a:lstStyle/>
          <a:p>
            <a:pPr lvl="0"/>
            <a:r>
              <a:rPr lang="en-US" sz="2800" dirty="0"/>
              <a:t>A Privacy-Preserving Multi-Domain Image Segmentation Framework using Federated Learning and TT-SFUDA</a:t>
            </a:r>
            <a:endParaRPr sz="2800" dirty="0">
              <a:solidFill>
                <a:schemeClr val="dk2"/>
              </a:solidFill>
            </a:endParaRPr>
          </a:p>
        </p:txBody>
      </p:sp>
      <p:sp>
        <p:nvSpPr>
          <p:cNvPr id="1885" name="Google Shape;1885;p35"/>
          <p:cNvSpPr txBox="1">
            <a:spLocks noGrp="1"/>
          </p:cNvSpPr>
          <p:nvPr>
            <p:ph type="subTitle" idx="1"/>
          </p:nvPr>
        </p:nvSpPr>
        <p:spPr>
          <a:xfrm>
            <a:off x="5248656" y="3721608"/>
            <a:ext cx="3264300" cy="896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US" sz="2300" dirty="0">
                <a:solidFill>
                  <a:schemeClr val="accent1"/>
                </a:solidFill>
              </a:rPr>
              <a:t>HUYNH PHI LONG</a:t>
            </a:r>
            <a:endParaRPr sz="2300" dirty="0">
              <a:solidFill>
                <a:schemeClr val="accent1"/>
              </a:solidFill>
            </a:endParaRPr>
          </a:p>
          <a:p>
            <a:pPr marL="0" lvl="0" indent="0" algn="r" rtl="0">
              <a:spcBef>
                <a:spcPts val="0"/>
              </a:spcBef>
              <a:spcAft>
                <a:spcPts val="0"/>
              </a:spcAft>
              <a:buClr>
                <a:schemeClr val="dk1"/>
              </a:buClr>
              <a:buSzPts val="1100"/>
              <a:buFont typeface="Arial"/>
              <a:buNone/>
            </a:pPr>
            <a:r>
              <a:rPr lang="en" sz="2300" dirty="0"/>
              <a:t>250101037</a:t>
            </a:r>
            <a:endParaRPr sz="2300" dirty="0">
              <a:solidFill>
                <a:schemeClr val="accent1"/>
              </a:solidFill>
            </a:endParaRPr>
          </a:p>
          <a:p>
            <a:pPr marL="0" lvl="0" indent="0" algn="r" rtl="0">
              <a:spcBef>
                <a:spcPts val="0"/>
              </a:spcBef>
              <a:spcAft>
                <a:spcPts val="0"/>
              </a:spcAft>
              <a:buClr>
                <a:schemeClr val="dk1"/>
              </a:buClr>
              <a:buSzPts val="1100"/>
              <a:buFont typeface="Arial"/>
              <a:buNone/>
            </a:pPr>
            <a:endParaRPr sz="2300" dirty="0">
              <a:solidFill>
                <a:schemeClr val="accent1"/>
              </a:solidFill>
            </a:endParaRPr>
          </a:p>
          <a:p>
            <a:pPr marL="0" lvl="0" indent="0" algn="r" rtl="0">
              <a:spcBef>
                <a:spcPts val="0"/>
              </a:spcBef>
              <a:spcAft>
                <a:spcPts val="0"/>
              </a:spcAft>
              <a:buNone/>
            </a:pPr>
            <a:endParaRPr sz="2300" dirty="0">
              <a:solidFill>
                <a:schemeClr val="accent1"/>
              </a:solidFill>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95"/>
        <p:cNvGrpSpPr/>
        <p:nvPr/>
      </p:nvGrpSpPr>
      <p:grpSpPr>
        <a:xfrm>
          <a:off x="0" y="0"/>
          <a:ext cx="0" cy="0"/>
          <a:chOff x="0" y="0"/>
          <a:chExt cx="0" cy="0"/>
        </a:xfrm>
      </p:grpSpPr>
      <p:grpSp>
        <p:nvGrpSpPr>
          <p:cNvPr id="1896" name="Google Shape;1896;p37"/>
          <p:cNvGrpSpPr/>
          <p:nvPr/>
        </p:nvGrpSpPr>
        <p:grpSpPr>
          <a:xfrm>
            <a:off x="3994598" y="1510458"/>
            <a:ext cx="4430405" cy="3106404"/>
            <a:chOff x="862950" y="825025"/>
            <a:chExt cx="5862650" cy="4111175"/>
          </a:xfrm>
        </p:grpSpPr>
        <p:sp>
          <p:nvSpPr>
            <p:cNvPr id="1897" name="Google Shape;1897;p37"/>
            <p:cNvSpPr/>
            <p:nvPr/>
          </p:nvSpPr>
          <p:spPr>
            <a:xfrm>
              <a:off x="918425" y="825150"/>
              <a:ext cx="5767425" cy="4096250"/>
            </a:xfrm>
            <a:custGeom>
              <a:avLst/>
              <a:gdLst/>
              <a:ahLst/>
              <a:cxnLst/>
              <a:rect l="l" t="t" r="r" b="b"/>
              <a:pathLst>
                <a:path w="230697" h="163850" extrusionOk="0">
                  <a:moveTo>
                    <a:pt x="157748" y="1"/>
                  </a:moveTo>
                  <a:cubicBezTo>
                    <a:pt x="156487" y="1"/>
                    <a:pt x="155194" y="95"/>
                    <a:pt x="153872" y="291"/>
                  </a:cubicBezTo>
                  <a:cubicBezTo>
                    <a:pt x="131689" y="3582"/>
                    <a:pt x="136421" y="27649"/>
                    <a:pt x="125589" y="31421"/>
                  </a:cubicBezTo>
                  <a:cubicBezTo>
                    <a:pt x="124301" y="31860"/>
                    <a:pt x="122988" y="32046"/>
                    <a:pt x="121638" y="32046"/>
                  </a:cubicBezTo>
                  <a:cubicBezTo>
                    <a:pt x="117991" y="32046"/>
                    <a:pt x="114070" y="30689"/>
                    <a:pt x="109618" y="29313"/>
                  </a:cubicBezTo>
                  <a:cubicBezTo>
                    <a:pt x="105161" y="27947"/>
                    <a:pt x="100166" y="26580"/>
                    <a:pt x="94401" y="26580"/>
                  </a:cubicBezTo>
                  <a:cubicBezTo>
                    <a:pt x="90029" y="26580"/>
                    <a:pt x="85215" y="27366"/>
                    <a:pt x="79856" y="29535"/>
                  </a:cubicBezTo>
                  <a:cubicBezTo>
                    <a:pt x="57711" y="38482"/>
                    <a:pt x="59116" y="97413"/>
                    <a:pt x="48727" y="108726"/>
                  </a:cubicBezTo>
                  <a:cubicBezTo>
                    <a:pt x="46581" y="111073"/>
                    <a:pt x="44248" y="111937"/>
                    <a:pt x="41789" y="111937"/>
                  </a:cubicBezTo>
                  <a:cubicBezTo>
                    <a:pt x="38362" y="111937"/>
                    <a:pt x="34691" y="110258"/>
                    <a:pt x="30944" y="108578"/>
                  </a:cubicBezTo>
                  <a:cubicBezTo>
                    <a:pt x="27216" y="106926"/>
                    <a:pt x="23402" y="105261"/>
                    <a:pt x="19663" y="105261"/>
                  </a:cubicBezTo>
                  <a:cubicBezTo>
                    <a:pt x="16878" y="105261"/>
                    <a:pt x="14134" y="106185"/>
                    <a:pt x="11498" y="108726"/>
                  </a:cubicBezTo>
                  <a:cubicBezTo>
                    <a:pt x="0" y="119781"/>
                    <a:pt x="555" y="159117"/>
                    <a:pt x="665" y="163850"/>
                  </a:cubicBezTo>
                  <a:lnTo>
                    <a:pt x="230696" y="163850"/>
                  </a:lnTo>
                  <a:lnTo>
                    <a:pt x="230696" y="157269"/>
                  </a:lnTo>
                  <a:cubicBezTo>
                    <a:pt x="230696" y="152093"/>
                    <a:pt x="226445" y="147361"/>
                    <a:pt x="222193" y="142665"/>
                  </a:cubicBezTo>
                  <a:cubicBezTo>
                    <a:pt x="217979" y="137933"/>
                    <a:pt x="225521" y="112941"/>
                    <a:pt x="225964" y="92200"/>
                  </a:cubicBezTo>
                  <a:cubicBezTo>
                    <a:pt x="226328" y="76521"/>
                    <a:pt x="220754" y="69209"/>
                    <a:pt x="214147" y="69209"/>
                  </a:cubicBezTo>
                  <a:cubicBezTo>
                    <a:pt x="212014" y="69209"/>
                    <a:pt x="209773" y="69971"/>
                    <a:pt x="207590" y="71460"/>
                  </a:cubicBezTo>
                  <a:cubicBezTo>
                    <a:pt x="206669" y="72091"/>
                    <a:pt x="205798" y="72383"/>
                    <a:pt x="204974" y="72383"/>
                  </a:cubicBezTo>
                  <a:cubicBezTo>
                    <a:pt x="197788" y="72383"/>
                    <a:pt x="194148" y="50178"/>
                    <a:pt x="192025" y="37077"/>
                  </a:cubicBezTo>
                  <a:cubicBezTo>
                    <a:pt x="189835" y="23311"/>
                    <a:pt x="177610" y="1"/>
                    <a:pt x="15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37"/>
            <p:cNvSpPr/>
            <p:nvPr/>
          </p:nvSpPr>
          <p:spPr>
            <a:xfrm>
              <a:off x="934125" y="825025"/>
              <a:ext cx="5751725" cy="4096375"/>
            </a:xfrm>
            <a:custGeom>
              <a:avLst/>
              <a:gdLst/>
              <a:ahLst/>
              <a:cxnLst/>
              <a:rect l="l" t="t" r="r" b="b"/>
              <a:pathLst>
                <a:path w="230069" h="163855" extrusionOk="0">
                  <a:moveTo>
                    <a:pt x="157126" y="0"/>
                  </a:moveTo>
                  <a:cubicBezTo>
                    <a:pt x="155832" y="0"/>
                    <a:pt x="154538" y="111"/>
                    <a:pt x="153244" y="296"/>
                  </a:cubicBezTo>
                  <a:cubicBezTo>
                    <a:pt x="131061" y="3587"/>
                    <a:pt x="135793" y="27654"/>
                    <a:pt x="124961" y="31426"/>
                  </a:cubicBezTo>
                  <a:cubicBezTo>
                    <a:pt x="123667" y="31869"/>
                    <a:pt x="122336" y="32054"/>
                    <a:pt x="121005" y="32054"/>
                  </a:cubicBezTo>
                  <a:cubicBezTo>
                    <a:pt x="117345" y="32054"/>
                    <a:pt x="113426" y="30686"/>
                    <a:pt x="108990" y="29318"/>
                  </a:cubicBezTo>
                  <a:cubicBezTo>
                    <a:pt x="108287" y="29096"/>
                    <a:pt x="107585" y="28875"/>
                    <a:pt x="106882" y="28690"/>
                  </a:cubicBezTo>
                  <a:lnTo>
                    <a:pt x="106882" y="34161"/>
                  </a:lnTo>
                  <a:lnTo>
                    <a:pt x="139380" y="34161"/>
                  </a:lnTo>
                  <a:cubicBezTo>
                    <a:pt x="139454" y="34161"/>
                    <a:pt x="139528" y="34198"/>
                    <a:pt x="139601" y="34272"/>
                  </a:cubicBezTo>
                  <a:cubicBezTo>
                    <a:pt x="139638" y="34346"/>
                    <a:pt x="139675" y="34420"/>
                    <a:pt x="139675" y="34494"/>
                  </a:cubicBezTo>
                  <a:lnTo>
                    <a:pt x="139675" y="75236"/>
                  </a:lnTo>
                  <a:cubicBezTo>
                    <a:pt x="140230" y="75236"/>
                    <a:pt x="140785" y="75199"/>
                    <a:pt x="141376" y="75199"/>
                  </a:cubicBezTo>
                  <a:cubicBezTo>
                    <a:pt x="144186" y="75162"/>
                    <a:pt x="147735" y="75088"/>
                    <a:pt x="151247" y="75014"/>
                  </a:cubicBezTo>
                  <a:lnTo>
                    <a:pt x="151321" y="75014"/>
                  </a:lnTo>
                  <a:cubicBezTo>
                    <a:pt x="153133" y="71539"/>
                    <a:pt x="154316" y="68544"/>
                    <a:pt x="155425" y="65993"/>
                  </a:cubicBezTo>
                  <a:cubicBezTo>
                    <a:pt x="156645" y="63072"/>
                    <a:pt x="157015" y="60374"/>
                    <a:pt x="157015" y="58192"/>
                  </a:cubicBezTo>
                  <a:cubicBezTo>
                    <a:pt x="157015" y="55715"/>
                    <a:pt x="156571" y="53978"/>
                    <a:pt x="156423" y="53534"/>
                  </a:cubicBezTo>
                  <a:cubicBezTo>
                    <a:pt x="155314" y="52905"/>
                    <a:pt x="153281" y="51353"/>
                    <a:pt x="151469" y="49134"/>
                  </a:cubicBezTo>
                  <a:cubicBezTo>
                    <a:pt x="149584" y="46805"/>
                    <a:pt x="147957" y="43811"/>
                    <a:pt x="147957" y="40446"/>
                  </a:cubicBezTo>
                  <a:cubicBezTo>
                    <a:pt x="147957" y="39485"/>
                    <a:pt x="148105" y="38524"/>
                    <a:pt x="148400" y="37526"/>
                  </a:cubicBezTo>
                  <a:cubicBezTo>
                    <a:pt x="148807" y="36047"/>
                    <a:pt x="149694" y="34864"/>
                    <a:pt x="150877" y="33976"/>
                  </a:cubicBezTo>
                  <a:cubicBezTo>
                    <a:pt x="152061" y="33052"/>
                    <a:pt x="153502" y="32424"/>
                    <a:pt x="155018" y="31980"/>
                  </a:cubicBezTo>
                  <a:cubicBezTo>
                    <a:pt x="158124" y="31056"/>
                    <a:pt x="161562" y="30834"/>
                    <a:pt x="164002" y="30834"/>
                  </a:cubicBezTo>
                  <a:cubicBezTo>
                    <a:pt x="165555" y="30834"/>
                    <a:pt x="166738" y="30945"/>
                    <a:pt x="167108" y="30945"/>
                  </a:cubicBezTo>
                  <a:cubicBezTo>
                    <a:pt x="167773" y="30353"/>
                    <a:pt x="171692" y="27285"/>
                    <a:pt x="179419" y="27285"/>
                  </a:cubicBezTo>
                  <a:cubicBezTo>
                    <a:pt x="180454" y="27285"/>
                    <a:pt x="181526" y="27322"/>
                    <a:pt x="182709" y="27470"/>
                  </a:cubicBezTo>
                  <a:cubicBezTo>
                    <a:pt x="185223" y="27728"/>
                    <a:pt x="187478" y="28468"/>
                    <a:pt x="189475" y="29577"/>
                  </a:cubicBezTo>
                  <a:cubicBezTo>
                    <a:pt x="184927" y="16231"/>
                    <a:pt x="173688" y="0"/>
                    <a:pt x="157126" y="0"/>
                  </a:cubicBezTo>
                  <a:close/>
                  <a:moveTo>
                    <a:pt x="213543" y="69210"/>
                  </a:moveTo>
                  <a:cubicBezTo>
                    <a:pt x="211398" y="69210"/>
                    <a:pt x="209143" y="69986"/>
                    <a:pt x="206962" y="71465"/>
                  </a:cubicBezTo>
                  <a:cubicBezTo>
                    <a:pt x="206038" y="72093"/>
                    <a:pt x="205187" y="72389"/>
                    <a:pt x="204337" y="72389"/>
                  </a:cubicBezTo>
                  <a:cubicBezTo>
                    <a:pt x="202932" y="72389"/>
                    <a:pt x="201675" y="71539"/>
                    <a:pt x="200492" y="70060"/>
                  </a:cubicBezTo>
                  <a:cubicBezTo>
                    <a:pt x="200344" y="72352"/>
                    <a:pt x="200085" y="74829"/>
                    <a:pt x="199716" y="77528"/>
                  </a:cubicBezTo>
                  <a:cubicBezTo>
                    <a:pt x="200825" y="77713"/>
                    <a:pt x="201934" y="77898"/>
                    <a:pt x="203043" y="78120"/>
                  </a:cubicBezTo>
                  <a:cubicBezTo>
                    <a:pt x="207442" y="78896"/>
                    <a:pt x="211583" y="79783"/>
                    <a:pt x="213764" y="80744"/>
                  </a:cubicBezTo>
                  <a:cubicBezTo>
                    <a:pt x="214393" y="81003"/>
                    <a:pt x="214874" y="81262"/>
                    <a:pt x="215132" y="81595"/>
                  </a:cubicBezTo>
                  <a:cubicBezTo>
                    <a:pt x="215317" y="81780"/>
                    <a:pt x="215428" y="82001"/>
                    <a:pt x="215428" y="82223"/>
                  </a:cubicBezTo>
                  <a:lnTo>
                    <a:pt x="215428" y="82260"/>
                  </a:lnTo>
                  <a:cubicBezTo>
                    <a:pt x="215391" y="82445"/>
                    <a:pt x="215354" y="82704"/>
                    <a:pt x="215280" y="83074"/>
                  </a:cubicBezTo>
                  <a:cubicBezTo>
                    <a:pt x="215206" y="83443"/>
                    <a:pt x="215095" y="83887"/>
                    <a:pt x="214948" y="84442"/>
                  </a:cubicBezTo>
                  <a:cubicBezTo>
                    <a:pt x="214652" y="85551"/>
                    <a:pt x="214282" y="86992"/>
                    <a:pt x="213801" y="88693"/>
                  </a:cubicBezTo>
                  <a:cubicBezTo>
                    <a:pt x="212840" y="92094"/>
                    <a:pt x="211583" y="96494"/>
                    <a:pt x="210289" y="101078"/>
                  </a:cubicBezTo>
                  <a:cubicBezTo>
                    <a:pt x="209883" y="102520"/>
                    <a:pt x="209476" y="103962"/>
                    <a:pt x="209069" y="105441"/>
                  </a:cubicBezTo>
                  <a:lnTo>
                    <a:pt x="224264" y="105885"/>
                  </a:lnTo>
                  <a:cubicBezTo>
                    <a:pt x="224819" y="101300"/>
                    <a:pt x="225262" y="96642"/>
                    <a:pt x="225336" y="92205"/>
                  </a:cubicBezTo>
                  <a:cubicBezTo>
                    <a:pt x="225373" y="91762"/>
                    <a:pt x="225373" y="91281"/>
                    <a:pt x="225373" y="90800"/>
                  </a:cubicBezTo>
                  <a:cubicBezTo>
                    <a:pt x="225373" y="76123"/>
                    <a:pt x="219939" y="69210"/>
                    <a:pt x="213543" y="69210"/>
                  </a:cubicBezTo>
                  <a:close/>
                  <a:moveTo>
                    <a:pt x="19040" y="105256"/>
                  </a:moveTo>
                  <a:cubicBezTo>
                    <a:pt x="16231" y="105256"/>
                    <a:pt x="13495" y="106180"/>
                    <a:pt x="10870" y="108731"/>
                  </a:cubicBezTo>
                  <a:cubicBezTo>
                    <a:pt x="925" y="118307"/>
                    <a:pt x="1" y="149029"/>
                    <a:pt x="1" y="160231"/>
                  </a:cubicBezTo>
                  <a:cubicBezTo>
                    <a:pt x="1" y="161969"/>
                    <a:pt x="1" y="163226"/>
                    <a:pt x="37" y="163855"/>
                  </a:cubicBezTo>
                  <a:lnTo>
                    <a:pt x="118972" y="163855"/>
                  </a:lnTo>
                  <a:cubicBezTo>
                    <a:pt x="119489" y="162635"/>
                    <a:pt x="120525" y="160195"/>
                    <a:pt x="121819" y="156904"/>
                  </a:cubicBezTo>
                  <a:lnTo>
                    <a:pt x="121819" y="156904"/>
                  </a:lnTo>
                  <a:cubicBezTo>
                    <a:pt x="118343" y="157717"/>
                    <a:pt x="115866" y="158087"/>
                    <a:pt x="114129" y="158087"/>
                  </a:cubicBezTo>
                  <a:cubicBezTo>
                    <a:pt x="113278" y="158087"/>
                    <a:pt x="112613" y="158013"/>
                    <a:pt x="112058" y="157828"/>
                  </a:cubicBezTo>
                  <a:cubicBezTo>
                    <a:pt x="111541" y="157644"/>
                    <a:pt x="111171" y="157348"/>
                    <a:pt x="110949" y="156978"/>
                  </a:cubicBezTo>
                  <a:cubicBezTo>
                    <a:pt x="110801" y="156719"/>
                    <a:pt x="110727" y="156423"/>
                    <a:pt x="110727" y="156128"/>
                  </a:cubicBezTo>
                  <a:cubicBezTo>
                    <a:pt x="110727" y="156017"/>
                    <a:pt x="110764" y="155906"/>
                    <a:pt x="110801" y="155758"/>
                  </a:cubicBezTo>
                  <a:cubicBezTo>
                    <a:pt x="110801" y="155573"/>
                    <a:pt x="110875" y="155351"/>
                    <a:pt x="110912" y="155056"/>
                  </a:cubicBezTo>
                  <a:cubicBezTo>
                    <a:pt x="111023" y="154501"/>
                    <a:pt x="111208" y="153725"/>
                    <a:pt x="111430" y="152800"/>
                  </a:cubicBezTo>
                  <a:cubicBezTo>
                    <a:pt x="111541" y="152394"/>
                    <a:pt x="111652" y="151950"/>
                    <a:pt x="111763" y="151469"/>
                  </a:cubicBezTo>
                  <a:cubicBezTo>
                    <a:pt x="109175" y="150065"/>
                    <a:pt x="107289" y="148142"/>
                    <a:pt x="106069" y="145739"/>
                  </a:cubicBezTo>
                  <a:cubicBezTo>
                    <a:pt x="105034" y="143595"/>
                    <a:pt x="104516" y="141007"/>
                    <a:pt x="104516" y="138049"/>
                  </a:cubicBezTo>
                  <a:cubicBezTo>
                    <a:pt x="104516" y="136385"/>
                    <a:pt x="104664" y="134574"/>
                    <a:pt x="104960" y="132614"/>
                  </a:cubicBezTo>
                  <a:cubicBezTo>
                    <a:pt x="106254" y="124703"/>
                    <a:pt x="109544" y="119268"/>
                    <a:pt x="114461" y="114055"/>
                  </a:cubicBezTo>
                  <a:cubicBezTo>
                    <a:pt x="114868" y="113648"/>
                    <a:pt x="115238" y="113242"/>
                    <a:pt x="115645" y="112835"/>
                  </a:cubicBezTo>
                  <a:lnTo>
                    <a:pt x="23810" y="112835"/>
                  </a:lnTo>
                  <a:cubicBezTo>
                    <a:pt x="23699" y="112835"/>
                    <a:pt x="23625" y="112798"/>
                    <a:pt x="23588" y="112761"/>
                  </a:cubicBezTo>
                  <a:cubicBezTo>
                    <a:pt x="23514" y="112687"/>
                    <a:pt x="23477" y="112613"/>
                    <a:pt x="23477" y="112539"/>
                  </a:cubicBezTo>
                  <a:lnTo>
                    <a:pt x="23477" y="105958"/>
                  </a:lnTo>
                  <a:cubicBezTo>
                    <a:pt x="21998" y="105515"/>
                    <a:pt x="20519" y="105256"/>
                    <a:pt x="19040" y="105256"/>
                  </a:cubicBezTo>
                  <a:close/>
                  <a:moveTo>
                    <a:pt x="220382" y="134056"/>
                  </a:moveTo>
                  <a:lnTo>
                    <a:pt x="220382" y="134056"/>
                  </a:lnTo>
                  <a:cubicBezTo>
                    <a:pt x="219902" y="134204"/>
                    <a:pt x="219458" y="134241"/>
                    <a:pt x="219199" y="134278"/>
                  </a:cubicBezTo>
                  <a:cubicBezTo>
                    <a:pt x="219162" y="134278"/>
                    <a:pt x="219125" y="134278"/>
                    <a:pt x="219088" y="134241"/>
                  </a:cubicBezTo>
                  <a:lnTo>
                    <a:pt x="212581" y="147624"/>
                  </a:lnTo>
                  <a:cubicBezTo>
                    <a:pt x="212286" y="148290"/>
                    <a:pt x="211620" y="148697"/>
                    <a:pt x="210881" y="148697"/>
                  </a:cubicBezTo>
                  <a:lnTo>
                    <a:pt x="206481" y="148660"/>
                  </a:lnTo>
                  <a:cubicBezTo>
                    <a:pt x="205446" y="149880"/>
                    <a:pt x="204411" y="151026"/>
                    <a:pt x="203450" y="152061"/>
                  </a:cubicBezTo>
                  <a:cubicBezTo>
                    <a:pt x="201453" y="154279"/>
                    <a:pt x="199716" y="156017"/>
                    <a:pt x="198570" y="156793"/>
                  </a:cubicBezTo>
                  <a:cubicBezTo>
                    <a:pt x="197608" y="157459"/>
                    <a:pt x="196869" y="157939"/>
                    <a:pt x="196277" y="158272"/>
                  </a:cubicBezTo>
                  <a:cubicBezTo>
                    <a:pt x="195649" y="158605"/>
                    <a:pt x="195205" y="158753"/>
                    <a:pt x="194762" y="158790"/>
                  </a:cubicBezTo>
                  <a:cubicBezTo>
                    <a:pt x="194503" y="158790"/>
                    <a:pt x="194244" y="158679"/>
                    <a:pt x="194022" y="158531"/>
                  </a:cubicBezTo>
                  <a:cubicBezTo>
                    <a:pt x="193837" y="158346"/>
                    <a:pt x="193689" y="158124"/>
                    <a:pt x="193542" y="157865"/>
                  </a:cubicBezTo>
                  <a:cubicBezTo>
                    <a:pt x="193283" y="157348"/>
                    <a:pt x="193098" y="156608"/>
                    <a:pt x="192765" y="155684"/>
                  </a:cubicBezTo>
                  <a:cubicBezTo>
                    <a:pt x="192469" y="154760"/>
                    <a:pt x="192248" y="153392"/>
                    <a:pt x="192100" y="151839"/>
                  </a:cubicBezTo>
                  <a:cubicBezTo>
                    <a:pt x="191989" y="150804"/>
                    <a:pt x="191915" y="149658"/>
                    <a:pt x="191841" y="148549"/>
                  </a:cubicBezTo>
                  <a:lnTo>
                    <a:pt x="189734" y="148512"/>
                  </a:lnTo>
                  <a:cubicBezTo>
                    <a:pt x="188403" y="153762"/>
                    <a:pt x="187996" y="157681"/>
                    <a:pt x="187996" y="160453"/>
                  </a:cubicBezTo>
                  <a:cubicBezTo>
                    <a:pt x="187996" y="161895"/>
                    <a:pt x="188107" y="163004"/>
                    <a:pt x="188255" y="163855"/>
                  </a:cubicBezTo>
                  <a:lnTo>
                    <a:pt x="230068" y="163855"/>
                  </a:lnTo>
                  <a:lnTo>
                    <a:pt x="230068" y="157274"/>
                  </a:lnTo>
                  <a:cubicBezTo>
                    <a:pt x="230068" y="152098"/>
                    <a:pt x="225817" y="147366"/>
                    <a:pt x="221565" y="142670"/>
                  </a:cubicBezTo>
                  <a:cubicBezTo>
                    <a:pt x="220641" y="141635"/>
                    <a:pt x="220271" y="139639"/>
                    <a:pt x="220271" y="136940"/>
                  </a:cubicBezTo>
                  <a:cubicBezTo>
                    <a:pt x="220271" y="136053"/>
                    <a:pt x="220308" y="135091"/>
                    <a:pt x="220382" y="13405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37"/>
            <p:cNvSpPr/>
            <p:nvPr/>
          </p:nvSpPr>
          <p:spPr>
            <a:xfrm>
              <a:off x="3502650" y="1514850"/>
              <a:ext cx="2496475" cy="3178275"/>
            </a:xfrm>
            <a:custGeom>
              <a:avLst/>
              <a:gdLst/>
              <a:ahLst/>
              <a:cxnLst/>
              <a:rect l="l" t="t" r="r" b="b"/>
              <a:pathLst>
                <a:path w="99859" h="127131" extrusionOk="0">
                  <a:moveTo>
                    <a:pt x="76699" y="1"/>
                  </a:moveTo>
                  <a:cubicBezTo>
                    <a:pt x="68279" y="1"/>
                    <a:pt x="64477" y="3685"/>
                    <a:pt x="64477" y="3685"/>
                  </a:cubicBezTo>
                  <a:cubicBezTo>
                    <a:pt x="64477" y="3685"/>
                    <a:pt x="63173" y="3560"/>
                    <a:pt x="61252" y="3560"/>
                  </a:cubicBezTo>
                  <a:cubicBezTo>
                    <a:pt x="56382" y="3560"/>
                    <a:pt x="47546" y="4359"/>
                    <a:pt x="45955" y="10007"/>
                  </a:cubicBezTo>
                  <a:cubicBezTo>
                    <a:pt x="43700" y="17881"/>
                    <a:pt x="51538" y="24462"/>
                    <a:pt x="53941" y="25719"/>
                  </a:cubicBezTo>
                  <a:cubicBezTo>
                    <a:pt x="53941" y="25719"/>
                    <a:pt x="55900" y="31634"/>
                    <a:pt x="52943" y="38511"/>
                  </a:cubicBezTo>
                  <a:cubicBezTo>
                    <a:pt x="50022" y="45388"/>
                    <a:pt x="46510" y="55518"/>
                    <a:pt x="31056" y="69566"/>
                  </a:cubicBezTo>
                  <a:cubicBezTo>
                    <a:pt x="15602" y="83615"/>
                    <a:pt x="5066" y="89346"/>
                    <a:pt x="2552" y="105095"/>
                  </a:cubicBezTo>
                  <a:cubicBezTo>
                    <a:pt x="1" y="120808"/>
                    <a:pt x="7580" y="126982"/>
                    <a:pt x="28394" y="127130"/>
                  </a:cubicBezTo>
                  <a:cubicBezTo>
                    <a:pt x="28456" y="127130"/>
                    <a:pt x="28519" y="127131"/>
                    <a:pt x="28581" y="127131"/>
                  </a:cubicBezTo>
                  <a:cubicBezTo>
                    <a:pt x="49374" y="127131"/>
                    <a:pt x="83025" y="102605"/>
                    <a:pt x="91429" y="73485"/>
                  </a:cubicBezTo>
                  <a:cubicBezTo>
                    <a:pt x="99858" y="44278"/>
                    <a:pt x="97492" y="32189"/>
                    <a:pt x="97049" y="21652"/>
                  </a:cubicBezTo>
                  <a:cubicBezTo>
                    <a:pt x="96642" y="11116"/>
                    <a:pt x="90616" y="1282"/>
                    <a:pt x="79931" y="172"/>
                  </a:cubicBezTo>
                  <a:cubicBezTo>
                    <a:pt x="78786" y="54"/>
                    <a:pt x="77710" y="1"/>
                    <a:pt x="766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37"/>
            <p:cNvSpPr/>
            <p:nvPr/>
          </p:nvSpPr>
          <p:spPr>
            <a:xfrm>
              <a:off x="3547025" y="1507125"/>
              <a:ext cx="2405875" cy="3193375"/>
            </a:xfrm>
            <a:custGeom>
              <a:avLst/>
              <a:gdLst/>
              <a:ahLst/>
              <a:cxnLst/>
              <a:rect l="l" t="t" r="r" b="b"/>
              <a:pathLst>
                <a:path w="96235" h="127735" extrusionOk="0">
                  <a:moveTo>
                    <a:pt x="74903" y="629"/>
                  </a:moveTo>
                  <a:cubicBezTo>
                    <a:pt x="75901" y="629"/>
                    <a:pt x="76973" y="666"/>
                    <a:pt x="78119" y="777"/>
                  </a:cubicBezTo>
                  <a:cubicBezTo>
                    <a:pt x="83369" y="1332"/>
                    <a:pt x="87473" y="4031"/>
                    <a:pt x="90320" y="7876"/>
                  </a:cubicBezTo>
                  <a:cubicBezTo>
                    <a:pt x="93166" y="11721"/>
                    <a:pt x="94756" y="16785"/>
                    <a:pt x="94978" y="21998"/>
                  </a:cubicBezTo>
                  <a:cubicBezTo>
                    <a:pt x="95126" y="26139"/>
                    <a:pt x="95606" y="30465"/>
                    <a:pt x="95606" y="36010"/>
                  </a:cubicBezTo>
                  <a:cubicBezTo>
                    <a:pt x="95606" y="44587"/>
                    <a:pt x="94497" y="55974"/>
                    <a:pt x="89358" y="73720"/>
                  </a:cubicBezTo>
                  <a:cubicBezTo>
                    <a:pt x="85181" y="88176"/>
                    <a:pt x="74718" y="101559"/>
                    <a:pt x="62666" y="111320"/>
                  </a:cubicBezTo>
                  <a:cubicBezTo>
                    <a:pt x="50650" y="121043"/>
                    <a:pt x="37082" y="127143"/>
                    <a:pt x="26767" y="127143"/>
                  </a:cubicBezTo>
                  <a:lnTo>
                    <a:pt x="26619" y="127143"/>
                  </a:lnTo>
                  <a:cubicBezTo>
                    <a:pt x="17524" y="127069"/>
                    <a:pt x="10981" y="125849"/>
                    <a:pt x="6766" y="123224"/>
                  </a:cubicBezTo>
                  <a:cubicBezTo>
                    <a:pt x="4659" y="121893"/>
                    <a:pt x="3143" y="120230"/>
                    <a:pt x="2108" y="118196"/>
                  </a:cubicBezTo>
                  <a:cubicBezTo>
                    <a:pt x="1109" y="116126"/>
                    <a:pt x="592" y="113686"/>
                    <a:pt x="592" y="110765"/>
                  </a:cubicBezTo>
                  <a:cubicBezTo>
                    <a:pt x="592" y="109138"/>
                    <a:pt x="777" y="107364"/>
                    <a:pt x="1073" y="105441"/>
                  </a:cubicBezTo>
                  <a:cubicBezTo>
                    <a:pt x="2330" y="97640"/>
                    <a:pt x="5546" y="92354"/>
                    <a:pt x="10389" y="87215"/>
                  </a:cubicBezTo>
                  <a:cubicBezTo>
                    <a:pt x="15269" y="82076"/>
                    <a:pt x="21739" y="77122"/>
                    <a:pt x="29466" y="70097"/>
                  </a:cubicBezTo>
                  <a:cubicBezTo>
                    <a:pt x="44957" y="56011"/>
                    <a:pt x="48543" y="45808"/>
                    <a:pt x="51463" y="38931"/>
                  </a:cubicBezTo>
                  <a:cubicBezTo>
                    <a:pt x="52757" y="35936"/>
                    <a:pt x="53127" y="33127"/>
                    <a:pt x="53127" y="30908"/>
                  </a:cubicBezTo>
                  <a:cubicBezTo>
                    <a:pt x="53127" y="27914"/>
                    <a:pt x="52462" y="25954"/>
                    <a:pt x="52462" y="25954"/>
                  </a:cubicBezTo>
                  <a:cubicBezTo>
                    <a:pt x="52425" y="25880"/>
                    <a:pt x="52388" y="25806"/>
                    <a:pt x="52314" y="25769"/>
                  </a:cubicBezTo>
                  <a:cubicBezTo>
                    <a:pt x="51316" y="25252"/>
                    <a:pt x="49208" y="23662"/>
                    <a:pt x="47434" y="21444"/>
                  </a:cubicBezTo>
                  <a:cubicBezTo>
                    <a:pt x="45622" y="19226"/>
                    <a:pt x="44069" y="16342"/>
                    <a:pt x="44069" y="13162"/>
                  </a:cubicBezTo>
                  <a:cubicBezTo>
                    <a:pt x="44069" y="12238"/>
                    <a:pt x="44180" y="11351"/>
                    <a:pt x="44476" y="10390"/>
                  </a:cubicBezTo>
                  <a:cubicBezTo>
                    <a:pt x="44846" y="9059"/>
                    <a:pt x="45659" y="8023"/>
                    <a:pt x="46731" y="7173"/>
                  </a:cubicBezTo>
                  <a:cubicBezTo>
                    <a:pt x="48395" y="5916"/>
                    <a:pt x="50650" y="5140"/>
                    <a:pt x="52979" y="4733"/>
                  </a:cubicBezTo>
                  <a:cubicBezTo>
                    <a:pt x="55308" y="4289"/>
                    <a:pt x="57674" y="4178"/>
                    <a:pt x="59486" y="4178"/>
                  </a:cubicBezTo>
                  <a:cubicBezTo>
                    <a:pt x="60447" y="4178"/>
                    <a:pt x="61224" y="4215"/>
                    <a:pt x="61815" y="4252"/>
                  </a:cubicBezTo>
                  <a:cubicBezTo>
                    <a:pt x="62074" y="4252"/>
                    <a:pt x="62296" y="4252"/>
                    <a:pt x="62444" y="4289"/>
                  </a:cubicBezTo>
                  <a:lnTo>
                    <a:pt x="62666" y="4289"/>
                  </a:lnTo>
                  <a:cubicBezTo>
                    <a:pt x="62695" y="4299"/>
                    <a:pt x="62722" y="4304"/>
                    <a:pt x="62747" y="4304"/>
                  </a:cubicBezTo>
                  <a:cubicBezTo>
                    <a:pt x="62816" y="4304"/>
                    <a:pt x="62870" y="4270"/>
                    <a:pt x="62924" y="4215"/>
                  </a:cubicBezTo>
                  <a:cubicBezTo>
                    <a:pt x="63109" y="4031"/>
                    <a:pt x="66843" y="629"/>
                    <a:pt x="74903" y="629"/>
                  </a:cubicBezTo>
                  <a:close/>
                  <a:moveTo>
                    <a:pt x="74903" y="1"/>
                  </a:moveTo>
                  <a:cubicBezTo>
                    <a:pt x="67145" y="1"/>
                    <a:pt x="63234" y="3109"/>
                    <a:pt x="62579" y="3682"/>
                  </a:cubicBezTo>
                  <a:lnTo>
                    <a:pt x="62579" y="3682"/>
                  </a:lnTo>
                  <a:cubicBezTo>
                    <a:pt x="62172" y="3644"/>
                    <a:pt x="61016" y="3550"/>
                    <a:pt x="59486" y="3550"/>
                  </a:cubicBezTo>
                  <a:cubicBezTo>
                    <a:pt x="57046" y="3550"/>
                    <a:pt x="53608" y="3772"/>
                    <a:pt x="50502" y="4696"/>
                  </a:cubicBezTo>
                  <a:cubicBezTo>
                    <a:pt x="48986" y="5140"/>
                    <a:pt x="47545" y="5768"/>
                    <a:pt x="46361" y="6692"/>
                  </a:cubicBezTo>
                  <a:cubicBezTo>
                    <a:pt x="45178" y="7580"/>
                    <a:pt x="44291" y="8763"/>
                    <a:pt x="43884" y="10242"/>
                  </a:cubicBezTo>
                  <a:cubicBezTo>
                    <a:pt x="43589" y="11240"/>
                    <a:pt x="43441" y="12201"/>
                    <a:pt x="43441" y="13162"/>
                  </a:cubicBezTo>
                  <a:cubicBezTo>
                    <a:pt x="43441" y="16527"/>
                    <a:pt x="45068" y="19521"/>
                    <a:pt x="46953" y="21850"/>
                  </a:cubicBezTo>
                  <a:cubicBezTo>
                    <a:pt x="48750" y="24079"/>
                    <a:pt x="50792" y="25644"/>
                    <a:pt x="51923" y="26272"/>
                  </a:cubicBezTo>
                  <a:lnTo>
                    <a:pt x="51923" y="26272"/>
                  </a:lnTo>
                  <a:cubicBezTo>
                    <a:pt x="52058" y="26769"/>
                    <a:pt x="52499" y="28466"/>
                    <a:pt x="52499" y="30908"/>
                  </a:cubicBezTo>
                  <a:cubicBezTo>
                    <a:pt x="52499" y="33090"/>
                    <a:pt x="52129" y="35788"/>
                    <a:pt x="50909" y="38709"/>
                  </a:cubicBezTo>
                  <a:cubicBezTo>
                    <a:pt x="47951" y="45586"/>
                    <a:pt x="44476" y="55605"/>
                    <a:pt x="29059" y="69617"/>
                  </a:cubicBezTo>
                  <a:cubicBezTo>
                    <a:pt x="21369" y="76641"/>
                    <a:pt x="14863" y="81595"/>
                    <a:pt x="9945" y="86771"/>
                  </a:cubicBezTo>
                  <a:cubicBezTo>
                    <a:pt x="5028" y="91984"/>
                    <a:pt x="1738" y="97419"/>
                    <a:pt x="444" y="105330"/>
                  </a:cubicBezTo>
                  <a:cubicBezTo>
                    <a:pt x="148" y="107290"/>
                    <a:pt x="0" y="109101"/>
                    <a:pt x="0" y="110765"/>
                  </a:cubicBezTo>
                  <a:cubicBezTo>
                    <a:pt x="0" y="113723"/>
                    <a:pt x="518" y="116311"/>
                    <a:pt x="1553" y="118455"/>
                  </a:cubicBezTo>
                  <a:cubicBezTo>
                    <a:pt x="3180" y="121708"/>
                    <a:pt x="6027" y="124001"/>
                    <a:pt x="10167" y="125516"/>
                  </a:cubicBezTo>
                  <a:cubicBezTo>
                    <a:pt x="14308" y="126995"/>
                    <a:pt x="19743" y="127698"/>
                    <a:pt x="26619" y="127735"/>
                  </a:cubicBezTo>
                  <a:lnTo>
                    <a:pt x="26767" y="127735"/>
                  </a:lnTo>
                  <a:cubicBezTo>
                    <a:pt x="37304" y="127735"/>
                    <a:pt x="50946" y="121597"/>
                    <a:pt x="63072" y="111763"/>
                  </a:cubicBezTo>
                  <a:cubicBezTo>
                    <a:pt x="75162" y="101966"/>
                    <a:pt x="85735" y="88546"/>
                    <a:pt x="89950" y="73868"/>
                  </a:cubicBezTo>
                  <a:cubicBezTo>
                    <a:pt x="95089" y="56085"/>
                    <a:pt x="96235" y="44624"/>
                    <a:pt x="96235" y="36010"/>
                  </a:cubicBezTo>
                  <a:cubicBezTo>
                    <a:pt x="96235" y="30428"/>
                    <a:pt x="95754" y="26065"/>
                    <a:pt x="95606" y="21961"/>
                  </a:cubicBezTo>
                  <a:cubicBezTo>
                    <a:pt x="95384" y="16638"/>
                    <a:pt x="93758" y="11499"/>
                    <a:pt x="90800" y="7506"/>
                  </a:cubicBezTo>
                  <a:cubicBezTo>
                    <a:pt x="87879" y="3550"/>
                    <a:pt x="83591" y="740"/>
                    <a:pt x="78193" y="186"/>
                  </a:cubicBezTo>
                  <a:cubicBezTo>
                    <a:pt x="77010" y="38"/>
                    <a:pt x="75938" y="1"/>
                    <a:pt x="74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37"/>
            <p:cNvSpPr/>
            <p:nvPr/>
          </p:nvSpPr>
          <p:spPr>
            <a:xfrm>
              <a:off x="4746725" y="1839875"/>
              <a:ext cx="464000" cy="184875"/>
            </a:xfrm>
            <a:custGeom>
              <a:avLst/>
              <a:gdLst/>
              <a:ahLst/>
              <a:cxnLst/>
              <a:rect l="l" t="t" r="r" b="b"/>
              <a:pathLst>
                <a:path w="18560" h="7395" extrusionOk="0">
                  <a:moveTo>
                    <a:pt x="4732" y="0"/>
                  </a:moveTo>
                  <a:cubicBezTo>
                    <a:pt x="3549" y="0"/>
                    <a:pt x="2514" y="111"/>
                    <a:pt x="1701" y="407"/>
                  </a:cubicBezTo>
                  <a:cubicBezTo>
                    <a:pt x="1294" y="592"/>
                    <a:pt x="961" y="777"/>
                    <a:pt x="666" y="1035"/>
                  </a:cubicBezTo>
                  <a:cubicBezTo>
                    <a:pt x="370" y="1294"/>
                    <a:pt x="185" y="1664"/>
                    <a:pt x="74" y="2034"/>
                  </a:cubicBezTo>
                  <a:cubicBezTo>
                    <a:pt x="37" y="2255"/>
                    <a:pt x="0" y="2477"/>
                    <a:pt x="0" y="2662"/>
                  </a:cubicBezTo>
                  <a:cubicBezTo>
                    <a:pt x="0" y="3475"/>
                    <a:pt x="370" y="4178"/>
                    <a:pt x="961" y="4733"/>
                  </a:cubicBezTo>
                  <a:cubicBezTo>
                    <a:pt x="1812" y="5620"/>
                    <a:pt x="3106" y="6285"/>
                    <a:pt x="4511" y="6729"/>
                  </a:cubicBezTo>
                  <a:cubicBezTo>
                    <a:pt x="5915" y="7136"/>
                    <a:pt x="7431" y="7394"/>
                    <a:pt x="8651" y="7394"/>
                  </a:cubicBezTo>
                  <a:cubicBezTo>
                    <a:pt x="9391" y="7394"/>
                    <a:pt x="10056" y="7320"/>
                    <a:pt x="10537" y="7099"/>
                  </a:cubicBezTo>
                  <a:cubicBezTo>
                    <a:pt x="10796" y="7025"/>
                    <a:pt x="11017" y="6877"/>
                    <a:pt x="11165" y="6729"/>
                  </a:cubicBezTo>
                  <a:cubicBezTo>
                    <a:pt x="11350" y="6544"/>
                    <a:pt x="11461" y="6285"/>
                    <a:pt x="11461" y="6063"/>
                  </a:cubicBezTo>
                  <a:cubicBezTo>
                    <a:pt x="11461" y="5694"/>
                    <a:pt x="11313" y="5361"/>
                    <a:pt x="11128" y="5065"/>
                  </a:cubicBezTo>
                  <a:cubicBezTo>
                    <a:pt x="10759" y="4622"/>
                    <a:pt x="10167" y="4289"/>
                    <a:pt x="9539" y="4067"/>
                  </a:cubicBezTo>
                  <a:cubicBezTo>
                    <a:pt x="8540" y="3697"/>
                    <a:pt x="7394" y="3549"/>
                    <a:pt x="6470" y="3475"/>
                  </a:cubicBezTo>
                  <a:cubicBezTo>
                    <a:pt x="5546" y="3365"/>
                    <a:pt x="4843" y="3365"/>
                    <a:pt x="4843" y="3365"/>
                  </a:cubicBezTo>
                  <a:lnTo>
                    <a:pt x="4843" y="3993"/>
                  </a:lnTo>
                  <a:lnTo>
                    <a:pt x="5102" y="3993"/>
                  </a:lnTo>
                  <a:cubicBezTo>
                    <a:pt x="5694" y="4030"/>
                    <a:pt x="7209" y="4104"/>
                    <a:pt x="8503" y="4400"/>
                  </a:cubicBezTo>
                  <a:cubicBezTo>
                    <a:pt x="9169" y="4548"/>
                    <a:pt x="9760" y="4769"/>
                    <a:pt x="10204" y="5065"/>
                  </a:cubicBezTo>
                  <a:cubicBezTo>
                    <a:pt x="10426" y="5213"/>
                    <a:pt x="10574" y="5361"/>
                    <a:pt x="10685" y="5509"/>
                  </a:cubicBezTo>
                  <a:cubicBezTo>
                    <a:pt x="10796" y="5694"/>
                    <a:pt x="10833" y="5842"/>
                    <a:pt x="10833" y="6063"/>
                  </a:cubicBezTo>
                  <a:cubicBezTo>
                    <a:pt x="10833" y="6137"/>
                    <a:pt x="10796" y="6211"/>
                    <a:pt x="10722" y="6285"/>
                  </a:cubicBezTo>
                  <a:cubicBezTo>
                    <a:pt x="10611" y="6433"/>
                    <a:pt x="10352" y="6544"/>
                    <a:pt x="10019" y="6655"/>
                  </a:cubicBezTo>
                  <a:cubicBezTo>
                    <a:pt x="9650" y="6729"/>
                    <a:pt x="9169" y="6766"/>
                    <a:pt x="8651" y="6766"/>
                  </a:cubicBezTo>
                  <a:cubicBezTo>
                    <a:pt x="7099" y="6766"/>
                    <a:pt x="5065" y="6359"/>
                    <a:pt x="3401" y="5620"/>
                  </a:cubicBezTo>
                  <a:cubicBezTo>
                    <a:pt x="2588" y="5287"/>
                    <a:pt x="1886" y="4806"/>
                    <a:pt x="1405" y="4326"/>
                  </a:cubicBezTo>
                  <a:cubicBezTo>
                    <a:pt x="887" y="3808"/>
                    <a:pt x="629" y="3254"/>
                    <a:pt x="629" y="2662"/>
                  </a:cubicBezTo>
                  <a:cubicBezTo>
                    <a:pt x="629" y="2514"/>
                    <a:pt x="666" y="2366"/>
                    <a:pt x="703" y="2182"/>
                  </a:cubicBezTo>
                  <a:cubicBezTo>
                    <a:pt x="740" y="1923"/>
                    <a:pt x="887" y="1701"/>
                    <a:pt x="1072" y="1479"/>
                  </a:cubicBezTo>
                  <a:cubicBezTo>
                    <a:pt x="1405" y="1183"/>
                    <a:pt x="1886" y="961"/>
                    <a:pt x="2514" y="814"/>
                  </a:cubicBezTo>
                  <a:cubicBezTo>
                    <a:pt x="3106" y="703"/>
                    <a:pt x="3882" y="629"/>
                    <a:pt x="4732" y="629"/>
                  </a:cubicBezTo>
                  <a:cubicBezTo>
                    <a:pt x="7357" y="629"/>
                    <a:pt x="10796" y="1257"/>
                    <a:pt x="13531" y="1923"/>
                  </a:cubicBezTo>
                  <a:cubicBezTo>
                    <a:pt x="14936" y="2218"/>
                    <a:pt x="16156" y="2551"/>
                    <a:pt x="17007" y="2773"/>
                  </a:cubicBezTo>
                  <a:cubicBezTo>
                    <a:pt x="17450" y="2921"/>
                    <a:pt x="17783" y="2995"/>
                    <a:pt x="18042" y="3069"/>
                  </a:cubicBezTo>
                  <a:cubicBezTo>
                    <a:pt x="18264" y="3143"/>
                    <a:pt x="18412" y="3180"/>
                    <a:pt x="18412" y="3180"/>
                  </a:cubicBezTo>
                  <a:lnTo>
                    <a:pt x="18559" y="2588"/>
                  </a:lnTo>
                  <a:cubicBezTo>
                    <a:pt x="18559" y="2588"/>
                    <a:pt x="16452" y="1960"/>
                    <a:pt x="13679" y="1294"/>
                  </a:cubicBezTo>
                  <a:cubicBezTo>
                    <a:pt x="10907" y="666"/>
                    <a:pt x="7468" y="0"/>
                    <a:pt x="4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37"/>
            <p:cNvSpPr/>
            <p:nvPr/>
          </p:nvSpPr>
          <p:spPr>
            <a:xfrm>
              <a:off x="5240275" y="1582925"/>
              <a:ext cx="685825" cy="691375"/>
            </a:xfrm>
            <a:custGeom>
              <a:avLst/>
              <a:gdLst/>
              <a:ahLst/>
              <a:cxnLst/>
              <a:rect l="l" t="t" r="r" b="b"/>
              <a:pathLst>
                <a:path w="27433" h="27655" extrusionOk="0">
                  <a:moveTo>
                    <a:pt x="13901" y="0"/>
                  </a:moveTo>
                  <a:cubicBezTo>
                    <a:pt x="12201" y="0"/>
                    <a:pt x="8984" y="74"/>
                    <a:pt x="6027" y="703"/>
                  </a:cubicBezTo>
                  <a:cubicBezTo>
                    <a:pt x="4585" y="999"/>
                    <a:pt x="3180" y="1442"/>
                    <a:pt x="2108" y="2071"/>
                  </a:cubicBezTo>
                  <a:cubicBezTo>
                    <a:pt x="999" y="2699"/>
                    <a:pt x="185" y="3587"/>
                    <a:pt x="0" y="4733"/>
                  </a:cubicBezTo>
                  <a:cubicBezTo>
                    <a:pt x="0" y="4844"/>
                    <a:pt x="0" y="4954"/>
                    <a:pt x="0" y="5065"/>
                  </a:cubicBezTo>
                  <a:cubicBezTo>
                    <a:pt x="0" y="5842"/>
                    <a:pt x="333" y="6692"/>
                    <a:pt x="888" y="7616"/>
                  </a:cubicBezTo>
                  <a:cubicBezTo>
                    <a:pt x="1849" y="9280"/>
                    <a:pt x="3550" y="11203"/>
                    <a:pt x="5694" y="13236"/>
                  </a:cubicBezTo>
                  <a:cubicBezTo>
                    <a:pt x="8836" y="16304"/>
                    <a:pt x="12977" y="19558"/>
                    <a:pt x="16896" y="22220"/>
                  </a:cubicBezTo>
                  <a:cubicBezTo>
                    <a:pt x="20852" y="24882"/>
                    <a:pt x="24660" y="26952"/>
                    <a:pt x="27248" y="27654"/>
                  </a:cubicBezTo>
                  <a:lnTo>
                    <a:pt x="27433" y="27026"/>
                  </a:lnTo>
                  <a:cubicBezTo>
                    <a:pt x="25547" y="26545"/>
                    <a:pt x="22885" y="25251"/>
                    <a:pt x="20002" y="23477"/>
                  </a:cubicBezTo>
                  <a:cubicBezTo>
                    <a:pt x="15676" y="20815"/>
                    <a:pt x="10796" y="17155"/>
                    <a:pt x="7025" y="13680"/>
                  </a:cubicBezTo>
                  <a:cubicBezTo>
                    <a:pt x="5139" y="11942"/>
                    <a:pt x="3513" y="10241"/>
                    <a:pt x="2367" y="8725"/>
                  </a:cubicBezTo>
                  <a:cubicBezTo>
                    <a:pt x="1221" y="7247"/>
                    <a:pt x="592" y="5916"/>
                    <a:pt x="592" y="5065"/>
                  </a:cubicBezTo>
                  <a:cubicBezTo>
                    <a:pt x="592" y="4991"/>
                    <a:pt x="629" y="4917"/>
                    <a:pt x="629" y="4844"/>
                  </a:cubicBezTo>
                  <a:cubicBezTo>
                    <a:pt x="777" y="3919"/>
                    <a:pt x="1405" y="3217"/>
                    <a:pt x="2404" y="2625"/>
                  </a:cubicBezTo>
                  <a:cubicBezTo>
                    <a:pt x="3882" y="1738"/>
                    <a:pt x="6175" y="1220"/>
                    <a:pt x="8356" y="925"/>
                  </a:cubicBezTo>
                  <a:cubicBezTo>
                    <a:pt x="10537" y="666"/>
                    <a:pt x="12644" y="629"/>
                    <a:pt x="13901" y="629"/>
                  </a:cubicBezTo>
                  <a:lnTo>
                    <a:pt x="15011" y="629"/>
                  </a:lnTo>
                  <a:lnTo>
                    <a:pt x="150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37"/>
            <p:cNvSpPr/>
            <p:nvPr/>
          </p:nvSpPr>
          <p:spPr>
            <a:xfrm>
              <a:off x="5406650" y="1584775"/>
              <a:ext cx="438125" cy="367875"/>
            </a:xfrm>
            <a:custGeom>
              <a:avLst/>
              <a:gdLst/>
              <a:ahLst/>
              <a:cxnLst/>
              <a:rect l="l" t="t" r="r" b="b"/>
              <a:pathLst>
                <a:path w="17525" h="14715" extrusionOk="0">
                  <a:moveTo>
                    <a:pt x="3475" y="0"/>
                  </a:moveTo>
                  <a:cubicBezTo>
                    <a:pt x="3475" y="0"/>
                    <a:pt x="2625" y="518"/>
                    <a:pt x="1775" y="1368"/>
                  </a:cubicBezTo>
                  <a:cubicBezTo>
                    <a:pt x="924" y="2256"/>
                    <a:pt x="37" y="3476"/>
                    <a:pt x="0" y="4917"/>
                  </a:cubicBezTo>
                  <a:cubicBezTo>
                    <a:pt x="0" y="5509"/>
                    <a:pt x="148" y="6101"/>
                    <a:pt x="481" y="6692"/>
                  </a:cubicBezTo>
                  <a:cubicBezTo>
                    <a:pt x="961" y="7616"/>
                    <a:pt x="1960" y="8541"/>
                    <a:pt x="3254" y="9465"/>
                  </a:cubicBezTo>
                  <a:cubicBezTo>
                    <a:pt x="5213" y="10833"/>
                    <a:pt x="7801" y="12127"/>
                    <a:pt x="10426" y="13125"/>
                  </a:cubicBezTo>
                  <a:cubicBezTo>
                    <a:pt x="13014" y="14086"/>
                    <a:pt x="15602" y="14715"/>
                    <a:pt x="17524" y="14715"/>
                  </a:cubicBezTo>
                  <a:lnTo>
                    <a:pt x="17524" y="14123"/>
                  </a:lnTo>
                  <a:cubicBezTo>
                    <a:pt x="15121" y="14123"/>
                    <a:pt x="11387" y="13014"/>
                    <a:pt x="8097" y="11461"/>
                  </a:cubicBezTo>
                  <a:cubicBezTo>
                    <a:pt x="6433" y="10722"/>
                    <a:pt x="4880" y="9835"/>
                    <a:pt x="3623" y="8947"/>
                  </a:cubicBezTo>
                  <a:cubicBezTo>
                    <a:pt x="2366" y="8097"/>
                    <a:pt x="1442" y="7173"/>
                    <a:pt x="1035" y="6396"/>
                  </a:cubicBezTo>
                  <a:cubicBezTo>
                    <a:pt x="740" y="5879"/>
                    <a:pt x="629" y="5398"/>
                    <a:pt x="629" y="4917"/>
                  </a:cubicBezTo>
                  <a:cubicBezTo>
                    <a:pt x="629" y="3734"/>
                    <a:pt x="1405" y="2625"/>
                    <a:pt x="2181" y="1812"/>
                  </a:cubicBezTo>
                  <a:cubicBezTo>
                    <a:pt x="2588" y="1405"/>
                    <a:pt x="2995" y="1072"/>
                    <a:pt x="3291" y="851"/>
                  </a:cubicBezTo>
                  <a:cubicBezTo>
                    <a:pt x="3438" y="740"/>
                    <a:pt x="3586" y="666"/>
                    <a:pt x="3660" y="592"/>
                  </a:cubicBezTo>
                  <a:lnTo>
                    <a:pt x="3771" y="518"/>
                  </a:lnTo>
                  <a:lnTo>
                    <a:pt x="3808" y="518"/>
                  </a:lnTo>
                  <a:lnTo>
                    <a:pt x="34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37"/>
            <p:cNvSpPr/>
            <p:nvPr/>
          </p:nvSpPr>
          <p:spPr>
            <a:xfrm>
              <a:off x="4434325" y="2717300"/>
              <a:ext cx="1258875" cy="2210575"/>
            </a:xfrm>
            <a:custGeom>
              <a:avLst/>
              <a:gdLst/>
              <a:ahLst/>
              <a:cxnLst/>
              <a:rect l="l" t="t" r="r" b="b"/>
              <a:pathLst>
                <a:path w="50355" h="88423" extrusionOk="0">
                  <a:moveTo>
                    <a:pt x="29766" y="1"/>
                  </a:moveTo>
                  <a:cubicBezTo>
                    <a:pt x="24738" y="1"/>
                    <a:pt x="21221" y="247"/>
                    <a:pt x="21221" y="247"/>
                  </a:cubicBezTo>
                  <a:cubicBezTo>
                    <a:pt x="21221" y="247"/>
                    <a:pt x="14936" y="18696"/>
                    <a:pt x="11609" y="35850"/>
                  </a:cubicBezTo>
                  <a:cubicBezTo>
                    <a:pt x="8282" y="53004"/>
                    <a:pt x="0" y="88422"/>
                    <a:pt x="0" y="88422"/>
                  </a:cubicBezTo>
                  <a:lnTo>
                    <a:pt x="33939" y="88422"/>
                  </a:lnTo>
                  <a:cubicBezTo>
                    <a:pt x="33939" y="88422"/>
                    <a:pt x="34124" y="80511"/>
                    <a:pt x="35418" y="70159"/>
                  </a:cubicBezTo>
                  <a:cubicBezTo>
                    <a:pt x="36712" y="59844"/>
                    <a:pt x="50354" y="4314"/>
                    <a:pt x="50354" y="4314"/>
                  </a:cubicBezTo>
                  <a:cubicBezTo>
                    <a:pt x="50354" y="4314"/>
                    <a:pt x="47212" y="802"/>
                    <a:pt x="38191" y="247"/>
                  </a:cubicBezTo>
                  <a:cubicBezTo>
                    <a:pt x="35171" y="62"/>
                    <a:pt x="32280" y="1"/>
                    <a:pt x="297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37"/>
            <p:cNvSpPr/>
            <p:nvPr/>
          </p:nvSpPr>
          <p:spPr>
            <a:xfrm>
              <a:off x="4426000" y="2709600"/>
              <a:ext cx="1275500" cy="2226600"/>
            </a:xfrm>
            <a:custGeom>
              <a:avLst/>
              <a:gdLst/>
              <a:ahLst/>
              <a:cxnLst/>
              <a:rect l="l" t="t" r="r" b="b"/>
              <a:pathLst>
                <a:path w="51020" h="89064" extrusionOk="0">
                  <a:moveTo>
                    <a:pt x="30094" y="629"/>
                  </a:moveTo>
                  <a:cubicBezTo>
                    <a:pt x="32608" y="629"/>
                    <a:pt x="35492" y="666"/>
                    <a:pt x="38487" y="851"/>
                  </a:cubicBezTo>
                  <a:cubicBezTo>
                    <a:pt x="42960" y="1147"/>
                    <a:pt x="45992" y="2145"/>
                    <a:pt x="47840" y="3069"/>
                  </a:cubicBezTo>
                  <a:cubicBezTo>
                    <a:pt x="48802" y="3513"/>
                    <a:pt x="49467" y="3957"/>
                    <a:pt x="49874" y="4289"/>
                  </a:cubicBezTo>
                  <a:cubicBezTo>
                    <a:pt x="50096" y="4474"/>
                    <a:pt x="50243" y="4585"/>
                    <a:pt x="50317" y="4696"/>
                  </a:cubicBezTo>
                  <a:lnTo>
                    <a:pt x="50350" y="4718"/>
                  </a:lnTo>
                  <a:lnTo>
                    <a:pt x="50350" y="4718"/>
                  </a:lnTo>
                  <a:cubicBezTo>
                    <a:pt x="49952" y="6341"/>
                    <a:pt x="46759" y="19392"/>
                    <a:pt x="43404" y="33607"/>
                  </a:cubicBezTo>
                  <a:cubicBezTo>
                    <a:pt x="41629" y="41186"/>
                    <a:pt x="39781" y="49098"/>
                    <a:pt x="38339" y="55753"/>
                  </a:cubicBezTo>
                  <a:cubicBezTo>
                    <a:pt x="36860" y="62444"/>
                    <a:pt x="35751" y="67842"/>
                    <a:pt x="35455" y="70430"/>
                  </a:cubicBezTo>
                  <a:cubicBezTo>
                    <a:pt x="34307" y="79613"/>
                    <a:pt x="34032" y="86906"/>
                    <a:pt x="33985" y="88435"/>
                  </a:cubicBezTo>
                  <a:lnTo>
                    <a:pt x="715" y="88435"/>
                  </a:lnTo>
                  <a:cubicBezTo>
                    <a:pt x="1603" y="84627"/>
                    <a:pt x="9110" y="52359"/>
                    <a:pt x="12238" y="36232"/>
                  </a:cubicBezTo>
                  <a:cubicBezTo>
                    <a:pt x="13901" y="27655"/>
                    <a:pt x="16304" y="18745"/>
                    <a:pt x="18264" y="12016"/>
                  </a:cubicBezTo>
                  <a:cubicBezTo>
                    <a:pt x="19262" y="8652"/>
                    <a:pt x="20149" y="5805"/>
                    <a:pt x="20815" y="3809"/>
                  </a:cubicBezTo>
                  <a:cubicBezTo>
                    <a:pt x="21111" y="2810"/>
                    <a:pt x="21369" y="1997"/>
                    <a:pt x="21554" y="1480"/>
                  </a:cubicBezTo>
                  <a:cubicBezTo>
                    <a:pt x="21652" y="1188"/>
                    <a:pt x="21718" y="978"/>
                    <a:pt x="21759" y="844"/>
                  </a:cubicBezTo>
                  <a:lnTo>
                    <a:pt x="21759" y="844"/>
                  </a:lnTo>
                  <a:cubicBezTo>
                    <a:pt x="21863" y="839"/>
                    <a:pt x="22005" y="830"/>
                    <a:pt x="22183" y="814"/>
                  </a:cubicBezTo>
                  <a:cubicBezTo>
                    <a:pt x="23403" y="740"/>
                    <a:pt x="26323" y="629"/>
                    <a:pt x="30094" y="629"/>
                  </a:cubicBezTo>
                  <a:close/>
                  <a:moveTo>
                    <a:pt x="30094" y="1"/>
                  </a:moveTo>
                  <a:cubicBezTo>
                    <a:pt x="25066" y="1"/>
                    <a:pt x="21517" y="259"/>
                    <a:pt x="21517" y="259"/>
                  </a:cubicBezTo>
                  <a:cubicBezTo>
                    <a:pt x="21406" y="259"/>
                    <a:pt x="21295" y="333"/>
                    <a:pt x="21258" y="444"/>
                  </a:cubicBezTo>
                  <a:cubicBezTo>
                    <a:pt x="21258" y="444"/>
                    <a:pt x="14973" y="18930"/>
                    <a:pt x="11646" y="36121"/>
                  </a:cubicBezTo>
                  <a:cubicBezTo>
                    <a:pt x="9982" y="44661"/>
                    <a:pt x="7062" y="57823"/>
                    <a:pt x="4585" y="68840"/>
                  </a:cubicBezTo>
                  <a:cubicBezTo>
                    <a:pt x="3328" y="74312"/>
                    <a:pt x="2182" y="79303"/>
                    <a:pt x="1368" y="82889"/>
                  </a:cubicBezTo>
                  <a:cubicBezTo>
                    <a:pt x="962" y="84664"/>
                    <a:pt x="629" y="86105"/>
                    <a:pt x="370" y="87141"/>
                  </a:cubicBezTo>
                  <a:cubicBezTo>
                    <a:pt x="148" y="88139"/>
                    <a:pt x="0" y="88693"/>
                    <a:pt x="0" y="88693"/>
                  </a:cubicBezTo>
                  <a:cubicBezTo>
                    <a:pt x="0" y="88767"/>
                    <a:pt x="0" y="88878"/>
                    <a:pt x="74" y="88952"/>
                  </a:cubicBezTo>
                  <a:cubicBezTo>
                    <a:pt x="148" y="89026"/>
                    <a:pt x="222" y="89063"/>
                    <a:pt x="333" y="89063"/>
                  </a:cubicBezTo>
                  <a:lnTo>
                    <a:pt x="34272" y="89063"/>
                  </a:lnTo>
                  <a:cubicBezTo>
                    <a:pt x="34420" y="89063"/>
                    <a:pt x="34568" y="88915"/>
                    <a:pt x="34568" y="88767"/>
                  </a:cubicBezTo>
                  <a:cubicBezTo>
                    <a:pt x="34568" y="88767"/>
                    <a:pt x="34605" y="88250"/>
                    <a:pt x="34642" y="87362"/>
                  </a:cubicBezTo>
                  <a:cubicBezTo>
                    <a:pt x="34753" y="84664"/>
                    <a:pt x="35085" y="78268"/>
                    <a:pt x="36047" y="70504"/>
                  </a:cubicBezTo>
                  <a:cubicBezTo>
                    <a:pt x="36379" y="67953"/>
                    <a:pt x="37452" y="62555"/>
                    <a:pt x="38930" y="55900"/>
                  </a:cubicBezTo>
                  <a:cubicBezTo>
                    <a:pt x="41112" y="45918"/>
                    <a:pt x="44143" y="33089"/>
                    <a:pt x="46583" y="22812"/>
                  </a:cubicBezTo>
                  <a:cubicBezTo>
                    <a:pt x="47840" y="17636"/>
                    <a:pt x="48949" y="13125"/>
                    <a:pt x="49726" y="9872"/>
                  </a:cubicBezTo>
                  <a:cubicBezTo>
                    <a:pt x="50133" y="8245"/>
                    <a:pt x="50428" y="6951"/>
                    <a:pt x="50650" y="6064"/>
                  </a:cubicBezTo>
                  <a:cubicBezTo>
                    <a:pt x="50872" y="5177"/>
                    <a:pt x="50983" y="4696"/>
                    <a:pt x="50983" y="4696"/>
                  </a:cubicBezTo>
                  <a:cubicBezTo>
                    <a:pt x="51020" y="4585"/>
                    <a:pt x="50983" y="4474"/>
                    <a:pt x="50909" y="4400"/>
                  </a:cubicBezTo>
                  <a:cubicBezTo>
                    <a:pt x="50872" y="4363"/>
                    <a:pt x="47655" y="814"/>
                    <a:pt x="38524" y="259"/>
                  </a:cubicBezTo>
                  <a:cubicBezTo>
                    <a:pt x="35492" y="75"/>
                    <a:pt x="32608" y="1"/>
                    <a:pt x="30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37"/>
            <p:cNvSpPr/>
            <p:nvPr/>
          </p:nvSpPr>
          <p:spPr>
            <a:xfrm>
              <a:off x="5009200" y="2762300"/>
              <a:ext cx="495450" cy="732950"/>
            </a:xfrm>
            <a:custGeom>
              <a:avLst/>
              <a:gdLst/>
              <a:ahLst/>
              <a:cxnLst/>
              <a:rect l="l" t="t" r="r" b="b"/>
              <a:pathLst>
                <a:path w="19818" h="29318" extrusionOk="0">
                  <a:moveTo>
                    <a:pt x="2515" y="0"/>
                  </a:moveTo>
                  <a:cubicBezTo>
                    <a:pt x="2515" y="0"/>
                    <a:pt x="1" y="10685"/>
                    <a:pt x="1" y="16970"/>
                  </a:cubicBezTo>
                  <a:cubicBezTo>
                    <a:pt x="1" y="22449"/>
                    <a:pt x="3278" y="29317"/>
                    <a:pt x="8798" y="29317"/>
                  </a:cubicBezTo>
                  <a:cubicBezTo>
                    <a:pt x="9646" y="29317"/>
                    <a:pt x="10548" y="29155"/>
                    <a:pt x="11499" y="28800"/>
                  </a:cubicBezTo>
                  <a:cubicBezTo>
                    <a:pt x="18671" y="26101"/>
                    <a:pt x="19817" y="18522"/>
                    <a:pt x="19817" y="13605"/>
                  </a:cubicBezTo>
                  <a:cubicBezTo>
                    <a:pt x="19817" y="8688"/>
                    <a:pt x="19521" y="1959"/>
                    <a:pt x="19521" y="1959"/>
                  </a:cubicBezTo>
                  <a:cubicBezTo>
                    <a:pt x="19521" y="1959"/>
                    <a:pt x="17513" y="3566"/>
                    <a:pt x="14167" y="3566"/>
                  </a:cubicBezTo>
                  <a:cubicBezTo>
                    <a:pt x="13089" y="3566"/>
                    <a:pt x="11871" y="3399"/>
                    <a:pt x="10537" y="2958"/>
                  </a:cubicBezTo>
                  <a:cubicBezTo>
                    <a:pt x="5066" y="1109"/>
                    <a:pt x="2515" y="0"/>
                    <a:pt x="251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37"/>
            <p:cNvSpPr/>
            <p:nvPr/>
          </p:nvSpPr>
          <p:spPr>
            <a:xfrm>
              <a:off x="5024925" y="2762300"/>
              <a:ext cx="478800" cy="363925"/>
            </a:xfrm>
            <a:custGeom>
              <a:avLst/>
              <a:gdLst/>
              <a:ahLst/>
              <a:cxnLst/>
              <a:rect l="l" t="t" r="r" b="b"/>
              <a:pathLst>
                <a:path w="19152" h="14557" extrusionOk="0">
                  <a:moveTo>
                    <a:pt x="1886" y="0"/>
                  </a:moveTo>
                  <a:cubicBezTo>
                    <a:pt x="1886" y="0"/>
                    <a:pt x="740" y="4917"/>
                    <a:pt x="0" y="10056"/>
                  </a:cubicBezTo>
                  <a:cubicBezTo>
                    <a:pt x="1494" y="12453"/>
                    <a:pt x="4130" y="14556"/>
                    <a:pt x="8798" y="14556"/>
                  </a:cubicBezTo>
                  <a:cubicBezTo>
                    <a:pt x="9098" y="14556"/>
                    <a:pt x="9406" y="14547"/>
                    <a:pt x="9724" y="14530"/>
                  </a:cubicBezTo>
                  <a:cubicBezTo>
                    <a:pt x="13901" y="14271"/>
                    <a:pt x="16933" y="12792"/>
                    <a:pt x="19151" y="10685"/>
                  </a:cubicBezTo>
                  <a:cubicBezTo>
                    <a:pt x="19077" y="6396"/>
                    <a:pt x="18892" y="1959"/>
                    <a:pt x="18892" y="1959"/>
                  </a:cubicBezTo>
                  <a:cubicBezTo>
                    <a:pt x="18892" y="1959"/>
                    <a:pt x="16884" y="3566"/>
                    <a:pt x="13538" y="3566"/>
                  </a:cubicBezTo>
                  <a:cubicBezTo>
                    <a:pt x="12460" y="3566"/>
                    <a:pt x="11242" y="3399"/>
                    <a:pt x="9908" y="2958"/>
                  </a:cubicBezTo>
                  <a:cubicBezTo>
                    <a:pt x="4437" y="1109"/>
                    <a:pt x="1886" y="0"/>
                    <a:pt x="18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37"/>
            <p:cNvSpPr/>
            <p:nvPr/>
          </p:nvSpPr>
          <p:spPr>
            <a:xfrm>
              <a:off x="5031400" y="2805725"/>
              <a:ext cx="452900" cy="320750"/>
            </a:xfrm>
            <a:custGeom>
              <a:avLst/>
              <a:gdLst/>
              <a:ahLst/>
              <a:cxnLst/>
              <a:rect l="l" t="t" r="r" b="b"/>
              <a:pathLst>
                <a:path w="18116" h="12830" extrusionOk="0">
                  <a:moveTo>
                    <a:pt x="18116" y="2773"/>
                  </a:moveTo>
                  <a:lnTo>
                    <a:pt x="18079" y="2810"/>
                  </a:lnTo>
                  <a:cubicBezTo>
                    <a:pt x="18079" y="2810"/>
                    <a:pt x="18042" y="2810"/>
                    <a:pt x="18042" y="2847"/>
                  </a:cubicBezTo>
                  <a:cubicBezTo>
                    <a:pt x="17931" y="2995"/>
                    <a:pt x="17820" y="3180"/>
                    <a:pt x="17635" y="3402"/>
                  </a:cubicBezTo>
                  <a:cubicBezTo>
                    <a:pt x="17302" y="3883"/>
                    <a:pt x="16859" y="4585"/>
                    <a:pt x="16378" y="5435"/>
                  </a:cubicBezTo>
                  <a:cubicBezTo>
                    <a:pt x="15417" y="7099"/>
                    <a:pt x="14345" y="9317"/>
                    <a:pt x="13864" y="11536"/>
                  </a:cubicBezTo>
                  <a:cubicBezTo>
                    <a:pt x="13827" y="11683"/>
                    <a:pt x="13827" y="11831"/>
                    <a:pt x="13790" y="11979"/>
                  </a:cubicBezTo>
                  <a:cubicBezTo>
                    <a:pt x="15232" y="11499"/>
                    <a:pt x="16526" y="10833"/>
                    <a:pt x="17598" y="10020"/>
                  </a:cubicBezTo>
                  <a:cubicBezTo>
                    <a:pt x="17820" y="6914"/>
                    <a:pt x="18005" y="4437"/>
                    <a:pt x="18116" y="2773"/>
                  </a:cubicBezTo>
                  <a:close/>
                  <a:moveTo>
                    <a:pt x="1553" y="1"/>
                  </a:moveTo>
                  <a:lnTo>
                    <a:pt x="1553" y="75"/>
                  </a:lnTo>
                  <a:cubicBezTo>
                    <a:pt x="1294" y="1184"/>
                    <a:pt x="998" y="2700"/>
                    <a:pt x="666" y="4437"/>
                  </a:cubicBezTo>
                  <a:cubicBezTo>
                    <a:pt x="444" y="5768"/>
                    <a:pt x="185" y="7247"/>
                    <a:pt x="0" y="8689"/>
                  </a:cubicBezTo>
                  <a:cubicBezTo>
                    <a:pt x="1516" y="10944"/>
                    <a:pt x="4104" y="12829"/>
                    <a:pt x="8503" y="12829"/>
                  </a:cubicBezTo>
                  <a:cubicBezTo>
                    <a:pt x="8799" y="12829"/>
                    <a:pt x="9132" y="12793"/>
                    <a:pt x="9465" y="12793"/>
                  </a:cubicBezTo>
                  <a:cubicBezTo>
                    <a:pt x="10796" y="12719"/>
                    <a:pt x="12016" y="12497"/>
                    <a:pt x="13125" y="12201"/>
                  </a:cubicBezTo>
                  <a:cubicBezTo>
                    <a:pt x="13162" y="11942"/>
                    <a:pt x="13236" y="11683"/>
                    <a:pt x="13273" y="11388"/>
                  </a:cubicBezTo>
                  <a:cubicBezTo>
                    <a:pt x="13975" y="8171"/>
                    <a:pt x="15897" y="4955"/>
                    <a:pt x="16933" y="3365"/>
                  </a:cubicBezTo>
                  <a:lnTo>
                    <a:pt x="16933" y="3365"/>
                  </a:lnTo>
                  <a:cubicBezTo>
                    <a:pt x="15676" y="3920"/>
                    <a:pt x="14234" y="4252"/>
                    <a:pt x="12644" y="4326"/>
                  </a:cubicBezTo>
                  <a:cubicBezTo>
                    <a:pt x="12348" y="4363"/>
                    <a:pt x="12053" y="4363"/>
                    <a:pt x="11757" y="4363"/>
                  </a:cubicBezTo>
                  <a:cubicBezTo>
                    <a:pt x="6655" y="4363"/>
                    <a:pt x="3512" y="2219"/>
                    <a:pt x="155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37"/>
            <p:cNvSpPr/>
            <p:nvPr/>
          </p:nvSpPr>
          <p:spPr>
            <a:xfrm>
              <a:off x="5001825" y="2754200"/>
              <a:ext cx="510200" cy="748450"/>
            </a:xfrm>
            <a:custGeom>
              <a:avLst/>
              <a:gdLst/>
              <a:ahLst/>
              <a:cxnLst/>
              <a:rect l="l" t="t" r="r" b="b"/>
              <a:pathLst>
                <a:path w="20408" h="29938" extrusionOk="0">
                  <a:moveTo>
                    <a:pt x="3044" y="746"/>
                  </a:moveTo>
                  <a:lnTo>
                    <a:pt x="3044" y="746"/>
                  </a:lnTo>
                  <a:cubicBezTo>
                    <a:pt x="3908" y="1120"/>
                    <a:pt x="6406" y="2112"/>
                    <a:pt x="10722" y="3540"/>
                  </a:cubicBezTo>
                  <a:cubicBezTo>
                    <a:pt x="12089" y="4021"/>
                    <a:pt x="13383" y="4206"/>
                    <a:pt x="14493" y="4206"/>
                  </a:cubicBezTo>
                  <a:cubicBezTo>
                    <a:pt x="16987" y="4206"/>
                    <a:pt x="18742" y="3330"/>
                    <a:pt x="19532" y="2835"/>
                  </a:cubicBezTo>
                  <a:lnTo>
                    <a:pt x="19532" y="2835"/>
                  </a:lnTo>
                  <a:cubicBezTo>
                    <a:pt x="19537" y="3002"/>
                    <a:pt x="19546" y="3202"/>
                    <a:pt x="19558" y="3430"/>
                  </a:cubicBezTo>
                  <a:cubicBezTo>
                    <a:pt x="19631" y="5537"/>
                    <a:pt x="19779" y="10269"/>
                    <a:pt x="19779" y="13929"/>
                  </a:cubicBezTo>
                  <a:cubicBezTo>
                    <a:pt x="19779" y="16369"/>
                    <a:pt x="19521" y="19475"/>
                    <a:pt x="18374" y="22248"/>
                  </a:cubicBezTo>
                  <a:cubicBezTo>
                    <a:pt x="17191" y="25020"/>
                    <a:pt x="15195" y="27497"/>
                    <a:pt x="11720" y="28828"/>
                  </a:cubicBezTo>
                  <a:cubicBezTo>
                    <a:pt x="10759" y="29161"/>
                    <a:pt x="9908" y="29309"/>
                    <a:pt x="9095" y="29309"/>
                  </a:cubicBezTo>
                  <a:cubicBezTo>
                    <a:pt x="7764" y="29309"/>
                    <a:pt x="6581" y="28902"/>
                    <a:pt x="5546" y="28200"/>
                  </a:cubicBezTo>
                  <a:cubicBezTo>
                    <a:pt x="3993" y="27165"/>
                    <a:pt x="2736" y="25464"/>
                    <a:pt x="1886" y="23505"/>
                  </a:cubicBezTo>
                  <a:cubicBezTo>
                    <a:pt x="1072" y="21545"/>
                    <a:pt x="592" y="19327"/>
                    <a:pt x="592" y="17294"/>
                  </a:cubicBezTo>
                  <a:cubicBezTo>
                    <a:pt x="592" y="14188"/>
                    <a:pt x="1220" y="9936"/>
                    <a:pt x="1849" y="6498"/>
                  </a:cubicBezTo>
                  <a:cubicBezTo>
                    <a:pt x="2181" y="4761"/>
                    <a:pt x="2477" y="3245"/>
                    <a:pt x="2736" y="2136"/>
                  </a:cubicBezTo>
                  <a:cubicBezTo>
                    <a:pt x="2847" y="1581"/>
                    <a:pt x="2958" y="1174"/>
                    <a:pt x="3032" y="842"/>
                  </a:cubicBezTo>
                  <a:cubicBezTo>
                    <a:pt x="3036" y="808"/>
                    <a:pt x="3040" y="776"/>
                    <a:pt x="3044" y="746"/>
                  </a:cubicBezTo>
                  <a:close/>
                  <a:moveTo>
                    <a:pt x="2828" y="1"/>
                  </a:moveTo>
                  <a:cubicBezTo>
                    <a:pt x="2782" y="1"/>
                    <a:pt x="2736" y="10"/>
                    <a:pt x="2699" y="28"/>
                  </a:cubicBezTo>
                  <a:cubicBezTo>
                    <a:pt x="2588" y="65"/>
                    <a:pt x="2551" y="139"/>
                    <a:pt x="2514" y="250"/>
                  </a:cubicBezTo>
                  <a:cubicBezTo>
                    <a:pt x="2514" y="250"/>
                    <a:pt x="1886" y="2912"/>
                    <a:pt x="1257" y="6387"/>
                  </a:cubicBezTo>
                  <a:cubicBezTo>
                    <a:pt x="629" y="9862"/>
                    <a:pt x="0" y="14114"/>
                    <a:pt x="0" y="17294"/>
                  </a:cubicBezTo>
                  <a:cubicBezTo>
                    <a:pt x="0" y="20103"/>
                    <a:pt x="813" y="23246"/>
                    <a:pt x="2366" y="25686"/>
                  </a:cubicBezTo>
                  <a:cubicBezTo>
                    <a:pt x="3143" y="26906"/>
                    <a:pt x="4067" y="27978"/>
                    <a:pt x="5213" y="28718"/>
                  </a:cubicBezTo>
                  <a:cubicBezTo>
                    <a:pt x="6322" y="29494"/>
                    <a:pt x="7653" y="29938"/>
                    <a:pt x="9095" y="29938"/>
                  </a:cubicBezTo>
                  <a:cubicBezTo>
                    <a:pt x="9982" y="29938"/>
                    <a:pt x="10943" y="29753"/>
                    <a:pt x="11905" y="29383"/>
                  </a:cubicBezTo>
                  <a:cubicBezTo>
                    <a:pt x="15602" y="28015"/>
                    <a:pt x="17746" y="25390"/>
                    <a:pt x="18929" y="22469"/>
                  </a:cubicBezTo>
                  <a:cubicBezTo>
                    <a:pt x="20112" y="19586"/>
                    <a:pt x="20408" y="16406"/>
                    <a:pt x="20408" y="13929"/>
                  </a:cubicBezTo>
                  <a:cubicBezTo>
                    <a:pt x="20408" y="9012"/>
                    <a:pt x="20112" y="2283"/>
                    <a:pt x="20112" y="2283"/>
                  </a:cubicBezTo>
                  <a:cubicBezTo>
                    <a:pt x="20112" y="2136"/>
                    <a:pt x="20038" y="2062"/>
                    <a:pt x="19927" y="1988"/>
                  </a:cubicBezTo>
                  <a:cubicBezTo>
                    <a:pt x="19906" y="1977"/>
                    <a:pt x="19878" y="1972"/>
                    <a:pt x="19847" y="1972"/>
                  </a:cubicBezTo>
                  <a:cubicBezTo>
                    <a:pt x="19773" y="1972"/>
                    <a:pt x="19684" y="1999"/>
                    <a:pt x="19631" y="2025"/>
                  </a:cubicBezTo>
                  <a:lnTo>
                    <a:pt x="19594" y="2062"/>
                  </a:lnTo>
                  <a:cubicBezTo>
                    <a:pt x="19410" y="2210"/>
                    <a:pt x="17524" y="3577"/>
                    <a:pt x="14493" y="3577"/>
                  </a:cubicBezTo>
                  <a:cubicBezTo>
                    <a:pt x="13420" y="3577"/>
                    <a:pt x="12237" y="3393"/>
                    <a:pt x="10943" y="2986"/>
                  </a:cubicBezTo>
                  <a:cubicBezTo>
                    <a:pt x="8208" y="2062"/>
                    <a:pt x="6211" y="1322"/>
                    <a:pt x="4880" y="805"/>
                  </a:cubicBezTo>
                  <a:cubicBezTo>
                    <a:pt x="4215" y="583"/>
                    <a:pt x="3734" y="361"/>
                    <a:pt x="3438" y="250"/>
                  </a:cubicBezTo>
                  <a:cubicBezTo>
                    <a:pt x="3253" y="176"/>
                    <a:pt x="3143" y="102"/>
                    <a:pt x="3069" y="102"/>
                  </a:cubicBezTo>
                  <a:cubicBezTo>
                    <a:pt x="2995" y="65"/>
                    <a:pt x="2958" y="28"/>
                    <a:pt x="2958" y="28"/>
                  </a:cubicBezTo>
                  <a:cubicBezTo>
                    <a:pt x="2921" y="10"/>
                    <a:pt x="2875" y="1"/>
                    <a:pt x="2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37"/>
            <p:cNvSpPr/>
            <p:nvPr/>
          </p:nvSpPr>
          <p:spPr>
            <a:xfrm>
              <a:off x="5354875" y="2859575"/>
              <a:ext cx="133125" cy="419400"/>
            </a:xfrm>
            <a:custGeom>
              <a:avLst/>
              <a:gdLst/>
              <a:ahLst/>
              <a:cxnLst/>
              <a:rect l="l" t="t" r="r" b="b"/>
              <a:pathLst>
                <a:path w="5325" h="16776" extrusionOk="0">
                  <a:moveTo>
                    <a:pt x="4991" y="0"/>
                  </a:moveTo>
                  <a:cubicBezTo>
                    <a:pt x="4895" y="0"/>
                    <a:pt x="4800" y="49"/>
                    <a:pt x="4733" y="139"/>
                  </a:cubicBezTo>
                  <a:cubicBezTo>
                    <a:pt x="4733" y="139"/>
                    <a:pt x="1332" y="4649"/>
                    <a:pt x="334" y="9234"/>
                  </a:cubicBezTo>
                  <a:cubicBezTo>
                    <a:pt x="112" y="10343"/>
                    <a:pt x="1" y="11341"/>
                    <a:pt x="1" y="12228"/>
                  </a:cubicBezTo>
                  <a:cubicBezTo>
                    <a:pt x="1" y="15001"/>
                    <a:pt x="925" y="16591"/>
                    <a:pt x="925" y="16628"/>
                  </a:cubicBezTo>
                  <a:cubicBezTo>
                    <a:pt x="999" y="16726"/>
                    <a:pt x="1106" y="16776"/>
                    <a:pt x="1213" y="16776"/>
                  </a:cubicBezTo>
                  <a:cubicBezTo>
                    <a:pt x="1266" y="16776"/>
                    <a:pt x="1319" y="16763"/>
                    <a:pt x="1369" y="16739"/>
                  </a:cubicBezTo>
                  <a:cubicBezTo>
                    <a:pt x="1517" y="16665"/>
                    <a:pt x="1554" y="16443"/>
                    <a:pt x="1480" y="16295"/>
                  </a:cubicBezTo>
                  <a:cubicBezTo>
                    <a:pt x="1369" y="16147"/>
                    <a:pt x="629" y="14705"/>
                    <a:pt x="629" y="12228"/>
                  </a:cubicBezTo>
                  <a:cubicBezTo>
                    <a:pt x="629" y="11378"/>
                    <a:pt x="703" y="10417"/>
                    <a:pt x="925" y="9382"/>
                  </a:cubicBezTo>
                  <a:cubicBezTo>
                    <a:pt x="1406" y="7163"/>
                    <a:pt x="2478" y="4945"/>
                    <a:pt x="3439" y="3281"/>
                  </a:cubicBezTo>
                  <a:cubicBezTo>
                    <a:pt x="3920" y="2431"/>
                    <a:pt x="4363" y="1729"/>
                    <a:pt x="4696" y="1248"/>
                  </a:cubicBezTo>
                  <a:cubicBezTo>
                    <a:pt x="4881" y="1026"/>
                    <a:pt x="4992" y="841"/>
                    <a:pt x="5103" y="693"/>
                  </a:cubicBezTo>
                  <a:cubicBezTo>
                    <a:pt x="5177" y="582"/>
                    <a:pt x="5251" y="509"/>
                    <a:pt x="5251" y="509"/>
                  </a:cubicBezTo>
                  <a:cubicBezTo>
                    <a:pt x="5325" y="361"/>
                    <a:pt x="5325" y="176"/>
                    <a:pt x="5177" y="65"/>
                  </a:cubicBezTo>
                  <a:cubicBezTo>
                    <a:pt x="5118" y="21"/>
                    <a:pt x="5054" y="0"/>
                    <a:pt x="4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37"/>
            <p:cNvSpPr/>
            <p:nvPr/>
          </p:nvSpPr>
          <p:spPr>
            <a:xfrm>
              <a:off x="3913950" y="2701900"/>
              <a:ext cx="2461350" cy="2225975"/>
            </a:xfrm>
            <a:custGeom>
              <a:avLst/>
              <a:gdLst/>
              <a:ahLst/>
              <a:cxnLst/>
              <a:rect l="l" t="t" r="r" b="b"/>
              <a:pathLst>
                <a:path w="98454" h="89039" extrusionOk="0">
                  <a:moveTo>
                    <a:pt x="45813" y="0"/>
                  </a:moveTo>
                  <a:cubicBezTo>
                    <a:pt x="45788" y="0"/>
                    <a:pt x="45770" y="13"/>
                    <a:pt x="45770" y="13"/>
                  </a:cubicBezTo>
                  <a:cubicBezTo>
                    <a:pt x="45770" y="13"/>
                    <a:pt x="18819" y="457"/>
                    <a:pt x="16859" y="567"/>
                  </a:cubicBezTo>
                  <a:cubicBezTo>
                    <a:pt x="14863" y="715"/>
                    <a:pt x="15713" y="14210"/>
                    <a:pt x="15713" y="33434"/>
                  </a:cubicBezTo>
                  <a:cubicBezTo>
                    <a:pt x="15713" y="51106"/>
                    <a:pt x="2219" y="83863"/>
                    <a:pt x="1" y="89038"/>
                  </a:cubicBezTo>
                  <a:lnTo>
                    <a:pt x="25584" y="89038"/>
                  </a:lnTo>
                  <a:cubicBezTo>
                    <a:pt x="26398" y="85489"/>
                    <a:pt x="30280" y="69259"/>
                    <a:pt x="33126" y="60423"/>
                  </a:cubicBezTo>
                  <a:cubicBezTo>
                    <a:pt x="36380" y="50441"/>
                    <a:pt x="40594" y="38093"/>
                    <a:pt x="41408" y="30625"/>
                  </a:cubicBezTo>
                  <a:cubicBezTo>
                    <a:pt x="42258" y="23194"/>
                    <a:pt x="45770" y="3377"/>
                    <a:pt x="45770" y="3377"/>
                  </a:cubicBezTo>
                  <a:cubicBezTo>
                    <a:pt x="46226" y="275"/>
                    <a:pt x="45932" y="0"/>
                    <a:pt x="45813" y="0"/>
                  </a:cubicBezTo>
                  <a:close/>
                  <a:moveTo>
                    <a:pt x="67668" y="1054"/>
                  </a:moveTo>
                  <a:cubicBezTo>
                    <a:pt x="63932" y="1054"/>
                    <a:pt x="63331" y="2426"/>
                    <a:pt x="63331" y="4375"/>
                  </a:cubicBezTo>
                  <a:cubicBezTo>
                    <a:pt x="63331" y="4375"/>
                    <a:pt x="62629" y="13211"/>
                    <a:pt x="61779" y="26854"/>
                  </a:cubicBezTo>
                  <a:cubicBezTo>
                    <a:pt x="60928" y="40459"/>
                    <a:pt x="57564" y="57059"/>
                    <a:pt x="53238" y="68150"/>
                  </a:cubicBezTo>
                  <a:cubicBezTo>
                    <a:pt x="48876" y="79241"/>
                    <a:pt x="49024" y="85970"/>
                    <a:pt x="49135" y="88077"/>
                  </a:cubicBezTo>
                  <a:cubicBezTo>
                    <a:pt x="49172" y="88447"/>
                    <a:pt x="49209" y="88780"/>
                    <a:pt x="49209" y="89038"/>
                  </a:cubicBezTo>
                  <a:lnTo>
                    <a:pt x="68766" y="89038"/>
                  </a:lnTo>
                  <a:cubicBezTo>
                    <a:pt x="68248" y="85896"/>
                    <a:pt x="67990" y="78465"/>
                    <a:pt x="72759" y="65451"/>
                  </a:cubicBezTo>
                  <a:cubicBezTo>
                    <a:pt x="72759" y="65451"/>
                    <a:pt x="72759" y="77134"/>
                    <a:pt x="73868" y="80498"/>
                  </a:cubicBezTo>
                  <a:cubicBezTo>
                    <a:pt x="74489" y="82381"/>
                    <a:pt x="74727" y="83383"/>
                    <a:pt x="75575" y="83383"/>
                  </a:cubicBezTo>
                  <a:cubicBezTo>
                    <a:pt x="76242" y="83383"/>
                    <a:pt x="77286" y="82762"/>
                    <a:pt x="79192" y="81459"/>
                  </a:cubicBezTo>
                  <a:cubicBezTo>
                    <a:pt x="83554" y="78539"/>
                    <a:pt x="98453" y="59425"/>
                    <a:pt x="98453" y="59425"/>
                  </a:cubicBezTo>
                  <a:lnTo>
                    <a:pt x="98453" y="53103"/>
                  </a:lnTo>
                  <a:cubicBezTo>
                    <a:pt x="98453" y="53103"/>
                    <a:pt x="92538" y="56615"/>
                    <a:pt x="88323" y="58722"/>
                  </a:cubicBezTo>
                  <a:cubicBezTo>
                    <a:pt x="87504" y="59132"/>
                    <a:pt x="86834" y="59335"/>
                    <a:pt x="86294" y="59335"/>
                  </a:cubicBezTo>
                  <a:cubicBezTo>
                    <a:pt x="84060" y="59335"/>
                    <a:pt x="84066" y="55855"/>
                    <a:pt x="84959" y="49184"/>
                  </a:cubicBezTo>
                  <a:cubicBezTo>
                    <a:pt x="86068" y="40903"/>
                    <a:pt x="95791" y="9440"/>
                    <a:pt x="95902" y="7185"/>
                  </a:cubicBezTo>
                  <a:cubicBezTo>
                    <a:pt x="96050" y="4930"/>
                    <a:pt x="79192" y="2564"/>
                    <a:pt x="71761" y="1418"/>
                  </a:cubicBezTo>
                  <a:cubicBezTo>
                    <a:pt x="70093" y="1169"/>
                    <a:pt x="68749" y="1054"/>
                    <a:pt x="67668" y="10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37"/>
            <p:cNvSpPr/>
            <p:nvPr/>
          </p:nvSpPr>
          <p:spPr>
            <a:xfrm>
              <a:off x="5139525" y="3731850"/>
              <a:ext cx="1235775" cy="1196025"/>
            </a:xfrm>
            <a:custGeom>
              <a:avLst/>
              <a:gdLst/>
              <a:ahLst/>
              <a:cxnLst/>
              <a:rect l="l" t="t" r="r" b="b"/>
              <a:pathLst>
                <a:path w="49431" h="47841" extrusionOk="0">
                  <a:moveTo>
                    <a:pt x="32276" y="0"/>
                  </a:moveTo>
                  <a:cubicBezTo>
                    <a:pt x="32276" y="0"/>
                    <a:pt x="14678" y="31388"/>
                    <a:pt x="5842" y="37969"/>
                  </a:cubicBezTo>
                  <a:cubicBezTo>
                    <a:pt x="3883" y="39448"/>
                    <a:pt x="1960" y="40779"/>
                    <a:pt x="259" y="42073"/>
                  </a:cubicBezTo>
                  <a:cubicBezTo>
                    <a:pt x="1" y="44402"/>
                    <a:pt x="75" y="46029"/>
                    <a:pt x="112" y="46879"/>
                  </a:cubicBezTo>
                  <a:cubicBezTo>
                    <a:pt x="149" y="47249"/>
                    <a:pt x="186" y="47582"/>
                    <a:pt x="186" y="47840"/>
                  </a:cubicBezTo>
                  <a:lnTo>
                    <a:pt x="19743" y="47840"/>
                  </a:lnTo>
                  <a:cubicBezTo>
                    <a:pt x="19225" y="44698"/>
                    <a:pt x="18967" y="37267"/>
                    <a:pt x="23736" y="24253"/>
                  </a:cubicBezTo>
                  <a:cubicBezTo>
                    <a:pt x="23736" y="24253"/>
                    <a:pt x="23736" y="35936"/>
                    <a:pt x="24845" y="39300"/>
                  </a:cubicBezTo>
                  <a:cubicBezTo>
                    <a:pt x="25466" y="41183"/>
                    <a:pt x="25704" y="42185"/>
                    <a:pt x="26552" y="42185"/>
                  </a:cubicBezTo>
                  <a:cubicBezTo>
                    <a:pt x="27219" y="42185"/>
                    <a:pt x="28263" y="41564"/>
                    <a:pt x="30169" y="40261"/>
                  </a:cubicBezTo>
                  <a:cubicBezTo>
                    <a:pt x="34531" y="37341"/>
                    <a:pt x="49430" y="18227"/>
                    <a:pt x="49430" y="18227"/>
                  </a:cubicBezTo>
                  <a:lnTo>
                    <a:pt x="49430" y="11905"/>
                  </a:lnTo>
                  <a:cubicBezTo>
                    <a:pt x="49430" y="11905"/>
                    <a:pt x="43515" y="15417"/>
                    <a:pt x="39300" y="17524"/>
                  </a:cubicBezTo>
                  <a:cubicBezTo>
                    <a:pt x="38481" y="17934"/>
                    <a:pt x="37811" y="18137"/>
                    <a:pt x="37271" y="18137"/>
                  </a:cubicBezTo>
                  <a:cubicBezTo>
                    <a:pt x="35037" y="18137"/>
                    <a:pt x="35043" y="14657"/>
                    <a:pt x="35936" y="7986"/>
                  </a:cubicBezTo>
                  <a:cubicBezTo>
                    <a:pt x="36158" y="6396"/>
                    <a:pt x="36676" y="3919"/>
                    <a:pt x="37415" y="962"/>
                  </a:cubicBezTo>
                  <a:lnTo>
                    <a:pt x="322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37"/>
            <p:cNvSpPr/>
            <p:nvPr/>
          </p:nvSpPr>
          <p:spPr>
            <a:xfrm>
              <a:off x="3913950" y="3766050"/>
              <a:ext cx="429825" cy="1161825"/>
            </a:xfrm>
            <a:custGeom>
              <a:avLst/>
              <a:gdLst/>
              <a:ahLst/>
              <a:cxnLst/>
              <a:rect l="l" t="t" r="r" b="b"/>
              <a:pathLst>
                <a:path w="17193" h="46473" extrusionOk="0">
                  <a:moveTo>
                    <a:pt x="17192" y="0"/>
                  </a:moveTo>
                  <a:lnTo>
                    <a:pt x="13162" y="8097"/>
                  </a:lnTo>
                  <a:cubicBezTo>
                    <a:pt x="9095" y="24549"/>
                    <a:pt x="1590" y="42738"/>
                    <a:pt x="1" y="46472"/>
                  </a:cubicBezTo>
                  <a:lnTo>
                    <a:pt x="6101" y="46472"/>
                  </a:lnTo>
                  <a:lnTo>
                    <a:pt x="171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37"/>
            <p:cNvSpPr/>
            <p:nvPr/>
          </p:nvSpPr>
          <p:spPr>
            <a:xfrm>
              <a:off x="5142300" y="4519325"/>
              <a:ext cx="933525" cy="401150"/>
            </a:xfrm>
            <a:custGeom>
              <a:avLst/>
              <a:gdLst/>
              <a:ahLst/>
              <a:cxnLst/>
              <a:rect l="l" t="t" r="r" b="b"/>
              <a:pathLst>
                <a:path w="37341" h="16046" extrusionOk="0">
                  <a:moveTo>
                    <a:pt x="24142" y="777"/>
                  </a:moveTo>
                  <a:lnTo>
                    <a:pt x="24142" y="777"/>
                  </a:lnTo>
                  <a:cubicBezTo>
                    <a:pt x="24216" y="1886"/>
                    <a:pt x="24290" y="2995"/>
                    <a:pt x="24401" y="3993"/>
                  </a:cubicBezTo>
                  <a:cubicBezTo>
                    <a:pt x="24549" y="5546"/>
                    <a:pt x="24771" y="6914"/>
                    <a:pt x="25030" y="7690"/>
                  </a:cubicBezTo>
                  <a:cubicBezTo>
                    <a:pt x="25252" y="8430"/>
                    <a:pt x="25436" y="8984"/>
                    <a:pt x="25621" y="9428"/>
                  </a:cubicBezTo>
                  <a:cubicBezTo>
                    <a:pt x="25769" y="9872"/>
                    <a:pt x="25954" y="10167"/>
                    <a:pt x="26102" y="10278"/>
                  </a:cubicBezTo>
                  <a:cubicBezTo>
                    <a:pt x="26213" y="10352"/>
                    <a:pt x="26287" y="10389"/>
                    <a:pt x="26435" y="10389"/>
                  </a:cubicBezTo>
                  <a:lnTo>
                    <a:pt x="26472" y="10389"/>
                  </a:lnTo>
                  <a:cubicBezTo>
                    <a:pt x="26693" y="10389"/>
                    <a:pt x="27100" y="10241"/>
                    <a:pt x="27655" y="9945"/>
                  </a:cubicBezTo>
                  <a:cubicBezTo>
                    <a:pt x="28209" y="9650"/>
                    <a:pt x="28949" y="9169"/>
                    <a:pt x="29910" y="8541"/>
                  </a:cubicBezTo>
                  <a:cubicBezTo>
                    <a:pt x="30797" y="7912"/>
                    <a:pt x="32276" y="6507"/>
                    <a:pt x="33940" y="4696"/>
                  </a:cubicBezTo>
                  <a:cubicBezTo>
                    <a:pt x="35012" y="3550"/>
                    <a:pt x="36158" y="2256"/>
                    <a:pt x="37341" y="888"/>
                  </a:cubicBezTo>
                  <a:lnTo>
                    <a:pt x="24142" y="777"/>
                  </a:lnTo>
                  <a:close/>
                  <a:moveTo>
                    <a:pt x="11868" y="0"/>
                  </a:moveTo>
                  <a:cubicBezTo>
                    <a:pt x="9613" y="2847"/>
                    <a:pt x="7506" y="5176"/>
                    <a:pt x="5731" y="6470"/>
                  </a:cubicBezTo>
                  <a:cubicBezTo>
                    <a:pt x="3883" y="7875"/>
                    <a:pt x="2108" y="9132"/>
                    <a:pt x="481" y="10315"/>
                  </a:cubicBezTo>
                  <a:cubicBezTo>
                    <a:pt x="333" y="11757"/>
                    <a:pt x="259" y="12940"/>
                    <a:pt x="259" y="13827"/>
                  </a:cubicBezTo>
                  <a:cubicBezTo>
                    <a:pt x="259" y="14493"/>
                    <a:pt x="296" y="15010"/>
                    <a:pt x="333" y="15343"/>
                  </a:cubicBezTo>
                  <a:lnTo>
                    <a:pt x="1" y="15380"/>
                  </a:lnTo>
                  <a:lnTo>
                    <a:pt x="333" y="15380"/>
                  </a:lnTo>
                  <a:cubicBezTo>
                    <a:pt x="333" y="15602"/>
                    <a:pt x="370" y="15824"/>
                    <a:pt x="370" y="16046"/>
                  </a:cubicBezTo>
                  <a:lnTo>
                    <a:pt x="19299" y="16046"/>
                  </a:lnTo>
                  <a:cubicBezTo>
                    <a:pt x="19151" y="15195"/>
                    <a:pt x="19077" y="14086"/>
                    <a:pt x="19077" y="12681"/>
                  </a:cubicBezTo>
                  <a:cubicBezTo>
                    <a:pt x="19077" y="9872"/>
                    <a:pt x="19447" y="5953"/>
                    <a:pt x="20778" y="740"/>
                  </a:cubicBezTo>
                  <a:lnTo>
                    <a:pt x="13273" y="666"/>
                  </a:lnTo>
                  <a:cubicBezTo>
                    <a:pt x="12682" y="666"/>
                    <a:pt x="12201" y="407"/>
                    <a:pt x="11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37"/>
            <p:cNvSpPr/>
            <p:nvPr/>
          </p:nvSpPr>
          <p:spPr>
            <a:xfrm>
              <a:off x="3925975" y="4024850"/>
              <a:ext cx="355850" cy="895625"/>
            </a:xfrm>
            <a:custGeom>
              <a:avLst/>
              <a:gdLst/>
              <a:ahLst/>
              <a:cxnLst/>
              <a:rect l="l" t="t" r="r" b="b"/>
              <a:pathLst>
                <a:path w="14234" h="35825" extrusionOk="0">
                  <a:moveTo>
                    <a:pt x="14234" y="0"/>
                  </a:moveTo>
                  <a:lnTo>
                    <a:pt x="11498" y="8060"/>
                  </a:lnTo>
                  <a:lnTo>
                    <a:pt x="12348" y="7912"/>
                  </a:lnTo>
                  <a:lnTo>
                    <a:pt x="14234" y="0"/>
                  </a:lnTo>
                  <a:close/>
                  <a:moveTo>
                    <a:pt x="7727" y="27358"/>
                  </a:moveTo>
                  <a:lnTo>
                    <a:pt x="7727" y="27358"/>
                  </a:lnTo>
                  <a:cubicBezTo>
                    <a:pt x="5805" y="27913"/>
                    <a:pt x="4104" y="28394"/>
                    <a:pt x="2847" y="28726"/>
                  </a:cubicBezTo>
                  <a:cubicBezTo>
                    <a:pt x="1590" y="31980"/>
                    <a:pt x="555" y="34457"/>
                    <a:pt x="0" y="35825"/>
                  </a:cubicBezTo>
                  <a:lnTo>
                    <a:pt x="5694" y="35825"/>
                  </a:lnTo>
                  <a:lnTo>
                    <a:pt x="7727" y="273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37"/>
            <p:cNvSpPr/>
            <p:nvPr/>
          </p:nvSpPr>
          <p:spPr>
            <a:xfrm>
              <a:off x="3906550" y="2694575"/>
              <a:ext cx="2476150" cy="2241625"/>
            </a:xfrm>
            <a:custGeom>
              <a:avLst/>
              <a:gdLst/>
              <a:ahLst/>
              <a:cxnLst/>
              <a:rect l="l" t="t" r="r" b="b"/>
              <a:pathLst>
                <a:path w="99046" h="89665" extrusionOk="0">
                  <a:moveTo>
                    <a:pt x="25427" y="29501"/>
                  </a:moveTo>
                  <a:cubicBezTo>
                    <a:pt x="25333" y="29501"/>
                    <a:pt x="25243" y="29537"/>
                    <a:pt x="25178" y="29624"/>
                  </a:cubicBezTo>
                  <a:lnTo>
                    <a:pt x="20704" y="35502"/>
                  </a:lnTo>
                  <a:cubicBezTo>
                    <a:pt x="20594" y="35650"/>
                    <a:pt x="20594" y="35835"/>
                    <a:pt x="20741" y="35946"/>
                  </a:cubicBezTo>
                  <a:cubicBezTo>
                    <a:pt x="20803" y="35992"/>
                    <a:pt x="20872" y="36013"/>
                    <a:pt x="20939" y="36013"/>
                  </a:cubicBezTo>
                  <a:cubicBezTo>
                    <a:pt x="21031" y="36013"/>
                    <a:pt x="21121" y="35973"/>
                    <a:pt x="21185" y="35909"/>
                  </a:cubicBezTo>
                  <a:lnTo>
                    <a:pt x="25659" y="29993"/>
                  </a:lnTo>
                  <a:cubicBezTo>
                    <a:pt x="25769" y="29846"/>
                    <a:pt x="25732" y="29661"/>
                    <a:pt x="25622" y="29550"/>
                  </a:cubicBezTo>
                  <a:cubicBezTo>
                    <a:pt x="25560" y="29519"/>
                    <a:pt x="25493" y="29501"/>
                    <a:pt x="25427" y="29501"/>
                  </a:cubicBezTo>
                  <a:close/>
                  <a:moveTo>
                    <a:pt x="84879" y="20321"/>
                  </a:moveTo>
                  <a:cubicBezTo>
                    <a:pt x="84739" y="20321"/>
                    <a:pt x="84619" y="20421"/>
                    <a:pt x="84590" y="20566"/>
                  </a:cubicBezTo>
                  <a:lnTo>
                    <a:pt x="79044" y="41196"/>
                  </a:lnTo>
                  <a:cubicBezTo>
                    <a:pt x="79007" y="41343"/>
                    <a:pt x="79118" y="41528"/>
                    <a:pt x="79266" y="41565"/>
                  </a:cubicBezTo>
                  <a:cubicBezTo>
                    <a:pt x="79297" y="41571"/>
                    <a:pt x="79326" y="41574"/>
                    <a:pt x="79355" y="41574"/>
                  </a:cubicBezTo>
                  <a:cubicBezTo>
                    <a:pt x="79497" y="41574"/>
                    <a:pt x="79605" y="41497"/>
                    <a:pt x="79636" y="41343"/>
                  </a:cubicBezTo>
                  <a:lnTo>
                    <a:pt x="85181" y="20714"/>
                  </a:lnTo>
                  <a:cubicBezTo>
                    <a:pt x="85255" y="20529"/>
                    <a:pt x="85144" y="20381"/>
                    <a:pt x="84996" y="20344"/>
                  </a:cubicBezTo>
                  <a:cubicBezTo>
                    <a:pt x="84957" y="20328"/>
                    <a:pt x="84917" y="20321"/>
                    <a:pt x="84879" y="20321"/>
                  </a:cubicBezTo>
                  <a:close/>
                  <a:moveTo>
                    <a:pt x="45982" y="639"/>
                  </a:moveTo>
                  <a:cubicBezTo>
                    <a:pt x="46008" y="736"/>
                    <a:pt x="46029" y="896"/>
                    <a:pt x="46029" y="1119"/>
                  </a:cubicBezTo>
                  <a:cubicBezTo>
                    <a:pt x="46029" y="1600"/>
                    <a:pt x="45955" y="2376"/>
                    <a:pt x="45771" y="3633"/>
                  </a:cubicBezTo>
                  <a:cubicBezTo>
                    <a:pt x="45771" y="3633"/>
                    <a:pt x="42258" y="23413"/>
                    <a:pt x="41408" y="30881"/>
                  </a:cubicBezTo>
                  <a:cubicBezTo>
                    <a:pt x="40595" y="38275"/>
                    <a:pt x="36380" y="50623"/>
                    <a:pt x="33127" y="60605"/>
                  </a:cubicBezTo>
                  <a:cubicBezTo>
                    <a:pt x="30343" y="69280"/>
                    <a:pt x="26571" y="84987"/>
                    <a:pt x="25644" y="89036"/>
                  </a:cubicBezTo>
                  <a:lnTo>
                    <a:pt x="779" y="89036"/>
                  </a:lnTo>
                  <a:cubicBezTo>
                    <a:pt x="2092" y="85905"/>
                    <a:pt x="5803" y="76838"/>
                    <a:pt x="9281" y="66336"/>
                  </a:cubicBezTo>
                  <a:cubicBezTo>
                    <a:pt x="12941" y="55244"/>
                    <a:pt x="16305" y="42637"/>
                    <a:pt x="16342" y="33727"/>
                  </a:cubicBezTo>
                  <a:cubicBezTo>
                    <a:pt x="16342" y="24854"/>
                    <a:pt x="16157" y="17202"/>
                    <a:pt x="16157" y="11545"/>
                  </a:cubicBezTo>
                  <a:cubicBezTo>
                    <a:pt x="16157" y="8218"/>
                    <a:pt x="16194" y="5593"/>
                    <a:pt x="16416" y="3781"/>
                  </a:cubicBezTo>
                  <a:cubicBezTo>
                    <a:pt x="16490" y="2894"/>
                    <a:pt x="16638" y="2191"/>
                    <a:pt x="16786" y="1748"/>
                  </a:cubicBezTo>
                  <a:cubicBezTo>
                    <a:pt x="16860" y="1526"/>
                    <a:pt x="16933" y="1378"/>
                    <a:pt x="17007" y="1267"/>
                  </a:cubicBezTo>
                  <a:cubicBezTo>
                    <a:pt x="17081" y="1193"/>
                    <a:pt x="17118" y="1193"/>
                    <a:pt x="17155" y="1193"/>
                  </a:cubicBezTo>
                  <a:cubicBezTo>
                    <a:pt x="17636" y="1156"/>
                    <a:pt x="19706" y="1082"/>
                    <a:pt x="22516" y="1045"/>
                  </a:cubicBezTo>
                  <a:cubicBezTo>
                    <a:pt x="26694" y="934"/>
                    <a:pt x="32609" y="860"/>
                    <a:pt x="37452" y="750"/>
                  </a:cubicBezTo>
                  <a:cubicBezTo>
                    <a:pt x="39855" y="713"/>
                    <a:pt x="42036" y="676"/>
                    <a:pt x="43589" y="676"/>
                  </a:cubicBezTo>
                  <a:cubicBezTo>
                    <a:pt x="44869" y="645"/>
                    <a:pt x="45721" y="640"/>
                    <a:pt x="45982" y="639"/>
                  </a:cubicBezTo>
                  <a:close/>
                  <a:moveTo>
                    <a:pt x="67916" y="1637"/>
                  </a:moveTo>
                  <a:cubicBezTo>
                    <a:pt x="68988" y="1637"/>
                    <a:pt x="70319" y="1785"/>
                    <a:pt x="72020" y="2007"/>
                  </a:cubicBezTo>
                  <a:cubicBezTo>
                    <a:pt x="75717" y="2598"/>
                    <a:pt x="81743" y="3448"/>
                    <a:pt x="86845" y="4484"/>
                  </a:cubicBezTo>
                  <a:cubicBezTo>
                    <a:pt x="89396" y="4964"/>
                    <a:pt x="91725" y="5519"/>
                    <a:pt x="93389" y="6073"/>
                  </a:cubicBezTo>
                  <a:cubicBezTo>
                    <a:pt x="94202" y="6332"/>
                    <a:pt x="94867" y="6591"/>
                    <a:pt x="95311" y="6887"/>
                  </a:cubicBezTo>
                  <a:cubicBezTo>
                    <a:pt x="95533" y="6998"/>
                    <a:pt x="95681" y="7109"/>
                    <a:pt x="95792" y="7219"/>
                  </a:cubicBezTo>
                  <a:cubicBezTo>
                    <a:pt x="95903" y="7330"/>
                    <a:pt x="95903" y="7404"/>
                    <a:pt x="95903" y="7441"/>
                  </a:cubicBezTo>
                  <a:cubicBezTo>
                    <a:pt x="95903" y="7552"/>
                    <a:pt x="95866" y="7811"/>
                    <a:pt x="95792" y="8144"/>
                  </a:cubicBezTo>
                  <a:cubicBezTo>
                    <a:pt x="95200" y="10806"/>
                    <a:pt x="92760" y="19198"/>
                    <a:pt x="90320" y="27849"/>
                  </a:cubicBezTo>
                  <a:cubicBezTo>
                    <a:pt x="87880" y="36537"/>
                    <a:pt x="85477" y="45484"/>
                    <a:pt x="84959" y="49440"/>
                  </a:cubicBezTo>
                  <a:cubicBezTo>
                    <a:pt x="84590" y="52028"/>
                    <a:pt x="84368" y="54135"/>
                    <a:pt x="84368" y="55762"/>
                  </a:cubicBezTo>
                  <a:cubicBezTo>
                    <a:pt x="84368" y="57056"/>
                    <a:pt x="84516" y="58054"/>
                    <a:pt x="84848" y="58794"/>
                  </a:cubicBezTo>
                  <a:cubicBezTo>
                    <a:pt x="85033" y="59163"/>
                    <a:pt x="85255" y="59459"/>
                    <a:pt x="85551" y="59644"/>
                  </a:cubicBezTo>
                  <a:cubicBezTo>
                    <a:pt x="85847" y="59829"/>
                    <a:pt x="86216" y="59940"/>
                    <a:pt x="86586" y="59940"/>
                  </a:cubicBezTo>
                  <a:cubicBezTo>
                    <a:pt x="87215" y="59940"/>
                    <a:pt x="87917" y="59718"/>
                    <a:pt x="88767" y="59311"/>
                  </a:cubicBezTo>
                  <a:cubicBezTo>
                    <a:pt x="92261" y="57533"/>
                    <a:pt x="96924" y="54816"/>
                    <a:pt x="98417" y="53938"/>
                  </a:cubicBezTo>
                  <a:lnTo>
                    <a:pt x="98417" y="53938"/>
                  </a:lnTo>
                  <a:lnTo>
                    <a:pt x="98417" y="59631"/>
                  </a:lnTo>
                  <a:lnTo>
                    <a:pt x="98417" y="59631"/>
                  </a:lnTo>
                  <a:cubicBezTo>
                    <a:pt x="98320" y="59757"/>
                    <a:pt x="98132" y="60003"/>
                    <a:pt x="97862" y="60346"/>
                  </a:cubicBezTo>
                  <a:cubicBezTo>
                    <a:pt x="96383" y="62195"/>
                    <a:pt x="92686" y="66853"/>
                    <a:pt x="88878" y="71364"/>
                  </a:cubicBezTo>
                  <a:cubicBezTo>
                    <a:pt x="86993" y="73619"/>
                    <a:pt x="85070" y="75874"/>
                    <a:pt x="83370" y="77686"/>
                  </a:cubicBezTo>
                  <a:cubicBezTo>
                    <a:pt x="81706" y="79497"/>
                    <a:pt x="80227" y="80902"/>
                    <a:pt x="79340" y="81531"/>
                  </a:cubicBezTo>
                  <a:cubicBezTo>
                    <a:pt x="78379" y="82159"/>
                    <a:pt x="77639" y="82640"/>
                    <a:pt x="77085" y="82935"/>
                  </a:cubicBezTo>
                  <a:cubicBezTo>
                    <a:pt x="76493" y="83268"/>
                    <a:pt x="76123" y="83379"/>
                    <a:pt x="75865" y="83379"/>
                  </a:cubicBezTo>
                  <a:cubicBezTo>
                    <a:pt x="75717" y="83379"/>
                    <a:pt x="75643" y="83342"/>
                    <a:pt x="75532" y="83268"/>
                  </a:cubicBezTo>
                  <a:cubicBezTo>
                    <a:pt x="75384" y="83157"/>
                    <a:pt x="75199" y="82862"/>
                    <a:pt x="75051" y="82418"/>
                  </a:cubicBezTo>
                  <a:cubicBezTo>
                    <a:pt x="74866" y="81974"/>
                    <a:pt x="74682" y="81420"/>
                    <a:pt x="74460" y="80680"/>
                  </a:cubicBezTo>
                  <a:cubicBezTo>
                    <a:pt x="74201" y="79904"/>
                    <a:pt x="73979" y="78536"/>
                    <a:pt x="73831" y="76983"/>
                  </a:cubicBezTo>
                  <a:cubicBezTo>
                    <a:pt x="73572" y="74654"/>
                    <a:pt x="73461" y="71844"/>
                    <a:pt x="73388" y="69626"/>
                  </a:cubicBezTo>
                  <a:cubicBezTo>
                    <a:pt x="73388" y="68517"/>
                    <a:pt x="73351" y="67556"/>
                    <a:pt x="73351" y="66853"/>
                  </a:cubicBezTo>
                  <a:cubicBezTo>
                    <a:pt x="73351" y="66151"/>
                    <a:pt x="73351" y="65744"/>
                    <a:pt x="73351" y="65744"/>
                  </a:cubicBezTo>
                  <a:cubicBezTo>
                    <a:pt x="73351" y="65596"/>
                    <a:pt x="73240" y="65485"/>
                    <a:pt x="73092" y="65448"/>
                  </a:cubicBezTo>
                  <a:cubicBezTo>
                    <a:pt x="72944" y="65448"/>
                    <a:pt x="72796" y="65522"/>
                    <a:pt x="72759" y="65670"/>
                  </a:cubicBezTo>
                  <a:cubicBezTo>
                    <a:pt x="72750" y="65695"/>
                    <a:pt x="72741" y="65719"/>
                    <a:pt x="72732" y="65744"/>
                  </a:cubicBezTo>
                  <a:lnTo>
                    <a:pt x="72722" y="65744"/>
                  </a:lnTo>
                  <a:cubicBezTo>
                    <a:pt x="72722" y="65746"/>
                    <a:pt x="72722" y="65755"/>
                    <a:pt x="72722" y="65771"/>
                  </a:cubicBezTo>
                  <a:lnTo>
                    <a:pt x="72722" y="65771"/>
                  </a:lnTo>
                  <a:cubicBezTo>
                    <a:pt x="69315" y="75070"/>
                    <a:pt x="68507" y="81545"/>
                    <a:pt x="68507" y="85671"/>
                  </a:cubicBezTo>
                  <a:cubicBezTo>
                    <a:pt x="68507" y="87058"/>
                    <a:pt x="68592" y="88163"/>
                    <a:pt x="68711" y="89036"/>
                  </a:cubicBezTo>
                  <a:lnTo>
                    <a:pt x="49802" y="89036"/>
                  </a:lnTo>
                  <a:cubicBezTo>
                    <a:pt x="49780" y="88832"/>
                    <a:pt x="49763" y="88618"/>
                    <a:pt x="49763" y="88370"/>
                  </a:cubicBezTo>
                  <a:lnTo>
                    <a:pt x="49431" y="88370"/>
                  </a:lnTo>
                  <a:lnTo>
                    <a:pt x="49763" y="88333"/>
                  </a:lnTo>
                  <a:cubicBezTo>
                    <a:pt x="49726" y="88000"/>
                    <a:pt x="49689" y="87483"/>
                    <a:pt x="49689" y="86817"/>
                  </a:cubicBezTo>
                  <a:cubicBezTo>
                    <a:pt x="49689" y="83786"/>
                    <a:pt x="50244" y="77649"/>
                    <a:pt x="53793" y="68554"/>
                  </a:cubicBezTo>
                  <a:cubicBezTo>
                    <a:pt x="58156" y="57389"/>
                    <a:pt x="61557" y="40826"/>
                    <a:pt x="62407" y="27147"/>
                  </a:cubicBezTo>
                  <a:cubicBezTo>
                    <a:pt x="62814" y="20344"/>
                    <a:pt x="63184" y="14725"/>
                    <a:pt x="63479" y="10806"/>
                  </a:cubicBezTo>
                  <a:cubicBezTo>
                    <a:pt x="63627" y="8846"/>
                    <a:pt x="63738" y="7330"/>
                    <a:pt x="63812" y="6295"/>
                  </a:cubicBezTo>
                  <a:cubicBezTo>
                    <a:pt x="63886" y="5260"/>
                    <a:pt x="63923" y="4705"/>
                    <a:pt x="63923" y="4705"/>
                  </a:cubicBezTo>
                  <a:lnTo>
                    <a:pt x="63923" y="4668"/>
                  </a:lnTo>
                  <a:cubicBezTo>
                    <a:pt x="63923" y="4188"/>
                    <a:pt x="63960" y="3781"/>
                    <a:pt x="64071" y="3411"/>
                  </a:cubicBezTo>
                  <a:cubicBezTo>
                    <a:pt x="64219" y="2857"/>
                    <a:pt x="64515" y="2450"/>
                    <a:pt x="65069" y="2154"/>
                  </a:cubicBezTo>
                  <a:cubicBezTo>
                    <a:pt x="65661" y="1859"/>
                    <a:pt x="66548" y="1637"/>
                    <a:pt x="67916" y="1637"/>
                  </a:cubicBezTo>
                  <a:close/>
                  <a:moveTo>
                    <a:pt x="46167" y="0"/>
                  </a:moveTo>
                  <a:cubicBezTo>
                    <a:pt x="46146" y="0"/>
                    <a:pt x="46124" y="3"/>
                    <a:pt x="46103" y="10"/>
                  </a:cubicBezTo>
                  <a:cubicBezTo>
                    <a:pt x="46090" y="10"/>
                    <a:pt x="46078" y="11"/>
                    <a:pt x="46066" y="12"/>
                  </a:cubicBezTo>
                  <a:lnTo>
                    <a:pt x="46066" y="12"/>
                  </a:lnTo>
                  <a:lnTo>
                    <a:pt x="46066" y="10"/>
                  </a:lnTo>
                  <a:cubicBezTo>
                    <a:pt x="46066" y="10"/>
                    <a:pt x="39338" y="121"/>
                    <a:pt x="32350" y="232"/>
                  </a:cubicBezTo>
                  <a:cubicBezTo>
                    <a:pt x="28838" y="306"/>
                    <a:pt x="25289" y="380"/>
                    <a:pt x="22479" y="417"/>
                  </a:cubicBezTo>
                  <a:cubicBezTo>
                    <a:pt x="19669" y="491"/>
                    <a:pt x="17636" y="528"/>
                    <a:pt x="17118" y="565"/>
                  </a:cubicBezTo>
                  <a:cubicBezTo>
                    <a:pt x="16896" y="602"/>
                    <a:pt x="16675" y="713"/>
                    <a:pt x="16564" y="897"/>
                  </a:cubicBezTo>
                  <a:cubicBezTo>
                    <a:pt x="16305" y="1193"/>
                    <a:pt x="16157" y="1637"/>
                    <a:pt x="16009" y="2228"/>
                  </a:cubicBezTo>
                  <a:cubicBezTo>
                    <a:pt x="15639" y="3966"/>
                    <a:pt x="15529" y="7182"/>
                    <a:pt x="15529" y="11545"/>
                  </a:cubicBezTo>
                  <a:cubicBezTo>
                    <a:pt x="15529" y="17202"/>
                    <a:pt x="15713" y="24854"/>
                    <a:pt x="15713" y="33727"/>
                  </a:cubicBezTo>
                  <a:cubicBezTo>
                    <a:pt x="15713" y="42490"/>
                    <a:pt x="12349" y="55097"/>
                    <a:pt x="8689" y="66114"/>
                  </a:cubicBezTo>
                  <a:cubicBezTo>
                    <a:pt x="5029" y="77168"/>
                    <a:pt x="1110" y="86633"/>
                    <a:pt x="38" y="89220"/>
                  </a:cubicBezTo>
                  <a:cubicBezTo>
                    <a:pt x="1" y="89331"/>
                    <a:pt x="1" y="89442"/>
                    <a:pt x="38" y="89516"/>
                  </a:cubicBezTo>
                  <a:cubicBezTo>
                    <a:pt x="112" y="89590"/>
                    <a:pt x="223" y="89664"/>
                    <a:pt x="297" y="89664"/>
                  </a:cubicBezTo>
                  <a:lnTo>
                    <a:pt x="25880" y="89664"/>
                  </a:lnTo>
                  <a:cubicBezTo>
                    <a:pt x="26028" y="89664"/>
                    <a:pt x="26139" y="89553"/>
                    <a:pt x="26176" y="89405"/>
                  </a:cubicBezTo>
                  <a:cubicBezTo>
                    <a:pt x="26989" y="85856"/>
                    <a:pt x="30871" y="69626"/>
                    <a:pt x="33718" y="60790"/>
                  </a:cubicBezTo>
                  <a:cubicBezTo>
                    <a:pt x="36972" y="50845"/>
                    <a:pt x="41186" y="38460"/>
                    <a:pt x="42036" y="30955"/>
                  </a:cubicBezTo>
                  <a:cubicBezTo>
                    <a:pt x="42443" y="27258"/>
                    <a:pt x="43515" y="20455"/>
                    <a:pt x="44514" y="14577"/>
                  </a:cubicBezTo>
                  <a:cubicBezTo>
                    <a:pt x="44994" y="11619"/>
                    <a:pt x="45475" y="8920"/>
                    <a:pt x="45807" y="6961"/>
                  </a:cubicBezTo>
                  <a:cubicBezTo>
                    <a:pt x="45992" y="5962"/>
                    <a:pt x="46140" y="5149"/>
                    <a:pt x="46214" y="4595"/>
                  </a:cubicBezTo>
                  <a:cubicBezTo>
                    <a:pt x="46325" y="4040"/>
                    <a:pt x="46362" y="3744"/>
                    <a:pt x="46362" y="3744"/>
                  </a:cubicBezTo>
                  <a:cubicBezTo>
                    <a:pt x="46584" y="2450"/>
                    <a:pt x="46621" y="1637"/>
                    <a:pt x="46621" y="1119"/>
                  </a:cubicBezTo>
                  <a:cubicBezTo>
                    <a:pt x="46621" y="750"/>
                    <a:pt x="46584" y="528"/>
                    <a:pt x="46547" y="343"/>
                  </a:cubicBezTo>
                  <a:cubicBezTo>
                    <a:pt x="46510" y="232"/>
                    <a:pt x="46473" y="158"/>
                    <a:pt x="46399" y="84"/>
                  </a:cubicBezTo>
                  <a:cubicBezTo>
                    <a:pt x="46339" y="54"/>
                    <a:pt x="46255" y="0"/>
                    <a:pt x="46167" y="0"/>
                  </a:cubicBezTo>
                  <a:close/>
                  <a:moveTo>
                    <a:pt x="67916" y="1045"/>
                  </a:moveTo>
                  <a:cubicBezTo>
                    <a:pt x="66030" y="1045"/>
                    <a:pt x="64884" y="1378"/>
                    <a:pt x="64182" y="2044"/>
                  </a:cubicBezTo>
                  <a:cubicBezTo>
                    <a:pt x="63812" y="2376"/>
                    <a:pt x="63590" y="2783"/>
                    <a:pt x="63479" y="3227"/>
                  </a:cubicBezTo>
                  <a:cubicBezTo>
                    <a:pt x="63371" y="3660"/>
                    <a:pt x="63333" y="4128"/>
                    <a:pt x="63332" y="4632"/>
                  </a:cubicBezTo>
                  <a:lnTo>
                    <a:pt x="63332" y="4632"/>
                  </a:lnTo>
                  <a:lnTo>
                    <a:pt x="63332" y="4631"/>
                  </a:lnTo>
                  <a:cubicBezTo>
                    <a:pt x="63332" y="4631"/>
                    <a:pt x="62629" y="13504"/>
                    <a:pt x="61779" y="27110"/>
                  </a:cubicBezTo>
                  <a:cubicBezTo>
                    <a:pt x="60928" y="40715"/>
                    <a:pt x="57564" y="57278"/>
                    <a:pt x="53239" y="68332"/>
                  </a:cubicBezTo>
                  <a:cubicBezTo>
                    <a:pt x="49615" y="77464"/>
                    <a:pt x="49098" y="83712"/>
                    <a:pt x="49098" y="86817"/>
                  </a:cubicBezTo>
                  <a:cubicBezTo>
                    <a:pt x="49098" y="87483"/>
                    <a:pt x="49098" y="88000"/>
                    <a:pt x="49135" y="88407"/>
                  </a:cubicBezTo>
                  <a:cubicBezTo>
                    <a:pt x="49172" y="88777"/>
                    <a:pt x="49172" y="89073"/>
                    <a:pt x="49209" y="89368"/>
                  </a:cubicBezTo>
                  <a:cubicBezTo>
                    <a:pt x="49209" y="89516"/>
                    <a:pt x="49357" y="89664"/>
                    <a:pt x="49505" y="89664"/>
                  </a:cubicBezTo>
                  <a:lnTo>
                    <a:pt x="69062" y="89664"/>
                  </a:lnTo>
                  <a:cubicBezTo>
                    <a:pt x="69173" y="89664"/>
                    <a:pt x="69247" y="89627"/>
                    <a:pt x="69321" y="89553"/>
                  </a:cubicBezTo>
                  <a:cubicBezTo>
                    <a:pt x="69358" y="89479"/>
                    <a:pt x="69395" y="89405"/>
                    <a:pt x="69395" y="89294"/>
                  </a:cubicBezTo>
                  <a:cubicBezTo>
                    <a:pt x="69247" y="88444"/>
                    <a:pt x="69099" y="87224"/>
                    <a:pt x="69099" y="85671"/>
                  </a:cubicBezTo>
                  <a:cubicBezTo>
                    <a:pt x="69099" y="81879"/>
                    <a:pt x="69819" y="75960"/>
                    <a:pt x="72738" y="67481"/>
                  </a:cubicBezTo>
                  <a:lnTo>
                    <a:pt x="72738" y="67481"/>
                  </a:lnTo>
                  <a:cubicBezTo>
                    <a:pt x="72756" y="68639"/>
                    <a:pt x="72793" y="70268"/>
                    <a:pt x="72870" y="72029"/>
                  </a:cubicBezTo>
                  <a:cubicBezTo>
                    <a:pt x="72944" y="73693"/>
                    <a:pt x="73055" y="75467"/>
                    <a:pt x="73203" y="77057"/>
                  </a:cubicBezTo>
                  <a:cubicBezTo>
                    <a:pt x="73351" y="78610"/>
                    <a:pt x="73572" y="79978"/>
                    <a:pt x="73868" y="80902"/>
                  </a:cubicBezTo>
                  <a:cubicBezTo>
                    <a:pt x="74201" y="81826"/>
                    <a:pt x="74386" y="82566"/>
                    <a:pt x="74645" y="83083"/>
                  </a:cubicBezTo>
                  <a:cubicBezTo>
                    <a:pt x="74792" y="83342"/>
                    <a:pt x="74940" y="83564"/>
                    <a:pt x="75125" y="83749"/>
                  </a:cubicBezTo>
                  <a:cubicBezTo>
                    <a:pt x="75347" y="83897"/>
                    <a:pt x="75606" y="84008"/>
                    <a:pt x="75865" y="84008"/>
                  </a:cubicBezTo>
                  <a:cubicBezTo>
                    <a:pt x="76308" y="83971"/>
                    <a:pt x="76752" y="83823"/>
                    <a:pt x="77380" y="83490"/>
                  </a:cubicBezTo>
                  <a:cubicBezTo>
                    <a:pt x="77972" y="83157"/>
                    <a:pt x="78711" y="82677"/>
                    <a:pt x="79673" y="82011"/>
                  </a:cubicBezTo>
                  <a:cubicBezTo>
                    <a:pt x="80819" y="81235"/>
                    <a:pt x="82556" y="79497"/>
                    <a:pt x="84553" y="77279"/>
                  </a:cubicBezTo>
                  <a:cubicBezTo>
                    <a:pt x="90616" y="70661"/>
                    <a:pt x="98971" y="59903"/>
                    <a:pt x="98971" y="59903"/>
                  </a:cubicBezTo>
                  <a:cubicBezTo>
                    <a:pt x="99008" y="59866"/>
                    <a:pt x="99045" y="59792"/>
                    <a:pt x="99045" y="59718"/>
                  </a:cubicBezTo>
                  <a:lnTo>
                    <a:pt x="99045" y="53396"/>
                  </a:lnTo>
                  <a:cubicBezTo>
                    <a:pt x="99045" y="53285"/>
                    <a:pt x="98971" y="53174"/>
                    <a:pt x="98897" y="53137"/>
                  </a:cubicBezTo>
                  <a:cubicBezTo>
                    <a:pt x="98842" y="53100"/>
                    <a:pt x="98786" y="53082"/>
                    <a:pt x="98731" y="53082"/>
                  </a:cubicBezTo>
                  <a:cubicBezTo>
                    <a:pt x="98675" y="53082"/>
                    <a:pt x="98620" y="53100"/>
                    <a:pt x="98565" y="53137"/>
                  </a:cubicBezTo>
                  <a:cubicBezTo>
                    <a:pt x="98565" y="53137"/>
                    <a:pt x="98232" y="53359"/>
                    <a:pt x="97603" y="53729"/>
                  </a:cubicBezTo>
                  <a:cubicBezTo>
                    <a:pt x="95755" y="54801"/>
                    <a:pt x="91651" y="57167"/>
                    <a:pt x="88472" y="58757"/>
                  </a:cubicBezTo>
                  <a:cubicBezTo>
                    <a:pt x="87695" y="59126"/>
                    <a:pt x="87067" y="59311"/>
                    <a:pt x="86586" y="59311"/>
                  </a:cubicBezTo>
                  <a:cubicBezTo>
                    <a:pt x="86290" y="59311"/>
                    <a:pt x="86068" y="59237"/>
                    <a:pt x="85884" y="59126"/>
                  </a:cubicBezTo>
                  <a:cubicBezTo>
                    <a:pt x="85625" y="58941"/>
                    <a:pt x="85403" y="58609"/>
                    <a:pt x="85218" y="58017"/>
                  </a:cubicBezTo>
                  <a:cubicBezTo>
                    <a:pt x="85070" y="57463"/>
                    <a:pt x="84996" y="56723"/>
                    <a:pt x="84996" y="55762"/>
                  </a:cubicBezTo>
                  <a:cubicBezTo>
                    <a:pt x="84996" y="54172"/>
                    <a:pt x="85218" y="52102"/>
                    <a:pt x="85551" y="49514"/>
                  </a:cubicBezTo>
                  <a:cubicBezTo>
                    <a:pt x="86105" y="45410"/>
                    <a:pt x="88804" y="35465"/>
                    <a:pt x="91392" y="26296"/>
                  </a:cubicBezTo>
                  <a:cubicBezTo>
                    <a:pt x="92686" y="21712"/>
                    <a:pt x="93943" y="17312"/>
                    <a:pt x="94904" y="13911"/>
                  </a:cubicBezTo>
                  <a:cubicBezTo>
                    <a:pt x="95385" y="12210"/>
                    <a:pt x="95755" y="10769"/>
                    <a:pt x="96051" y="9660"/>
                  </a:cubicBezTo>
                  <a:cubicBezTo>
                    <a:pt x="96198" y="9105"/>
                    <a:pt x="96309" y="8661"/>
                    <a:pt x="96383" y="8292"/>
                  </a:cubicBezTo>
                  <a:cubicBezTo>
                    <a:pt x="96457" y="7922"/>
                    <a:pt x="96494" y="7663"/>
                    <a:pt x="96531" y="7478"/>
                  </a:cubicBezTo>
                  <a:lnTo>
                    <a:pt x="96531" y="7441"/>
                  </a:lnTo>
                  <a:cubicBezTo>
                    <a:pt x="96531" y="7219"/>
                    <a:pt x="96420" y="6998"/>
                    <a:pt x="96235" y="6813"/>
                  </a:cubicBezTo>
                  <a:cubicBezTo>
                    <a:pt x="95977" y="6480"/>
                    <a:pt x="95496" y="6221"/>
                    <a:pt x="94867" y="5962"/>
                  </a:cubicBezTo>
                  <a:cubicBezTo>
                    <a:pt x="92686" y="5001"/>
                    <a:pt x="88545" y="4114"/>
                    <a:pt x="84146" y="3338"/>
                  </a:cubicBezTo>
                  <a:cubicBezTo>
                    <a:pt x="79746" y="2561"/>
                    <a:pt x="75125" y="1859"/>
                    <a:pt x="72094" y="1415"/>
                  </a:cubicBezTo>
                  <a:cubicBezTo>
                    <a:pt x="70393" y="1156"/>
                    <a:pt x="69025" y="1045"/>
                    <a:pt x="67916" y="1045"/>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37"/>
            <p:cNvSpPr/>
            <p:nvPr/>
          </p:nvSpPr>
          <p:spPr>
            <a:xfrm>
              <a:off x="4643200" y="2691125"/>
              <a:ext cx="389150" cy="1764450"/>
            </a:xfrm>
            <a:custGeom>
              <a:avLst/>
              <a:gdLst/>
              <a:ahLst/>
              <a:cxnLst/>
              <a:rect l="l" t="t" r="r" b="b"/>
              <a:pathLst>
                <a:path w="15566" h="70578" extrusionOk="0">
                  <a:moveTo>
                    <a:pt x="15189" y="0"/>
                  </a:moveTo>
                  <a:cubicBezTo>
                    <a:pt x="15084" y="0"/>
                    <a:pt x="14986" y="50"/>
                    <a:pt x="14937" y="148"/>
                  </a:cubicBezTo>
                  <a:lnTo>
                    <a:pt x="3845" y="20112"/>
                  </a:lnTo>
                  <a:cubicBezTo>
                    <a:pt x="3771" y="20223"/>
                    <a:pt x="3771" y="20334"/>
                    <a:pt x="3845" y="20445"/>
                  </a:cubicBezTo>
                  <a:lnTo>
                    <a:pt x="8171" y="26360"/>
                  </a:lnTo>
                  <a:lnTo>
                    <a:pt x="3217" y="29836"/>
                  </a:lnTo>
                  <a:cubicBezTo>
                    <a:pt x="3143" y="29873"/>
                    <a:pt x="3106" y="29984"/>
                    <a:pt x="3106" y="30057"/>
                  </a:cubicBezTo>
                  <a:lnTo>
                    <a:pt x="0" y="70245"/>
                  </a:lnTo>
                  <a:cubicBezTo>
                    <a:pt x="0" y="70393"/>
                    <a:pt x="111" y="70540"/>
                    <a:pt x="296" y="70577"/>
                  </a:cubicBezTo>
                  <a:cubicBezTo>
                    <a:pt x="444" y="70577"/>
                    <a:pt x="592" y="70429"/>
                    <a:pt x="629" y="70282"/>
                  </a:cubicBezTo>
                  <a:lnTo>
                    <a:pt x="3698" y="30242"/>
                  </a:lnTo>
                  <a:lnTo>
                    <a:pt x="8763" y="26693"/>
                  </a:lnTo>
                  <a:cubicBezTo>
                    <a:pt x="8836" y="26656"/>
                    <a:pt x="8910" y="26582"/>
                    <a:pt x="8910" y="26471"/>
                  </a:cubicBezTo>
                  <a:cubicBezTo>
                    <a:pt x="8910" y="26397"/>
                    <a:pt x="8910" y="26323"/>
                    <a:pt x="8836" y="26249"/>
                  </a:cubicBezTo>
                  <a:lnTo>
                    <a:pt x="4474" y="20223"/>
                  </a:lnTo>
                  <a:lnTo>
                    <a:pt x="15454" y="444"/>
                  </a:lnTo>
                  <a:cubicBezTo>
                    <a:pt x="15565" y="296"/>
                    <a:pt x="15491" y="111"/>
                    <a:pt x="15343" y="37"/>
                  </a:cubicBezTo>
                  <a:cubicBezTo>
                    <a:pt x="15294" y="13"/>
                    <a:pt x="15241" y="0"/>
                    <a:pt x="151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37"/>
            <p:cNvSpPr/>
            <p:nvPr/>
          </p:nvSpPr>
          <p:spPr>
            <a:xfrm>
              <a:off x="5353025" y="2758425"/>
              <a:ext cx="360500" cy="1559225"/>
            </a:xfrm>
            <a:custGeom>
              <a:avLst/>
              <a:gdLst/>
              <a:ahLst/>
              <a:cxnLst/>
              <a:rect l="l" t="t" r="r" b="b"/>
              <a:pathLst>
                <a:path w="14420" h="62369" extrusionOk="0">
                  <a:moveTo>
                    <a:pt x="9892" y="0"/>
                  </a:moveTo>
                  <a:cubicBezTo>
                    <a:pt x="9873" y="0"/>
                    <a:pt x="9854" y="2"/>
                    <a:pt x="9835" y="7"/>
                  </a:cubicBezTo>
                  <a:cubicBezTo>
                    <a:pt x="9650" y="7"/>
                    <a:pt x="9539" y="192"/>
                    <a:pt x="9576" y="340"/>
                  </a:cubicBezTo>
                  <a:lnTo>
                    <a:pt x="12941" y="20637"/>
                  </a:lnTo>
                  <a:lnTo>
                    <a:pt x="8393" y="24112"/>
                  </a:lnTo>
                  <a:cubicBezTo>
                    <a:pt x="8356" y="24186"/>
                    <a:pt x="8282" y="24260"/>
                    <a:pt x="8282" y="24334"/>
                  </a:cubicBezTo>
                  <a:cubicBezTo>
                    <a:pt x="8282" y="24445"/>
                    <a:pt x="8319" y="24519"/>
                    <a:pt x="8393" y="24593"/>
                  </a:cubicBezTo>
                  <a:lnTo>
                    <a:pt x="13717" y="29399"/>
                  </a:lnTo>
                  <a:lnTo>
                    <a:pt x="75" y="61933"/>
                  </a:lnTo>
                  <a:cubicBezTo>
                    <a:pt x="1" y="62081"/>
                    <a:pt x="75" y="62266"/>
                    <a:pt x="223" y="62340"/>
                  </a:cubicBezTo>
                  <a:cubicBezTo>
                    <a:pt x="262" y="62360"/>
                    <a:pt x="305" y="62369"/>
                    <a:pt x="347" y="62369"/>
                  </a:cubicBezTo>
                  <a:cubicBezTo>
                    <a:pt x="462" y="62369"/>
                    <a:pt x="575" y="62300"/>
                    <a:pt x="629" y="62192"/>
                  </a:cubicBezTo>
                  <a:lnTo>
                    <a:pt x="14382" y="29436"/>
                  </a:lnTo>
                  <a:cubicBezTo>
                    <a:pt x="14419" y="29325"/>
                    <a:pt x="14419" y="29177"/>
                    <a:pt x="14309" y="29103"/>
                  </a:cubicBezTo>
                  <a:lnTo>
                    <a:pt x="9096" y="24371"/>
                  </a:lnTo>
                  <a:lnTo>
                    <a:pt x="13458" y="21043"/>
                  </a:lnTo>
                  <a:cubicBezTo>
                    <a:pt x="13569" y="20970"/>
                    <a:pt x="13606" y="20859"/>
                    <a:pt x="13569" y="20748"/>
                  </a:cubicBezTo>
                  <a:lnTo>
                    <a:pt x="10168" y="266"/>
                  </a:lnTo>
                  <a:cubicBezTo>
                    <a:pt x="10136" y="105"/>
                    <a:pt x="10019" y="0"/>
                    <a:pt x="9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37"/>
            <p:cNvSpPr/>
            <p:nvPr/>
          </p:nvSpPr>
          <p:spPr>
            <a:xfrm>
              <a:off x="4686650" y="3654175"/>
              <a:ext cx="1109125" cy="736700"/>
            </a:xfrm>
            <a:custGeom>
              <a:avLst/>
              <a:gdLst/>
              <a:ahLst/>
              <a:cxnLst/>
              <a:rect l="l" t="t" r="r" b="b"/>
              <a:pathLst>
                <a:path w="44365" h="29468" extrusionOk="0">
                  <a:moveTo>
                    <a:pt x="25076" y="0"/>
                  </a:moveTo>
                  <a:cubicBezTo>
                    <a:pt x="23741" y="0"/>
                    <a:pt x="16385" y="10267"/>
                    <a:pt x="12200" y="13755"/>
                  </a:cubicBezTo>
                  <a:cubicBezTo>
                    <a:pt x="7986" y="17267"/>
                    <a:pt x="813" y="20225"/>
                    <a:pt x="813" y="20225"/>
                  </a:cubicBezTo>
                  <a:lnTo>
                    <a:pt x="0" y="29467"/>
                  </a:lnTo>
                  <a:lnTo>
                    <a:pt x="12053" y="19227"/>
                  </a:lnTo>
                  <a:lnTo>
                    <a:pt x="13605" y="19227"/>
                  </a:lnTo>
                  <a:cubicBezTo>
                    <a:pt x="15158" y="19227"/>
                    <a:pt x="18115" y="17120"/>
                    <a:pt x="18116" y="17119"/>
                  </a:cubicBezTo>
                  <a:lnTo>
                    <a:pt x="18116" y="17119"/>
                  </a:lnTo>
                  <a:cubicBezTo>
                    <a:pt x="18115" y="17119"/>
                    <a:pt x="17265" y="17970"/>
                    <a:pt x="16822" y="18376"/>
                  </a:cubicBezTo>
                  <a:cubicBezTo>
                    <a:pt x="16415" y="18820"/>
                    <a:pt x="16267" y="20225"/>
                    <a:pt x="16970" y="20336"/>
                  </a:cubicBezTo>
                  <a:cubicBezTo>
                    <a:pt x="17012" y="20345"/>
                    <a:pt x="17060" y="20349"/>
                    <a:pt x="17114" y="20349"/>
                  </a:cubicBezTo>
                  <a:cubicBezTo>
                    <a:pt x="17949" y="20349"/>
                    <a:pt x="20131" y="19298"/>
                    <a:pt x="23292" y="18117"/>
                  </a:cubicBezTo>
                  <a:cubicBezTo>
                    <a:pt x="26656" y="16860"/>
                    <a:pt x="31573" y="13459"/>
                    <a:pt x="32275" y="12757"/>
                  </a:cubicBezTo>
                  <a:cubicBezTo>
                    <a:pt x="32978" y="12054"/>
                    <a:pt x="28616" y="6435"/>
                    <a:pt x="28615" y="6435"/>
                  </a:cubicBezTo>
                  <a:lnTo>
                    <a:pt x="28615" y="6435"/>
                  </a:lnTo>
                  <a:cubicBezTo>
                    <a:pt x="28616" y="6435"/>
                    <a:pt x="36638" y="10649"/>
                    <a:pt x="39596" y="10649"/>
                  </a:cubicBezTo>
                  <a:cubicBezTo>
                    <a:pt x="42553" y="10649"/>
                    <a:pt x="44069" y="9836"/>
                    <a:pt x="44217" y="8986"/>
                  </a:cubicBezTo>
                  <a:cubicBezTo>
                    <a:pt x="44365" y="8135"/>
                    <a:pt x="41555" y="8135"/>
                    <a:pt x="37747" y="6878"/>
                  </a:cubicBezTo>
                  <a:cubicBezTo>
                    <a:pt x="33976" y="5621"/>
                    <a:pt x="26397" y="113"/>
                    <a:pt x="25103" y="2"/>
                  </a:cubicBezTo>
                  <a:cubicBezTo>
                    <a:pt x="25094" y="1"/>
                    <a:pt x="25085" y="0"/>
                    <a:pt x="25076"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37"/>
            <p:cNvSpPr/>
            <p:nvPr/>
          </p:nvSpPr>
          <p:spPr>
            <a:xfrm>
              <a:off x="5364125" y="3758650"/>
              <a:ext cx="397450" cy="161775"/>
            </a:xfrm>
            <a:custGeom>
              <a:avLst/>
              <a:gdLst/>
              <a:ahLst/>
              <a:cxnLst/>
              <a:rect l="l" t="t" r="r" b="b"/>
              <a:pathLst>
                <a:path w="15898" h="6471" extrusionOk="0">
                  <a:moveTo>
                    <a:pt x="1" y="0"/>
                  </a:moveTo>
                  <a:lnTo>
                    <a:pt x="1516" y="2256"/>
                  </a:lnTo>
                  <a:cubicBezTo>
                    <a:pt x="1516" y="2256"/>
                    <a:pt x="9539" y="6470"/>
                    <a:pt x="12497" y="6470"/>
                  </a:cubicBezTo>
                  <a:cubicBezTo>
                    <a:pt x="13975" y="6470"/>
                    <a:pt x="15122" y="6285"/>
                    <a:pt x="15898" y="5953"/>
                  </a:cubicBezTo>
                  <a:lnTo>
                    <a:pt x="15750" y="5916"/>
                  </a:lnTo>
                  <a:cubicBezTo>
                    <a:pt x="9133" y="5472"/>
                    <a:pt x="1" y="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37"/>
            <p:cNvSpPr/>
            <p:nvPr/>
          </p:nvSpPr>
          <p:spPr>
            <a:xfrm>
              <a:off x="4686650" y="3815025"/>
              <a:ext cx="824450" cy="575850"/>
            </a:xfrm>
            <a:custGeom>
              <a:avLst/>
              <a:gdLst/>
              <a:ahLst/>
              <a:cxnLst/>
              <a:rect l="l" t="t" r="r" b="b"/>
              <a:pathLst>
                <a:path w="32978" h="23034" extrusionOk="0">
                  <a:moveTo>
                    <a:pt x="28615" y="1"/>
                  </a:moveTo>
                  <a:lnTo>
                    <a:pt x="28615" y="1"/>
                  </a:lnTo>
                  <a:cubicBezTo>
                    <a:pt x="28615" y="1"/>
                    <a:pt x="29613" y="4363"/>
                    <a:pt x="28467" y="5287"/>
                  </a:cubicBezTo>
                  <a:cubicBezTo>
                    <a:pt x="28269" y="5446"/>
                    <a:pt x="28046" y="5512"/>
                    <a:pt x="27815" y="5512"/>
                  </a:cubicBezTo>
                  <a:cubicBezTo>
                    <a:pt x="26756" y="5512"/>
                    <a:pt x="25510" y="4142"/>
                    <a:pt x="25510" y="4141"/>
                  </a:cubicBezTo>
                  <a:lnTo>
                    <a:pt x="25510" y="4141"/>
                  </a:lnTo>
                  <a:cubicBezTo>
                    <a:pt x="25510" y="4142"/>
                    <a:pt x="25990" y="8689"/>
                    <a:pt x="24623" y="8911"/>
                  </a:cubicBezTo>
                  <a:cubicBezTo>
                    <a:pt x="24504" y="8933"/>
                    <a:pt x="24382" y="8943"/>
                    <a:pt x="24259" y="8943"/>
                  </a:cubicBezTo>
                  <a:cubicBezTo>
                    <a:pt x="22949" y="8943"/>
                    <a:pt x="21406" y="7801"/>
                    <a:pt x="21406" y="7801"/>
                  </a:cubicBezTo>
                  <a:cubicBezTo>
                    <a:pt x="21406" y="7801"/>
                    <a:pt x="21406" y="10759"/>
                    <a:pt x="20038" y="10759"/>
                  </a:cubicBezTo>
                  <a:cubicBezTo>
                    <a:pt x="18670" y="10759"/>
                    <a:pt x="16637" y="6397"/>
                    <a:pt x="16637" y="6397"/>
                  </a:cubicBezTo>
                  <a:lnTo>
                    <a:pt x="16637" y="6397"/>
                  </a:lnTo>
                  <a:cubicBezTo>
                    <a:pt x="16637" y="6397"/>
                    <a:pt x="17117" y="8578"/>
                    <a:pt x="15713" y="10057"/>
                  </a:cubicBezTo>
                  <a:cubicBezTo>
                    <a:pt x="14744" y="11077"/>
                    <a:pt x="13159" y="11235"/>
                    <a:pt x="12269" y="11235"/>
                  </a:cubicBezTo>
                  <a:cubicBezTo>
                    <a:pt x="11869" y="11235"/>
                    <a:pt x="11609" y="11203"/>
                    <a:pt x="11609" y="11203"/>
                  </a:cubicBezTo>
                  <a:lnTo>
                    <a:pt x="887" y="18967"/>
                  </a:lnTo>
                  <a:lnTo>
                    <a:pt x="296" y="19669"/>
                  </a:lnTo>
                  <a:lnTo>
                    <a:pt x="0" y="23033"/>
                  </a:lnTo>
                  <a:lnTo>
                    <a:pt x="0" y="23033"/>
                  </a:lnTo>
                  <a:lnTo>
                    <a:pt x="12053" y="12793"/>
                  </a:lnTo>
                  <a:lnTo>
                    <a:pt x="13605" y="12793"/>
                  </a:lnTo>
                  <a:cubicBezTo>
                    <a:pt x="15158" y="12793"/>
                    <a:pt x="18115" y="10686"/>
                    <a:pt x="18116" y="10685"/>
                  </a:cubicBezTo>
                  <a:lnTo>
                    <a:pt x="18116" y="10685"/>
                  </a:lnTo>
                  <a:cubicBezTo>
                    <a:pt x="18115" y="10685"/>
                    <a:pt x="17265" y="11536"/>
                    <a:pt x="16822" y="11942"/>
                  </a:cubicBezTo>
                  <a:cubicBezTo>
                    <a:pt x="16415" y="12386"/>
                    <a:pt x="16267" y="13791"/>
                    <a:pt x="16970" y="13902"/>
                  </a:cubicBezTo>
                  <a:cubicBezTo>
                    <a:pt x="17012" y="13911"/>
                    <a:pt x="17060" y="13915"/>
                    <a:pt x="17114" y="13915"/>
                  </a:cubicBezTo>
                  <a:cubicBezTo>
                    <a:pt x="17949" y="13915"/>
                    <a:pt x="20131" y="12864"/>
                    <a:pt x="23292" y="11683"/>
                  </a:cubicBezTo>
                  <a:cubicBezTo>
                    <a:pt x="26656" y="10426"/>
                    <a:pt x="31573" y="7025"/>
                    <a:pt x="32275" y="6323"/>
                  </a:cubicBezTo>
                  <a:cubicBezTo>
                    <a:pt x="32978" y="5620"/>
                    <a:pt x="28616" y="1"/>
                    <a:pt x="286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37"/>
            <p:cNvSpPr/>
            <p:nvPr/>
          </p:nvSpPr>
          <p:spPr>
            <a:xfrm>
              <a:off x="5364125" y="3758650"/>
              <a:ext cx="329075" cy="154375"/>
            </a:xfrm>
            <a:custGeom>
              <a:avLst/>
              <a:gdLst/>
              <a:ahLst/>
              <a:cxnLst/>
              <a:rect l="l" t="t" r="r" b="b"/>
              <a:pathLst>
                <a:path w="13163" h="6175" extrusionOk="0">
                  <a:moveTo>
                    <a:pt x="1" y="0"/>
                  </a:moveTo>
                  <a:lnTo>
                    <a:pt x="1368" y="1997"/>
                  </a:lnTo>
                  <a:cubicBezTo>
                    <a:pt x="1405" y="1997"/>
                    <a:pt x="1479" y="1960"/>
                    <a:pt x="1516" y="1960"/>
                  </a:cubicBezTo>
                  <a:cubicBezTo>
                    <a:pt x="1590" y="1960"/>
                    <a:pt x="1627" y="1960"/>
                    <a:pt x="1664" y="1997"/>
                  </a:cubicBezTo>
                  <a:cubicBezTo>
                    <a:pt x="1664" y="1997"/>
                    <a:pt x="1960" y="2145"/>
                    <a:pt x="2441" y="2404"/>
                  </a:cubicBezTo>
                  <a:cubicBezTo>
                    <a:pt x="2921" y="2625"/>
                    <a:pt x="3587" y="2958"/>
                    <a:pt x="4363" y="3328"/>
                  </a:cubicBezTo>
                  <a:cubicBezTo>
                    <a:pt x="5916" y="4067"/>
                    <a:pt x="7912" y="4955"/>
                    <a:pt x="9613" y="5546"/>
                  </a:cubicBezTo>
                  <a:cubicBezTo>
                    <a:pt x="10759" y="5916"/>
                    <a:pt x="11794" y="6175"/>
                    <a:pt x="12497" y="6175"/>
                  </a:cubicBezTo>
                  <a:lnTo>
                    <a:pt x="12866" y="6175"/>
                  </a:lnTo>
                  <a:lnTo>
                    <a:pt x="13162" y="5546"/>
                  </a:lnTo>
                  <a:cubicBezTo>
                    <a:pt x="6988" y="4178"/>
                    <a:pt x="1" y="1"/>
                    <a:pt x="1"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37"/>
            <p:cNvSpPr/>
            <p:nvPr/>
          </p:nvSpPr>
          <p:spPr>
            <a:xfrm>
              <a:off x="4747650" y="3832600"/>
              <a:ext cx="740350" cy="496350"/>
            </a:xfrm>
            <a:custGeom>
              <a:avLst/>
              <a:gdLst/>
              <a:ahLst/>
              <a:cxnLst/>
              <a:rect l="l" t="t" r="r" b="b"/>
              <a:pathLst>
                <a:path w="29614" h="19854" extrusionOk="0">
                  <a:moveTo>
                    <a:pt x="26323" y="0"/>
                  </a:moveTo>
                  <a:lnTo>
                    <a:pt x="26323" y="0"/>
                  </a:lnTo>
                  <a:cubicBezTo>
                    <a:pt x="26434" y="666"/>
                    <a:pt x="26582" y="1664"/>
                    <a:pt x="26582" y="2588"/>
                  </a:cubicBezTo>
                  <a:cubicBezTo>
                    <a:pt x="26582" y="3438"/>
                    <a:pt x="26471" y="4252"/>
                    <a:pt x="26027" y="4584"/>
                  </a:cubicBezTo>
                  <a:cubicBezTo>
                    <a:pt x="25843" y="4732"/>
                    <a:pt x="25621" y="4806"/>
                    <a:pt x="25362" y="4806"/>
                  </a:cubicBezTo>
                  <a:cubicBezTo>
                    <a:pt x="24290" y="4806"/>
                    <a:pt x="23070" y="3439"/>
                    <a:pt x="23070" y="3438"/>
                  </a:cubicBezTo>
                  <a:lnTo>
                    <a:pt x="23070" y="3438"/>
                  </a:lnTo>
                  <a:cubicBezTo>
                    <a:pt x="23070" y="3439"/>
                    <a:pt x="23144" y="4141"/>
                    <a:pt x="23144" y="5028"/>
                  </a:cubicBezTo>
                  <a:cubicBezTo>
                    <a:pt x="23144" y="6396"/>
                    <a:pt x="22996" y="8097"/>
                    <a:pt x="22183" y="8208"/>
                  </a:cubicBezTo>
                  <a:cubicBezTo>
                    <a:pt x="22072" y="8245"/>
                    <a:pt x="21961" y="8245"/>
                    <a:pt x="21850" y="8245"/>
                  </a:cubicBezTo>
                  <a:cubicBezTo>
                    <a:pt x="20519" y="8245"/>
                    <a:pt x="18966" y="7098"/>
                    <a:pt x="18966" y="7098"/>
                  </a:cubicBezTo>
                  <a:cubicBezTo>
                    <a:pt x="18966" y="7098"/>
                    <a:pt x="18966" y="10056"/>
                    <a:pt x="17598" y="10056"/>
                  </a:cubicBezTo>
                  <a:cubicBezTo>
                    <a:pt x="16230" y="10056"/>
                    <a:pt x="14197" y="5694"/>
                    <a:pt x="14197" y="5694"/>
                  </a:cubicBezTo>
                  <a:lnTo>
                    <a:pt x="14197" y="5694"/>
                  </a:lnTo>
                  <a:cubicBezTo>
                    <a:pt x="14197" y="5694"/>
                    <a:pt x="14271" y="6100"/>
                    <a:pt x="14271" y="6618"/>
                  </a:cubicBezTo>
                  <a:cubicBezTo>
                    <a:pt x="14271" y="7394"/>
                    <a:pt x="14086" y="8503"/>
                    <a:pt x="13273" y="9354"/>
                  </a:cubicBezTo>
                  <a:cubicBezTo>
                    <a:pt x="12311" y="10389"/>
                    <a:pt x="10722" y="10537"/>
                    <a:pt x="9834" y="10537"/>
                  </a:cubicBezTo>
                  <a:cubicBezTo>
                    <a:pt x="9428" y="10537"/>
                    <a:pt x="9169" y="10500"/>
                    <a:pt x="9169" y="10500"/>
                  </a:cubicBezTo>
                  <a:lnTo>
                    <a:pt x="370" y="16859"/>
                  </a:lnTo>
                  <a:lnTo>
                    <a:pt x="0" y="19853"/>
                  </a:lnTo>
                  <a:lnTo>
                    <a:pt x="9428" y="11868"/>
                  </a:lnTo>
                  <a:cubicBezTo>
                    <a:pt x="9465" y="11794"/>
                    <a:pt x="9539" y="11794"/>
                    <a:pt x="9613" y="11794"/>
                  </a:cubicBezTo>
                  <a:lnTo>
                    <a:pt x="11165" y="11794"/>
                  </a:lnTo>
                  <a:cubicBezTo>
                    <a:pt x="11461" y="11794"/>
                    <a:pt x="11831" y="11683"/>
                    <a:pt x="12237" y="11535"/>
                  </a:cubicBezTo>
                  <a:cubicBezTo>
                    <a:pt x="12644" y="11387"/>
                    <a:pt x="13088" y="11202"/>
                    <a:pt x="13494" y="10980"/>
                  </a:cubicBezTo>
                  <a:cubicBezTo>
                    <a:pt x="14308" y="10537"/>
                    <a:pt x="15084" y="10019"/>
                    <a:pt x="15343" y="9834"/>
                  </a:cubicBezTo>
                  <a:cubicBezTo>
                    <a:pt x="15454" y="9760"/>
                    <a:pt x="15491" y="9723"/>
                    <a:pt x="15491" y="9723"/>
                  </a:cubicBezTo>
                  <a:cubicBezTo>
                    <a:pt x="15528" y="9686"/>
                    <a:pt x="15602" y="9686"/>
                    <a:pt x="15676" y="9686"/>
                  </a:cubicBezTo>
                  <a:cubicBezTo>
                    <a:pt x="15750" y="9686"/>
                    <a:pt x="15824" y="9723"/>
                    <a:pt x="15898" y="9797"/>
                  </a:cubicBezTo>
                  <a:cubicBezTo>
                    <a:pt x="16008" y="9908"/>
                    <a:pt x="15971" y="10093"/>
                    <a:pt x="15861" y="10204"/>
                  </a:cubicBezTo>
                  <a:cubicBezTo>
                    <a:pt x="15861" y="10204"/>
                    <a:pt x="15047" y="11054"/>
                    <a:pt x="14604" y="11461"/>
                  </a:cubicBezTo>
                  <a:cubicBezTo>
                    <a:pt x="14567" y="11535"/>
                    <a:pt x="14493" y="11646"/>
                    <a:pt x="14419" y="11794"/>
                  </a:cubicBezTo>
                  <a:cubicBezTo>
                    <a:pt x="14382" y="11979"/>
                    <a:pt x="14345" y="12163"/>
                    <a:pt x="14345" y="12348"/>
                  </a:cubicBezTo>
                  <a:cubicBezTo>
                    <a:pt x="14345" y="12533"/>
                    <a:pt x="14382" y="12681"/>
                    <a:pt x="14419" y="12755"/>
                  </a:cubicBezTo>
                  <a:cubicBezTo>
                    <a:pt x="14493" y="12866"/>
                    <a:pt x="14530" y="12903"/>
                    <a:pt x="14604" y="12903"/>
                  </a:cubicBezTo>
                  <a:lnTo>
                    <a:pt x="14677" y="12903"/>
                  </a:lnTo>
                  <a:cubicBezTo>
                    <a:pt x="14825" y="12903"/>
                    <a:pt x="15084" y="12866"/>
                    <a:pt x="15454" y="12755"/>
                  </a:cubicBezTo>
                  <a:cubicBezTo>
                    <a:pt x="15787" y="12644"/>
                    <a:pt x="16230" y="12459"/>
                    <a:pt x="16785" y="12274"/>
                  </a:cubicBezTo>
                  <a:cubicBezTo>
                    <a:pt x="17820" y="11831"/>
                    <a:pt x="19151" y="11276"/>
                    <a:pt x="20741" y="10685"/>
                  </a:cubicBezTo>
                  <a:cubicBezTo>
                    <a:pt x="23218" y="9760"/>
                    <a:pt x="26619" y="7616"/>
                    <a:pt x="28431" y="6322"/>
                  </a:cubicBezTo>
                  <a:cubicBezTo>
                    <a:pt x="29022" y="5915"/>
                    <a:pt x="29466" y="5583"/>
                    <a:pt x="29614" y="5435"/>
                  </a:cubicBezTo>
                  <a:lnTo>
                    <a:pt x="29614" y="5398"/>
                  </a:lnTo>
                  <a:cubicBezTo>
                    <a:pt x="29614" y="5250"/>
                    <a:pt x="29503" y="4917"/>
                    <a:pt x="29318" y="4511"/>
                  </a:cubicBezTo>
                  <a:cubicBezTo>
                    <a:pt x="29096" y="4067"/>
                    <a:pt x="28800" y="3586"/>
                    <a:pt x="28468" y="3069"/>
                  </a:cubicBezTo>
                  <a:cubicBezTo>
                    <a:pt x="27839" y="2070"/>
                    <a:pt x="27063" y="961"/>
                    <a:pt x="26545" y="259"/>
                  </a:cubicBezTo>
                  <a:cubicBezTo>
                    <a:pt x="26471" y="185"/>
                    <a:pt x="26397" y="74"/>
                    <a:pt x="2632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37"/>
            <p:cNvSpPr/>
            <p:nvPr/>
          </p:nvSpPr>
          <p:spPr>
            <a:xfrm>
              <a:off x="5105325" y="4022100"/>
              <a:ext cx="42550" cy="68175"/>
            </a:xfrm>
            <a:custGeom>
              <a:avLst/>
              <a:gdLst/>
              <a:ahLst/>
              <a:cxnLst/>
              <a:rect l="l" t="t" r="r" b="b"/>
              <a:pathLst>
                <a:path w="1702" h="2727" extrusionOk="0">
                  <a:moveTo>
                    <a:pt x="395" y="0"/>
                  </a:moveTo>
                  <a:cubicBezTo>
                    <a:pt x="340" y="0"/>
                    <a:pt x="281" y="13"/>
                    <a:pt x="223" y="36"/>
                  </a:cubicBezTo>
                  <a:cubicBezTo>
                    <a:pt x="75" y="110"/>
                    <a:pt x="1" y="258"/>
                    <a:pt x="75" y="443"/>
                  </a:cubicBezTo>
                  <a:lnTo>
                    <a:pt x="1073" y="2550"/>
                  </a:lnTo>
                  <a:cubicBezTo>
                    <a:pt x="1127" y="2658"/>
                    <a:pt x="1241" y="2727"/>
                    <a:pt x="1356" y="2727"/>
                  </a:cubicBezTo>
                  <a:cubicBezTo>
                    <a:pt x="1398" y="2727"/>
                    <a:pt x="1440" y="2718"/>
                    <a:pt x="1480" y="2698"/>
                  </a:cubicBezTo>
                  <a:cubicBezTo>
                    <a:pt x="1627" y="2624"/>
                    <a:pt x="1701" y="2439"/>
                    <a:pt x="1627" y="2291"/>
                  </a:cubicBezTo>
                  <a:lnTo>
                    <a:pt x="666" y="184"/>
                  </a:lnTo>
                  <a:cubicBezTo>
                    <a:pt x="616" y="58"/>
                    <a:pt x="513" y="0"/>
                    <a:pt x="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37"/>
            <p:cNvSpPr/>
            <p:nvPr/>
          </p:nvSpPr>
          <p:spPr>
            <a:xfrm>
              <a:off x="5196825" y="3955100"/>
              <a:ext cx="80450" cy="159375"/>
            </a:xfrm>
            <a:custGeom>
              <a:avLst/>
              <a:gdLst/>
              <a:ahLst/>
              <a:cxnLst/>
              <a:rect l="l" t="t" r="r" b="b"/>
              <a:pathLst>
                <a:path w="3218" h="6375" extrusionOk="0">
                  <a:moveTo>
                    <a:pt x="377" y="1"/>
                  </a:moveTo>
                  <a:cubicBezTo>
                    <a:pt x="325" y="1"/>
                    <a:pt x="272" y="17"/>
                    <a:pt x="223" y="54"/>
                  </a:cubicBezTo>
                  <a:cubicBezTo>
                    <a:pt x="75" y="128"/>
                    <a:pt x="1" y="313"/>
                    <a:pt x="75" y="461"/>
                  </a:cubicBezTo>
                  <a:cubicBezTo>
                    <a:pt x="75" y="461"/>
                    <a:pt x="260" y="757"/>
                    <a:pt x="481" y="1200"/>
                  </a:cubicBezTo>
                  <a:cubicBezTo>
                    <a:pt x="851" y="1903"/>
                    <a:pt x="1369" y="2938"/>
                    <a:pt x="1812" y="3899"/>
                  </a:cubicBezTo>
                  <a:cubicBezTo>
                    <a:pt x="2034" y="4380"/>
                    <a:pt x="2256" y="4823"/>
                    <a:pt x="2367" y="5193"/>
                  </a:cubicBezTo>
                  <a:cubicBezTo>
                    <a:pt x="2441" y="5378"/>
                    <a:pt x="2515" y="5563"/>
                    <a:pt x="2552" y="5674"/>
                  </a:cubicBezTo>
                  <a:cubicBezTo>
                    <a:pt x="2589" y="5822"/>
                    <a:pt x="2589" y="5933"/>
                    <a:pt x="2589" y="5969"/>
                  </a:cubicBezTo>
                  <a:lnTo>
                    <a:pt x="2608" y="5974"/>
                  </a:lnTo>
                  <a:lnTo>
                    <a:pt x="2608" y="5974"/>
                  </a:lnTo>
                  <a:cubicBezTo>
                    <a:pt x="2560" y="6114"/>
                    <a:pt x="2602" y="6272"/>
                    <a:pt x="2737" y="6339"/>
                  </a:cubicBezTo>
                  <a:cubicBezTo>
                    <a:pt x="2795" y="6363"/>
                    <a:pt x="2854" y="6375"/>
                    <a:pt x="2909" y="6375"/>
                  </a:cubicBezTo>
                  <a:cubicBezTo>
                    <a:pt x="3027" y="6375"/>
                    <a:pt x="3130" y="6318"/>
                    <a:pt x="3180" y="6191"/>
                  </a:cubicBezTo>
                  <a:cubicBezTo>
                    <a:pt x="3217" y="6117"/>
                    <a:pt x="3217" y="6043"/>
                    <a:pt x="3217" y="5969"/>
                  </a:cubicBezTo>
                  <a:cubicBezTo>
                    <a:pt x="3217" y="5785"/>
                    <a:pt x="3180" y="5600"/>
                    <a:pt x="3106" y="5341"/>
                  </a:cubicBezTo>
                  <a:cubicBezTo>
                    <a:pt x="2848" y="4565"/>
                    <a:pt x="2219" y="3271"/>
                    <a:pt x="1665" y="2162"/>
                  </a:cubicBezTo>
                  <a:cubicBezTo>
                    <a:pt x="1110" y="1089"/>
                    <a:pt x="629" y="165"/>
                    <a:pt x="629" y="165"/>
                  </a:cubicBezTo>
                  <a:cubicBezTo>
                    <a:pt x="580" y="67"/>
                    <a:pt x="481" y="1"/>
                    <a:pt x="3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37"/>
            <p:cNvSpPr/>
            <p:nvPr/>
          </p:nvSpPr>
          <p:spPr>
            <a:xfrm>
              <a:off x="5292025" y="3860550"/>
              <a:ext cx="109100" cy="194575"/>
            </a:xfrm>
            <a:custGeom>
              <a:avLst/>
              <a:gdLst/>
              <a:ahLst/>
              <a:cxnLst/>
              <a:rect l="l" t="t" r="r" b="b"/>
              <a:pathLst>
                <a:path w="4364" h="7783" extrusionOk="0">
                  <a:moveTo>
                    <a:pt x="342" y="1"/>
                  </a:moveTo>
                  <a:cubicBezTo>
                    <a:pt x="285" y="1"/>
                    <a:pt x="229" y="21"/>
                    <a:pt x="186" y="65"/>
                  </a:cubicBezTo>
                  <a:cubicBezTo>
                    <a:pt x="38" y="139"/>
                    <a:pt x="1" y="324"/>
                    <a:pt x="75" y="472"/>
                  </a:cubicBezTo>
                  <a:cubicBezTo>
                    <a:pt x="112" y="472"/>
                    <a:pt x="334" y="805"/>
                    <a:pt x="666" y="1322"/>
                  </a:cubicBezTo>
                  <a:cubicBezTo>
                    <a:pt x="1184" y="2099"/>
                    <a:pt x="1960" y="3319"/>
                    <a:pt x="2626" y="4465"/>
                  </a:cubicBezTo>
                  <a:cubicBezTo>
                    <a:pt x="2958" y="5019"/>
                    <a:pt x="3254" y="5574"/>
                    <a:pt x="3439" y="6054"/>
                  </a:cubicBezTo>
                  <a:cubicBezTo>
                    <a:pt x="3661" y="6535"/>
                    <a:pt x="3772" y="6942"/>
                    <a:pt x="3772" y="7164"/>
                  </a:cubicBezTo>
                  <a:cubicBezTo>
                    <a:pt x="3772" y="7237"/>
                    <a:pt x="3735" y="7274"/>
                    <a:pt x="3735" y="7274"/>
                  </a:cubicBezTo>
                  <a:cubicBezTo>
                    <a:pt x="3661" y="7422"/>
                    <a:pt x="3661" y="7607"/>
                    <a:pt x="3809" y="7718"/>
                  </a:cubicBezTo>
                  <a:cubicBezTo>
                    <a:pt x="3867" y="7762"/>
                    <a:pt x="3931" y="7783"/>
                    <a:pt x="3994" y="7783"/>
                  </a:cubicBezTo>
                  <a:cubicBezTo>
                    <a:pt x="4091" y="7783"/>
                    <a:pt x="4185" y="7734"/>
                    <a:pt x="4252" y="7644"/>
                  </a:cubicBezTo>
                  <a:cubicBezTo>
                    <a:pt x="4363" y="7496"/>
                    <a:pt x="4363" y="7311"/>
                    <a:pt x="4363" y="7164"/>
                  </a:cubicBezTo>
                  <a:cubicBezTo>
                    <a:pt x="4363" y="6905"/>
                    <a:pt x="4326" y="6646"/>
                    <a:pt x="4215" y="6313"/>
                  </a:cubicBezTo>
                  <a:cubicBezTo>
                    <a:pt x="3809" y="5241"/>
                    <a:pt x="2922" y="3688"/>
                    <a:pt x="2108" y="2431"/>
                  </a:cubicBezTo>
                  <a:cubicBezTo>
                    <a:pt x="1332" y="1137"/>
                    <a:pt x="592" y="139"/>
                    <a:pt x="592" y="139"/>
                  </a:cubicBezTo>
                  <a:cubicBezTo>
                    <a:pt x="525" y="50"/>
                    <a:pt x="431" y="1"/>
                    <a:pt x="3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37"/>
            <p:cNvSpPr/>
            <p:nvPr/>
          </p:nvSpPr>
          <p:spPr>
            <a:xfrm>
              <a:off x="4678325" y="3645900"/>
              <a:ext cx="1122075" cy="752975"/>
            </a:xfrm>
            <a:custGeom>
              <a:avLst/>
              <a:gdLst/>
              <a:ahLst/>
              <a:cxnLst/>
              <a:rect l="l" t="t" r="r" b="b"/>
              <a:pathLst>
                <a:path w="44883" h="30119" extrusionOk="0">
                  <a:moveTo>
                    <a:pt x="25436" y="629"/>
                  </a:moveTo>
                  <a:cubicBezTo>
                    <a:pt x="25510" y="629"/>
                    <a:pt x="25732" y="702"/>
                    <a:pt x="26065" y="887"/>
                  </a:cubicBezTo>
                  <a:cubicBezTo>
                    <a:pt x="27211" y="1442"/>
                    <a:pt x="29355" y="2810"/>
                    <a:pt x="31610" y="4178"/>
                  </a:cubicBezTo>
                  <a:cubicBezTo>
                    <a:pt x="33902" y="5546"/>
                    <a:pt x="36269" y="6914"/>
                    <a:pt x="38006" y="7505"/>
                  </a:cubicBezTo>
                  <a:cubicBezTo>
                    <a:pt x="39855" y="8134"/>
                    <a:pt x="41518" y="8429"/>
                    <a:pt x="42664" y="8688"/>
                  </a:cubicBezTo>
                  <a:cubicBezTo>
                    <a:pt x="43219" y="8836"/>
                    <a:pt x="43663" y="8947"/>
                    <a:pt x="43958" y="9058"/>
                  </a:cubicBezTo>
                  <a:cubicBezTo>
                    <a:pt x="44106" y="9132"/>
                    <a:pt x="44180" y="9169"/>
                    <a:pt x="44217" y="9206"/>
                  </a:cubicBezTo>
                  <a:lnTo>
                    <a:pt x="44254" y="9243"/>
                  </a:lnTo>
                  <a:cubicBezTo>
                    <a:pt x="44217" y="9391"/>
                    <a:pt x="44143" y="9538"/>
                    <a:pt x="43958" y="9686"/>
                  </a:cubicBezTo>
                  <a:cubicBezTo>
                    <a:pt x="43441" y="10204"/>
                    <a:pt x="42073" y="10685"/>
                    <a:pt x="39929" y="10685"/>
                  </a:cubicBezTo>
                  <a:cubicBezTo>
                    <a:pt x="39263" y="10685"/>
                    <a:pt x="38228" y="10426"/>
                    <a:pt x="37045" y="10056"/>
                  </a:cubicBezTo>
                  <a:cubicBezTo>
                    <a:pt x="35344" y="9465"/>
                    <a:pt x="33348" y="8577"/>
                    <a:pt x="31795" y="7838"/>
                  </a:cubicBezTo>
                  <a:cubicBezTo>
                    <a:pt x="31019" y="7468"/>
                    <a:pt x="30353" y="7135"/>
                    <a:pt x="29873" y="6914"/>
                  </a:cubicBezTo>
                  <a:cubicBezTo>
                    <a:pt x="29392" y="6655"/>
                    <a:pt x="29096" y="6507"/>
                    <a:pt x="29096" y="6507"/>
                  </a:cubicBezTo>
                  <a:cubicBezTo>
                    <a:pt x="29057" y="6481"/>
                    <a:pt x="29013" y="6468"/>
                    <a:pt x="28968" y="6468"/>
                  </a:cubicBezTo>
                  <a:cubicBezTo>
                    <a:pt x="28885" y="6468"/>
                    <a:pt x="28798" y="6509"/>
                    <a:pt x="28727" y="6581"/>
                  </a:cubicBezTo>
                  <a:cubicBezTo>
                    <a:pt x="28653" y="6692"/>
                    <a:pt x="28616" y="6840"/>
                    <a:pt x="28727" y="6987"/>
                  </a:cubicBezTo>
                  <a:cubicBezTo>
                    <a:pt x="28727" y="6987"/>
                    <a:pt x="28948" y="7283"/>
                    <a:pt x="29318" y="7727"/>
                  </a:cubicBezTo>
                  <a:cubicBezTo>
                    <a:pt x="29836" y="8429"/>
                    <a:pt x="30612" y="9538"/>
                    <a:pt x="31241" y="10537"/>
                  </a:cubicBezTo>
                  <a:cubicBezTo>
                    <a:pt x="31573" y="11054"/>
                    <a:pt x="31869" y="11535"/>
                    <a:pt x="32091" y="11979"/>
                  </a:cubicBezTo>
                  <a:cubicBezTo>
                    <a:pt x="32276" y="12385"/>
                    <a:pt x="32387" y="12718"/>
                    <a:pt x="32387" y="12866"/>
                  </a:cubicBezTo>
                  <a:cubicBezTo>
                    <a:pt x="32239" y="13014"/>
                    <a:pt x="31832" y="13383"/>
                    <a:pt x="31204" y="13790"/>
                  </a:cubicBezTo>
                  <a:cubicBezTo>
                    <a:pt x="29392" y="15084"/>
                    <a:pt x="25991" y="17228"/>
                    <a:pt x="23514" y="18153"/>
                  </a:cubicBezTo>
                  <a:cubicBezTo>
                    <a:pt x="21924" y="18744"/>
                    <a:pt x="20593" y="19299"/>
                    <a:pt x="19558" y="19742"/>
                  </a:cubicBezTo>
                  <a:cubicBezTo>
                    <a:pt x="19003" y="19927"/>
                    <a:pt x="18560" y="20112"/>
                    <a:pt x="18227" y="20223"/>
                  </a:cubicBezTo>
                  <a:cubicBezTo>
                    <a:pt x="17923" y="20314"/>
                    <a:pt x="17694" y="20381"/>
                    <a:pt x="17540" y="20381"/>
                  </a:cubicBezTo>
                  <a:cubicBezTo>
                    <a:pt x="17506" y="20381"/>
                    <a:pt x="17477" y="20377"/>
                    <a:pt x="17450" y="20371"/>
                  </a:cubicBezTo>
                  <a:lnTo>
                    <a:pt x="17377" y="20371"/>
                  </a:lnTo>
                  <a:cubicBezTo>
                    <a:pt x="17303" y="20371"/>
                    <a:pt x="17266" y="20334"/>
                    <a:pt x="17192" y="20223"/>
                  </a:cubicBezTo>
                  <a:cubicBezTo>
                    <a:pt x="17155" y="20149"/>
                    <a:pt x="17118" y="20001"/>
                    <a:pt x="17118" y="19816"/>
                  </a:cubicBezTo>
                  <a:cubicBezTo>
                    <a:pt x="17118" y="19631"/>
                    <a:pt x="17155" y="19447"/>
                    <a:pt x="17192" y="19262"/>
                  </a:cubicBezTo>
                  <a:cubicBezTo>
                    <a:pt x="17266" y="19114"/>
                    <a:pt x="17340" y="19003"/>
                    <a:pt x="17377" y="18929"/>
                  </a:cubicBezTo>
                  <a:cubicBezTo>
                    <a:pt x="17820" y="18522"/>
                    <a:pt x="18634" y="17672"/>
                    <a:pt x="18634" y="17672"/>
                  </a:cubicBezTo>
                  <a:cubicBezTo>
                    <a:pt x="18744" y="17561"/>
                    <a:pt x="18781" y="17376"/>
                    <a:pt x="18671" y="17265"/>
                  </a:cubicBezTo>
                  <a:cubicBezTo>
                    <a:pt x="18606" y="17179"/>
                    <a:pt x="18515" y="17143"/>
                    <a:pt x="18429" y="17143"/>
                  </a:cubicBezTo>
                  <a:cubicBezTo>
                    <a:pt x="18368" y="17143"/>
                    <a:pt x="18310" y="17161"/>
                    <a:pt x="18264" y="17191"/>
                  </a:cubicBezTo>
                  <a:cubicBezTo>
                    <a:pt x="18264" y="17191"/>
                    <a:pt x="18227" y="17228"/>
                    <a:pt x="18116" y="17302"/>
                  </a:cubicBezTo>
                  <a:cubicBezTo>
                    <a:pt x="17857" y="17487"/>
                    <a:pt x="17081" y="18005"/>
                    <a:pt x="16267" y="18448"/>
                  </a:cubicBezTo>
                  <a:cubicBezTo>
                    <a:pt x="15861" y="18670"/>
                    <a:pt x="15417" y="18855"/>
                    <a:pt x="15010" y="19003"/>
                  </a:cubicBezTo>
                  <a:cubicBezTo>
                    <a:pt x="14604" y="19151"/>
                    <a:pt x="14197" y="19262"/>
                    <a:pt x="13938" y="19262"/>
                  </a:cubicBezTo>
                  <a:lnTo>
                    <a:pt x="12386" y="19262"/>
                  </a:lnTo>
                  <a:cubicBezTo>
                    <a:pt x="12312" y="19262"/>
                    <a:pt x="12238" y="19262"/>
                    <a:pt x="12201" y="19336"/>
                  </a:cubicBezTo>
                  <a:lnTo>
                    <a:pt x="703" y="29096"/>
                  </a:lnTo>
                  <a:lnTo>
                    <a:pt x="1463" y="20733"/>
                  </a:lnTo>
                  <a:lnTo>
                    <a:pt x="1463" y="20733"/>
                  </a:lnTo>
                  <a:cubicBezTo>
                    <a:pt x="2668" y="20238"/>
                    <a:pt x="8882" y="17544"/>
                    <a:pt x="12718" y="14308"/>
                  </a:cubicBezTo>
                  <a:cubicBezTo>
                    <a:pt x="14863" y="12533"/>
                    <a:pt x="17746" y="9095"/>
                    <a:pt x="20297" y="6100"/>
                  </a:cubicBezTo>
                  <a:cubicBezTo>
                    <a:pt x="21554" y="4584"/>
                    <a:pt x="22737" y="3216"/>
                    <a:pt x="23662" y="2181"/>
                  </a:cubicBezTo>
                  <a:cubicBezTo>
                    <a:pt x="24142" y="1701"/>
                    <a:pt x="24549" y="1294"/>
                    <a:pt x="24845" y="998"/>
                  </a:cubicBezTo>
                  <a:cubicBezTo>
                    <a:pt x="25029" y="850"/>
                    <a:pt x="25177" y="776"/>
                    <a:pt x="25251" y="702"/>
                  </a:cubicBezTo>
                  <a:lnTo>
                    <a:pt x="25399" y="629"/>
                  </a:lnTo>
                  <a:close/>
                  <a:moveTo>
                    <a:pt x="25436" y="0"/>
                  </a:moveTo>
                  <a:cubicBezTo>
                    <a:pt x="25251" y="0"/>
                    <a:pt x="25103" y="74"/>
                    <a:pt x="24956" y="185"/>
                  </a:cubicBezTo>
                  <a:cubicBezTo>
                    <a:pt x="24660" y="333"/>
                    <a:pt x="24364" y="629"/>
                    <a:pt x="23957" y="998"/>
                  </a:cubicBezTo>
                  <a:cubicBezTo>
                    <a:pt x="22626" y="2292"/>
                    <a:pt x="20556" y="4806"/>
                    <a:pt x="18412" y="7357"/>
                  </a:cubicBezTo>
                  <a:cubicBezTo>
                    <a:pt x="16267" y="9871"/>
                    <a:pt x="14012" y="12459"/>
                    <a:pt x="12349" y="13864"/>
                  </a:cubicBezTo>
                  <a:cubicBezTo>
                    <a:pt x="10278" y="15565"/>
                    <a:pt x="7431" y="17191"/>
                    <a:pt x="5139" y="18374"/>
                  </a:cubicBezTo>
                  <a:cubicBezTo>
                    <a:pt x="3956" y="18929"/>
                    <a:pt x="2958" y="19410"/>
                    <a:pt x="2219" y="19742"/>
                  </a:cubicBezTo>
                  <a:cubicBezTo>
                    <a:pt x="1849" y="19927"/>
                    <a:pt x="1553" y="20038"/>
                    <a:pt x="1368" y="20112"/>
                  </a:cubicBezTo>
                  <a:cubicBezTo>
                    <a:pt x="1146" y="20223"/>
                    <a:pt x="1036" y="20260"/>
                    <a:pt x="1036" y="20260"/>
                  </a:cubicBezTo>
                  <a:cubicBezTo>
                    <a:pt x="925" y="20297"/>
                    <a:pt x="851" y="20408"/>
                    <a:pt x="851" y="20519"/>
                  </a:cubicBezTo>
                  <a:lnTo>
                    <a:pt x="0" y="29798"/>
                  </a:lnTo>
                  <a:cubicBezTo>
                    <a:pt x="0" y="29909"/>
                    <a:pt x="74" y="30020"/>
                    <a:pt x="185" y="30094"/>
                  </a:cubicBezTo>
                  <a:cubicBezTo>
                    <a:pt x="231" y="30109"/>
                    <a:pt x="277" y="30118"/>
                    <a:pt x="323" y="30118"/>
                  </a:cubicBezTo>
                  <a:cubicBezTo>
                    <a:pt x="388" y="30118"/>
                    <a:pt x="453" y="30101"/>
                    <a:pt x="518" y="30057"/>
                  </a:cubicBezTo>
                  <a:lnTo>
                    <a:pt x="12520" y="19853"/>
                  </a:lnTo>
                  <a:lnTo>
                    <a:pt x="13938" y="19853"/>
                  </a:lnTo>
                  <a:cubicBezTo>
                    <a:pt x="14382" y="19853"/>
                    <a:pt x="14900" y="19705"/>
                    <a:pt x="15417" y="19521"/>
                  </a:cubicBezTo>
                  <a:cubicBezTo>
                    <a:pt x="15848" y="19342"/>
                    <a:pt x="16291" y="19118"/>
                    <a:pt x="16704" y="18890"/>
                  </a:cubicBezTo>
                  <a:lnTo>
                    <a:pt x="16704" y="18890"/>
                  </a:lnTo>
                  <a:cubicBezTo>
                    <a:pt x="16681" y="18950"/>
                    <a:pt x="16659" y="19012"/>
                    <a:pt x="16637" y="19077"/>
                  </a:cubicBezTo>
                  <a:cubicBezTo>
                    <a:pt x="16563" y="19299"/>
                    <a:pt x="16526" y="19558"/>
                    <a:pt x="16526" y="19816"/>
                  </a:cubicBezTo>
                  <a:cubicBezTo>
                    <a:pt x="16526" y="20038"/>
                    <a:pt x="16563" y="20297"/>
                    <a:pt x="16637" y="20519"/>
                  </a:cubicBezTo>
                  <a:cubicBezTo>
                    <a:pt x="16748" y="20741"/>
                    <a:pt x="16970" y="20925"/>
                    <a:pt x="17266" y="20999"/>
                  </a:cubicBezTo>
                  <a:lnTo>
                    <a:pt x="17450" y="20999"/>
                  </a:lnTo>
                  <a:cubicBezTo>
                    <a:pt x="17709" y="20999"/>
                    <a:pt x="18005" y="20925"/>
                    <a:pt x="18412" y="20815"/>
                  </a:cubicBezTo>
                  <a:cubicBezTo>
                    <a:pt x="19558" y="20445"/>
                    <a:pt x="21369" y="19631"/>
                    <a:pt x="23735" y="18744"/>
                  </a:cubicBezTo>
                  <a:cubicBezTo>
                    <a:pt x="25473" y="18079"/>
                    <a:pt x="27543" y="16933"/>
                    <a:pt x="29281" y="15823"/>
                  </a:cubicBezTo>
                  <a:cubicBezTo>
                    <a:pt x="30168" y="15269"/>
                    <a:pt x="30945" y="14751"/>
                    <a:pt x="31573" y="14308"/>
                  </a:cubicBezTo>
                  <a:cubicBezTo>
                    <a:pt x="32202" y="13864"/>
                    <a:pt x="32608" y="13531"/>
                    <a:pt x="32830" y="13309"/>
                  </a:cubicBezTo>
                  <a:cubicBezTo>
                    <a:pt x="32978" y="13199"/>
                    <a:pt x="33015" y="13014"/>
                    <a:pt x="33015" y="12866"/>
                  </a:cubicBezTo>
                  <a:cubicBezTo>
                    <a:pt x="33015" y="12644"/>
                    <a:pt x="32941" y="12385"/>
                    <a:pt x="32830" y="12126"/>
                  </a:cubicBezTo>
                  <a:cubicBezTo>
                    <a:pt x="32424" y="11165"/>
                    <a:pt x="31536" y="9834"/>
                    <a:pt x="30723" y="8651"/>
                  </a:cubicBezTo>
                  <a:cubicBezTo>
                    <a:pt x="30464" y="8287"/>
                    <a:pt x="30217" y="7945"/>
                    <a:pt x="30000" y="7648"/>
                  </a:cubicBezTo>
                  <a:lnTo>
                    <a:pt x="30000" y="7648"/>
                  </a:lnTo>
                  <a:cubicBezTo>
                    <a:pt x="30804" y="8046"/>
                    <a:pt x="31950" y="8602"/>
                    <a:pt x="33200" y="9169"/>
                  </a:cubicBezTo>
                  <a:cubicBezTo>
                    <a:pt x="34420" y="9686"/>
                    <a:pt x="35677" y="10241"/>
                    <a:pt x="36860" y="10611"/>
                  </a:cubicBezTo>
                  <a:cubicBezTo>
                    <a:pt x="38043" y="11017"/>
                    <a:pt x="39115" y="11313"/>
                    <a:pt x="39929" y="11313"/>
                  </a:cubicBezTo>
                  <a:cubicBezTo>
                    <a:pt x="41407" y="11313"/>
                    <a:pt x="42590" y="11091"/>
                    <a:pt x="43404" y="10759"/>
                  </a:cubicBezTo>
                  <a:cubicBezTo>
                    <a:pt x="43811" y="10574"/>
                    <a:pt x="44143" y="10389"/>
                    <a:pt x="44402" y="10167"/>
                  </a:cubicBezTo>
                  <a:cubicBezTo>
                    <a:pt x="44661" y="9908"/>
                    <a:pt x="44809" y="9649"/>
                    <a:pt x="44846" y="9354"/>
                  </a:cubicBezTo>
                  <a:lnTo>
                    <a:pt x="44883" y="9243"/>
                  </a:lnTo>
                  <a:cubicBezTo>
                    <a:pt x="44883" y="9058"/>
                    <a:pt x="44772" y="8873"/>
                    <a:pt x="44661" y="8762"/>
                  </a:cubicBezTo>
                  <a:cubicBezTo>
                    <a:pt x="44439" y="8577"/>
                    <a:pt x="44143" y="8466"/>
                    <a:pt x="43737" y="8318"/>
                  </a:cubicBezTo>
                  <a:cubicBezTo>
                    <a:pt x="42590" y="7986"/>
                    <a:pt x="40594" y="7727"/>
                    <a:pt x="38191" y="6914"/>
                  </a:cubicBezTo>
                  <a:cubicBezTo>
                    <a:pt x="36342" y="6285"/>
                    <a:pt x="33496" y="4621"/>
                    <a:pt x="30982" y="3069"/>
                  </a:cubicBezTo>
                  <a:cubicBezTo>
                    <a:pt x="29725" y="2292"/>
                    <a:pt x="28542" y="1553"/>
                    <a:pt x="27580" y="998"/>
                  </a:cubicBezTo>
                  <a:cubicBezTo>
                    <a:pt x="27100" y="739"/>
                    <a:pt x="26693" y="518"/>
                    <a:pt x="26323" y="333"/>
                  </a:cubicBezTo>
                  <a:cubicBezTo>
                    <a:pt x="25991" y="148"/>
                    <a:pt x="25732" y="37"/>
                    <a:pt x="25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37"/>
            <p:cNvSpPr/>
            <p:nvPr/>
          </p:nvSpPr>
          <p:spPr>
            <a:xfrm>
              <a:off x="3709700" y="2698525"/>
              <a:ext cx="1055525" cy="2070975"/>
            </a:xfrm>
            <a:custGeom>
              <a:avLst/>
              <a:gdLst/>
              <a:ahLst/>
              <a:cxnLst/>
              <a:rect l="l" t="t" r="r" b="b"/>
              <a:pathLst>
                <a:path w="42221" h="82839" extrusionOk="0">
                  <a:moveTo>
                    <a:pt x="21776" y="0"/>
                  </a:moveTo>
                  <a:cubicBezTo>
                    <a:pt x="20667" y="0"/>
                    <a:pt x="18966" y="850"/>
                    <a:pt x="18707" y="4658"/>
                  </a:cubicBezTo>
                  <a:cubicBezTo>
                    <a:pt x="18412" y="8429"/>
                    <a:pt x="0" y="79376"/>
                    <a:pt x="0" y="81188"/>
                  </a:cubicBezTo>
                  <a:cubicBezTo>
                    <a:pt x="0" y="82197"/>
                    <a:pt x="872" y="82839"/>
                    <a:pt x="3134" y="82839"/>
                  </a:cubicBezTo>
                  <a:cubicBezTo>
                    <a:pt x="4932" y="82839"/>
                    <a:pt x="7609" y="82433"/>
                    <a:pt x="11424" y="81483"/>
                  </a:cubicBezTo>
                  <a:cubicBezTo>
                    <a:pt x="18707" y="79672"/>
                    <a:pt x="40335" y="72352"/>
                    <a:pt x="40335" y="72352"/>
                  </a:cubicBezTo>
                  <a:lnTo>
                    <a:pt x="42221" y="57009"/>
                  </a:lnTo>
                  <a:lnTo>
                    <a:pt x="19669" y="61519"/>
                  </a:lnTo>
                  <a:lnTo>
                    <a:pt x="30649" y="29355"/>
                  </a:lnTo>
                  <a:lnTo>
                    <a:pt x="27543" y="444"/>
                  </a:lnTo>
                  <a:cubicBezTo>
                    <a:pt x="27543" y="444"/>
                    <a:pt x="22922" y="0"/>
                    <a:pt x="217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37"/>
            <p:cNvSpPr/>
            <p:nvPr/>
          </p:nvSpPr>
          <p:spPr>
            <a:xfrm>
              <a:off x="3709700" y="3396325"/>
              <a:ext cx="1024100" cy="1373175"/>
            </a:xfrm>
            <a:custGeom>
              <a:avLst/>
              <a:gdLst/>
              <a:ahLst/>
              <a:cxnLst/>
              <a:rect l="l" t="t" r="r" b="b"/>
              <a:pathLst>
                <a:path w="40964" h="54927" extrusionOk="0">
                  <a:moveTo>
                    <a:pt x="13199" y="1"/>
                  </a:moveTo>
                  <a:cubicBezTo>
                    <a:pt x="7690" y="22109"/>
                    <a:pt x="0" y="52093"/>
                    <a:pt x="0" y="53276"/>
                  </a:cubicBezTo>
                  <a:cubicBezTo>
                    <a:pt x="0" y="54285"/>
                    <a:pt x="872" y="54927"/>
                    <a:pt x="3134" y="54927"/>
                  </a:cubicBezTo>
                  <a:cubicBezTo>
                    <a:pt x="4932" y="54927"/>
                    <a:pt x="7609" y="54521"/>
                    <a:pt x="11424" y="53571"/>
                  </a:cubicBezTo>
                  <a:cubicBezTo>
                    <a:pt x="18707" y="51760"/>
                    <a:pt x="40335" y="44440"/>
                    <a:pt x="40335" y="44440"/>
                  </a:cubicBezTo>
                  <a:lnTo>
                    <a:pt x="40964" y="39301"/>
                  </a:lnTo>
                  <a:lnTo>
                    <a:pt x="40964" y="39301"/>
                  </a:lnTo>
                  <a:cubicBezTo>
                    <a:pt x="39374" y="39744"/>
                    <a:pt x="14197" y="46510"/>
                    <a:pt x="9391" y="48100"/>
                  </a:cubicBezTo>
                  <a:cubicBezTo>
                    <a:pt x="8943" y="48249"/>
                    <a:pt x="8622" y="48317"/>
                    <a:pt x="8405" y="48317"/>
                  </a:cubicBezTo>
                  <a:cubicBezTo>
                    <a:pt x="7334" y="48317"/>
                    <a:pt x="8820" y="46661"/>
                    <a:pt x="10204" y="45031"/>
                  </a:cubicBezTo>
                  <a:cubicBezTo>
                    <a:pt x="11587" y="43400"/>
                    <a:pt x="12868" y="41769"/>
                    <a:pt x="11502" y="41769"/>
                  </a:cubicBezTo>
                  <a:cubicBezTo>
                    <a:pt x="11444" y="41769"/>
                    <a:pt x="11381" y="41772"/>
                    <a:pt x="11313" y="41778"/>
                  </a:cubicBezTo>
                  <a:cubicBezTo>
                    <a:pt x="7764" y="42037"/>
                    <a:pt x="3623" y="46991"/>
                    <a:pt x="3623" y="46991"/>
                  </a:cubicBezTo>
                  <a:lnTo>
                    <a:pt x="131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37"/>
            <p:cNvSpPr/>
            <p:nvPr/>
          </p:nvSpPr>
          <p:spPr>
            <a:xfrm>
              <a:off x="3718000" y="3645900"/>
              <a:ext cx="1007475" cy="1115600"/>
            </a:xfrm>
            <a:custGeom>
              <a:avLst/>
              <a:gdLst/>
              <a:ahLst/>
              <a:cxnLst/>
              <a:rect l="l" t="t" r="r" b="b"/>
              <a:pathLst>
                <a:path w="40299" h="44624" extrusionOk="0">
                  <a:moveTo>
                    <a:pt x="10685" y="0"/>
                  </a:moveTo>
                  <a:cubicBezTo>
                    <a:pt x="8134" y="10241"/>
                    <a:pt x="5399" y="20925"/>
                    <a:pt x="3365" y="29170"/>
                  </a:cubicBezTo>
                  <a:cubicBezTo>
                    <a:pt x="1591" y="36268"/>
                    <a:pt x="297" y="41555"/>
                    <a:pt x="38" y="42997"/>
                  </a:cubicBezTo>
                  <a:cubicBezTo>
                    <a:pt x="1" y="43145"/>
                    <a:pt x="1" y="43293"/>
                    <a:pt x="1" y="43293"/>
                  </a:cubicBezTo>
                  <a:cubicBezTo>
                    <a:pt x="1" y="43515"/>
                    <a:pt x="38" y="43662"/>
                    <a:pt x="112" y="43847"/>
                  </a:cubicBezTo>
                  <a:cubicBezTo>
                    <a:pt x="223" y="43995"/>
                    <a:pt x="334" y="44106"/>
                    <a:pt x="555" y="44217"/>
                  </a:cubicBezTo>
                  <a:cubicBezTo>
                    <a:pt x="962" y="44476"/>
                    <a:pt x="1702" y="44624"/>
                    <a:pt x="2774" y="44624"/>
                  </a:cubicBezTo>
                  <a:cubicBezTo>
                    <a:pt x="4548" y="44624"/>
                    <a:pt x="7210" y="44217"/>
                    <a:pt x="11018" y="43293"/>
                  </a:cubicBezTo>
                  <a:cubicBezTo>
                    <a:pt x="17377" y="41703"/>
                    <a:pt x="34716" y="35899"/>
                    <a:pt x="38968" y="34457"/>
                  </a:cubicBezTo>
                  <a:cubicBezTo>
                    <a:pt x="39301" y="34346"/>
                    <a:pt x="39559" y="34272"/>
                    <a:pt x="39707" y="34235"/>
                  </a:cubicBezTo>
                  <a:lnTo>
                    <a:pt x="40299" y="29429"/>
                  </a:lnTo>
                  <a:lnTo>
                    <a:pt x="40299" y="29429"/>
                  </a:lnTo>
                  <a:cubicBezTo>
                    <a:pt x="36972" y="30316"/>
                    <a:pt x="13680" y="36564"/>
                    <a:pt x="9059" y="38117"/>
                  </a:cubicBezTo>
                  <a:cubicBezTo>
                    <a:pt x="8615" y="38265"/>
                    <a:pt x="8282" y="38339"/>
                    <a:pt x="8061" y="38339"/>
                  </a:cubicBezTo>
                  <a:cubicBezTo>
                    <a:pt x="7839" y="38339"/>
                    <a:pt x="7728" y="38228"/>
                    <a:pt x="7728" y="38080"/>
                  </a:cubicBezTo>
                  <a:cubicBezTo>
                    <a:pt x="7728" y="37525"/>
                    <a:pt x="8800" y="36305"/>
                    <a:pt x="9872" y="35048"/>
                  </a:cubicBezTo>
                  <a:cubicBezTo>
                    <a:pt x="10833" y="33902"/>
                    <a:pt x="11758" y="32756"/>
                    <a:pt x="11758" y="32165"/>
                  </a:cubicBezTo>
                  <a:cubicBezTo>
                    <a:pt x="11758" y="31943"/>
                    <a:pt x="11573" y="31795"/>
                    <a:pt x="11166" y="31795"/>
                  </a:cubicBezTo>
                  <a:lnTo>
                    <a:pt x="10981" y="31795"/>
                  </a:lnTo>
                  <a:cubicBezTo>
                    <a:pt x="7432" y="32054"/>
                    <a:pt x="3291" y="37008"/>
                    <a:pt x="3291" y="37008"/>
                  </a:cubicBezTo>
                  <a:lnTo>
                    <a:pt x="108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37"/>
            <p:cNvSpPr/>
            <p:nvPr/>
          </p:nvSpPr>
          <p:spPr>
            <a:xfrm>
              <a:off x="3702300" y="2691125"/>
              <a:ext cx="1071250" cy="2086100"/>
            </a:xfrm>
            <a:custGeom>
              <a:avLst/>
              <a:gdLst/>
              <a:ahLst/>
              <a:cxnLst/>
              <a:rect l="l" t="t" r="r" b="b"/>
              <a:pathLst>
                <a:path w="42850" h="83444" extrusionOk="0">
                  <a:moveTo>
                    <a:pt x="22072" y="0"/>
                  </a:moveTo>
                  <a:cubicBezTo>
                    <a:pt x="21443" y="0"/>
                    <a:pt x="20630" y="259"/>
                    <a:pt x="20002" y="998"/>
                  </a:cubicBezTo>
                  <a:cubicBezTo>
                    <a:pt x="19336" y="1775"/>
                    <a:pt x="18818" y="2995"/>
                    <a:pt x="18671" y="4917"/>
                  </a:cubicBezTo>
                  <a:cubicBezTo>
                    <a:pt x="18671" y="5139"/>
                    <a:pt x="18597" y="5620"/>
                    <a:pt x="18449" y="6359"/>
                  </a:cubicBezTo>
                  <a:cubicBezTo>
                    <a:pt x="17303" y="11794"/>
                    <a:pt x="12718" y="30131"/>
                    <a:pt x="8393" y="47323"/>
                  </a:cubicBezTo>
                  <a:cubicBezTo>
                    <a:pt x="6211" y="55937"/>
                    <a:pt x="4141" y="64218"/>
                    <a:pt x="2588" y="70503"/>
                  </a:cubicBezTo>
                  <a:cubicBezTo>
                    <a:pt x="1812" y="73646"/>
                    <a:pt x="1147" y="76271"/>
                    <a:pt x="703" y="78156"/>
                  </a:cubicBezTo>
                  <a:cubicBezTo>
                    <a:pt x="481" y="79081"/>
                    <a:pt x="296" y="79857"/>
                    <a:pt x="185" y="80412"/>
                  </a:cubicBezTo>
                  <a:cubicBezTo>
                    <a:pt x="148" y="80707"/>
                    <a:pt x="74" y="80929"/>
                    <a:pt x="74" y="81114"/>
                  </a:cubicBezTo>
                  <a:cubicBezTo>
                    <a:pt x="37" y="81262"/>
                    <a:pt x="0" y="81373"/>
                    <a:pt x="0" y="81484"/>
                  </a:cubicBezTo>
                  <a:cubicBezTo>
                    <a:pt x="0" y="81779"/>
                    <a:pt x="74" y="82075"/>
                    <a:pt x="222" y="82334"/>
                  </a:cubicBezTo>
                  <a:cubicBezTo>
                    <a:pt x="444" y="82704"/>
                    <a:pt x="814" y="83000"/>
                    <a:pt x="1331" y="83184"/>
                  </a:cubicBezTo>
                  <a:cubicBezTo>
                    <a:pt x="1886" y="83369"/>
                    <a:pt x="2551" y="83443"/>
                    <a:pt x="3402" y="83443"/>
                  </a:cubicBezTo>
                  <a:cubicBezTo>
                    <a:pt x="5250" y="83443"/>
                    <a:pt x="7949" y="83037"/>
                    <a:pt x="11794" y="82075"/>
                  </a:cubicBezTo>
                  <a:cubicBezTo>
                    <a:pt x="19114" y="80227"/>
                    <a:pt x="40705" y="72943"/>
                    <a:pt x="40705" y="72943"/>
                  </a:cubicBezTo>
                  <a:cubicBezTo>
                    <a:pt x="40816" y="72907"/>
                    <a:pt x="40927" y="72796"/>
                    <a:pt x="40927" y="72685"/>
                  </a:cubicBezTo>
                  <a:lnTo>
                    <a:pt x="42849" y="57342"/>
                  </a:lnTo>
                  <a:cubicBezTo>
                    <a:pt x="42849" y="57231"/>
                    <a:pt x="42812" y="57157"/>
                    <a:pt x="42738" y="57083"/>
                  </a:cubicBezTo>
                  <a:cubicBezTo>
                    <a:pt x="42684" y="57029"/>
                    <a:pt x="42610" y="56995"/>
                    <a:pt x="42546" y="56995"/>
                  </a:cubicBezTo>
                  <a:cubicBezTo>
                    <a:pt x="42522" y="56995"/>
                    <a:pt x="42499" y="56999"/>
                    <a:pt x="42480" y="57009"/>
                  </a:cubicBezTo>
                  <a:lnTo>
                    <a:pt x="20445" y="61409"/>
                  </a:lnTo>
                  <a:lnTo>
                    <a:pt x="31204" y="29762"/>
                  </a:lnTo>
                  <a:cubicBezTo>
                    <a:pt x="31278" y="29614"/>
                    <a:pt x="31204" y="29429"/>
                    <a:pt x="31019" y="29355"/>
                  </a:cubicBezTo>
                  <a:cubicBezTo>
                    <a:pt x="30994" y="29349"/>
                    <a:pt x="30968" y="29346"/>
                    <a:pt x="30943" y="29346"/>
                  </a:cubicBezTo>
                  <a:cubicBezTo>
                    <a:pt x="30813" y="29346"/>
                    <a:pt x="30680" y="29423"/>
                    <a:pt x="30649" y="29577"/>
                  </a:cubicBezTo>
                  <a:lnTo>
                    <a:pt x="19669" y="61741"/>
                  </a:lnTo>
                  <a:cubicBezTo>
                    <a:pt x="19632" y="61815"/>
                    <a:pt x="19669" y="61963"/>
                    <a:pt x="19743" y="62037"/>
                  </a:cubicBezTo>
                  <a:cubicBezTo>
                    <a:pt x="19797" y="62091"/>
                    <a:pt x="19871" y="62126"/>
                    <a:pt x="19950" y="62126"/>
                  </a:cubicBezTo>
                  <a:cubicBezTo>
                    <a:pt x="19979" y="62126"/>
                    <a:pt x="20009" y="62121"/>
                    <a:pt x="20038" y="62111"/>
                  </a:cubicBezTo>
                  <a:lnTo>
                    <a:pt x="42184" y="57675"/>
                  </a:lnTo>
                  <a:lnTo>
                    <a:pt x="40323" y="72417"/>
                  </a:lnTo>
                  <a:lnTo>
                    <a:pt x="40323" y="72417"/>
                  </a:lnTo>
                  <a:cubicBezTo>
                    <a:pt x="40166" y="72467"/>
                    <a:pt x="39920" y="72546"/>
                    <a:pt x="39596" y="72648"/>
                  </a:cubicBezTo>
                  <a:cubicBezTo>
                    <a:pt x="35344" y="74090"/>
                    <a:pt x="18005" y="79894"/>
                    <a:pt x="11646" y="81484"/>
                  </a:cubicBezTo>
                  <a:cubicBezTo>
                    <a:pt x="7838" y="82408"/>
                    <a:pt x="5176" y="82815"/>
                    <a:pt x="3402" y="82815"/>
                  </a:cubicBezTo>
                  <a:cubicBezTo>
                    <a:pt x="2330" y="82815"/>
                    <a:pt x="1590" y="82667"/>
                    <a:pt x="1183" y="82408"/>
                  </a:cubicBezTo>
                  <a:cubicBezTo>
                    <a:pt x="962" y="82297"/>
                    <a:pt x="851" y="82186"/>
                    <a:pt x="740" y="82038"/>
                  </a:cubicBezTo>
                  <a:cubicBezTo>
                    <a:pt x="666" y="81853"/>
                    <a:pt x="629" y="81706"/>
                    <a:pt x="629" y="81484"/>
                  </a:cubicBezTo>
                  <a:cubicBezTo>
                    <a:pt x="629" y="81484"/>
                    <a:pt x="629" y="81336"/>
                    <a:pt x="666" y="81188"/>
                  </a:cubicBezTo>
                  <a:cubicBezTo>
                    <a:pt x="925" y="79746"/>
                    <a:pt x="2219" y="74459"/>
                    <a:pt x="3993" y="67361"/>
                  </a:cubicBezTo>
                  <a:cubicBezTo>
                    <a:pt x="6655" y="56676"/>
                    <a:pt x="10426" y="41777"/>
                    <a:pt x="13569" y="29207"/>
                  </a:cubicBezTo>
                  <a:cubicBezTo>
                    <a:pt x="15121" y="22922"/>
                    <a:pt x="16526" y="17229"/>
                    <a:pt x="17561" y="12903"/>
                  </a:cubicBezTo>
                  <a:cubicBezTo>
                    <a:pt x="18079" y="10759"/>
                    <a:pt x="18486" y="8947"/>
                    <a:pt x="18781" y="7616"/>
                  </a:cubicBezTo>
                  <a:cubicBezTo>
                    <a:pt x="19077" y="6248"/>
                    <a:pt x="19262" y="5361"/>
                    <a:pt x="19299" y="4954"/>
                  </a:cubicBezTo>
                  <a:cubicBezTo>
                    <a:pt x="19447" y="3106"/>
                    <a:pt x="19928" y="2034"/>
                    <a:pt x="20445" y="1405"/>
                  </a:cubicBezTo>
                  <a:cubicBezTo>
                    <a:pt x="21000" y="777"/>
                    <a:pt x="21591" y="629"/>
                    <a:pt x="22072" y="629"/>
                  </a:cubicBezTo>
                  <a:cubicBezTo>
                    <a:pt x="22626" y="629"/>
                    <a:pt x="24068" y="740"/>
                    <a:pt x="25362" y="814"/>
                  </a:cubicBezTo>
                  <a:cubicBezTo>
                    <a:pt x="26656" y="925"/>
                    <a:pt x="27802" y="1035"/>
                    <a:pt x="27802" y="1035"/>
                  </a:cubicBezTo>
                  <a:cubicBezTo>
                    <a:pt x="27822" y="1039"/>
                    <a:pt x="27841" y="1041"/>
                    <a:pt x="27859" y="1041"/>
                  </a:cubicBezTo>
                  <a:cubicBezTo>
                    <a:pt x="28017" y="1041"/>
                    <a:pt x="28135" y="909"/>
                    <a:pt x="28135" y="777"/>
                  </a:cubicBezTo>
                  <a:cubicBezTo>
                    <a:pt x="28172" y="592"/>
                    <a:pt x="28024" y="444"/>
                    <a:pt x="27876" y="444"/>
                  </a:cubicBezTo>
                  <a:cubicBezTo>
                    <a:pt x="27876" y="444"/>
                    <a:pt x="26693" y="333"/>
                    <a:pt x="25399" y="222"/>
                  </a:cubicBezTo>
                  <a:cubicBezTo>
                    <a:pt x="24105" y="111"/>
                    <a:pt x="22663" y="0"/>
                    <a:pt x="22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37"/>
            <p:cNvSpPr/>
            <p:nvPr/>
          </p:nvSpPr>
          <p:spPr>
            <a:xfrm>
              <a:off x="4389950" y="3681000"/>
              <a:ext cx="277300" cy="403025"/>
            </a:xfrm>
            <a:custGeom>
              <a:avLst/>
              <a:gdLst/>
              <a:ahLst/>
              <a:cxnLst/>
              <a:rect l="l" t="t" r="r" b="b"/>
              <a:pathLst>
                <a:path w="11092" h="16121" extrusionOk="0">
                  <a:moveTo>
                    <a:pt x="1258" y="1"/>
                  </a:moveTo>
                  <a:lnTo>
                    <a:pt x="1" y="15713"/>
                  </a:lnTo>
                  <a:lnTo>
                    <a:pt x="10130" y="16120"/>
                  </a:lnTo>
                  <a:lnTo>
                    <a:pt x="11092" y="851"/>
                  </a:lnTo>
                  <a:lnTo>
                    <a:pt x="12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37"/>
            <p:cNvSpPr/>
            <p:nvPr/>
          </p:nvSpPr>
          <p:spPr>
            <a:xfrm>
              <a:off x="4381625" y="3673250"/>
              <a:ext cx="293950" cy="419075"/>
            </a:xfrm>
            <a:custGeom>
              <a:avLst/>
              <a:gdLst/>
              <a:ahLst/>
              <a:cxnLst/>
              <a:rect l="l" t="t" r="r" b="b"/>
              <a:pathLst>
                <a:path w="11758" h="16763" extrusionOk="0">
                  <a:moveTo>
                    <a:pt x="1864" y="633"/>
                  </a:moveTo>
                  <a:lnTo>
                    <a:pt x="11092" y="1420"/>
                  </a:lnTo>
                  <a:lnTo>
                    <a:pt x="10205" y="16134"/>
                  </a:lnTo>
                  <a:lnTo>
                    <a:pt x="666" y="15728"/>
                  </a:lnTo>
                  <a:lnTo>
                    <a:pt x="1864" y="633"/>
                  </a:lnTo>
                  <a:close/>
                  <a:moveTo>
                    <a:pt x="1562" y="1"/>
                  </a:moveTo>
                  <a:cubicBezTo>
                    <a:pt x="1499" y="1"/>
                    <a:pt x="1433" y="35"/>
                    <a:pt x="1406" y="89"/>
                  </a:cubicBezTo>
                  <a:cubicBezTo>
                    <a:pt x="1332" y="126"/>
                    <a:pt x="1295" y="200"/>
                    <a:pt x="1295" y="274"/>
                  </a:cubicBezTo>
                  <a:lnTo>
                    <a:pt x="38" y="16023"/>
                  </a:lnTo>
                  <a:cubicBezTo>
                    <a:pt x="1" y="16097"/>
                    <a:pt x="38" y="16171"/>
                    <a:pt x="112" y="16245"/>
                  </a:cubicBezTo>
                  <a:cubicBezTo>
                    <a:pt x="149" y="16319"/>
                    <a:pt x="223" y="16356"/>
                    <a:pt x="334" y="16356"/>
                  </a:cubicBezTo>
                  <a:lnTo>
                    <a:pt x="10463" y="16763"/>
                  </a:lnTo>
                  <a:cubicBezTo>
                    <a:pt x="10648" y="16763"/>
                    <a:pt x="10759" y="16615"/>
                    <a:pt x="10796" y="16467"/>
                  </a:cubicBezTo>
                  <a:lnTo>
                    <a:pt x="11720" y="1161"/>
                  </a:lnTo>
                  <a:cubicBezTo>
                    <a:pt x="11757" y="1013"/>
                    <a:pt x="11610" y="865"/>
                    <a:pt x="11462" y="829"/>
                  </a:cubicBezTo>
                  <a:lnTo>
                    <a:pt x="1628" y="15"/>
                  </a:lnTo>
                  <a:cubicBezTo>
                    <a:pt x="1608" y="5"/>
                    <a:pt x="1585" y="1"/>
                    <a:pt x="15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37"/>
            <p:cNvSpPr/>
            <p:nvPr/>
          </p:nvSpPr>
          <p:spPr>
            <a:xfrm>
              <a:off x="4512875" y="3582125"/>
              <a:ext cx="70275" cy="158075"/>
            </a:xfrm>
            <a:custGeom>
              <a:avLst/>
              <a:gdLst/>
              <a:ahLst/>
              <a:cxnLst/>
              <a:rect l="l" t="t" r="r" b="b"/>
              <a:pathLst>
                <a:path w="2811" h="6323" extrusionOk="0">
                  <a:moveTo>
                    <a:pt x="149" y="0"/>
                  </a:moveTo>
                  <a:lnTo>
                    <a:pt x="1" y="6174"/>
                  </a:lnTo>
                  <a:lnTo>
                    <a:pt x="2663" y="6322"/>
                  </a:lnTo>
                  <a:lnTo>
                    <a:pt x="28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37"/>
            <p:cNvSpPr/>
            <p:nvPr/>
          </p:nvSpPr>
          <p:spPr>
            <a:xfrm>
              <a:off x="4505475" y="3574725"/>
              <a:ext cx="85075" cy="172850"/>
            </a:xfrm>
            <a:custGeom>
              <a:avLst/>
              <a:gdLst/>
              <a:ahLst/>
              <a:cxnLst/>
              <a:rect l="l" t="t" r="r" b="b"/>
              <a:pathLst>
                <a:path w="3403" h="6914" extrusionOk="0">
                  <a:moveTo>
                    <a:pt x="2774" y="592"/>
                  </a:moveTo>
                  <a:lnTo>
                    <a:pt x="2663" y="6285"/>
                  </a:lnTo>
                  <a:lnTo>
                    <a:pt x="629" y="6174"/>
                  </a:lnTo>
                  <a:lnTo>
                    <a:pt x="735" y="592"/>
                  </a:lnTo>
                  <a:close/>
                  <a:moveTo>
                    <a:pt x="445" y="0"/>
                  </a:moveTo>
                  <a:cubicBezTo>
                    <a:pt x="260" y="0"/>
                    <a:pt x="149" y="111"/>
                    <a:pt x="149" y="296"/>
                  </a:cubicBezTo>
                  <a:lnTo>
                    <a:pt x="1" y="6470"/>
                  </a:lnTo>
                  <a:cubicBezTo>
                    <a:pt x="1" y="6618"/>
                    <a:pt x="112" y="6766"/>
                    <a:pt x="297" y="6766"/>
                  </a:cubicBezTo>
                  <a:lnTo>
                    <a:pt x="2959" y="6914"/>
                  </a:lnTo>
                  <a:cubicBezTo>
                    <a:pt x="3032" y="6914"/>
                    <a:pt x="3106" y="6877"/>
                    <a:pt x="3180" y="6840"/>
                  </a:cubicBezTo>
                  <a:cubicBezTo>
                    <a:pt x="3254" y="6766"/>
                    <a:pt x="3254" y="6692"/>
                    <a:pt x="3291" y="6618"/>
                  </a:cubicBezTo>
                  <a:lnTo>
                    <a:pt x="3402" y="296"/>
                  </a:lnTo>
                  <a:cubicBezTo>
                    <a:pt x="3402" y="222"/>
                    <a:pt x="3402" y="148"/>
                    <a:pt x="3328" y="74"/>
                  </a:cubicBezTo>
                  <a:cubicBezTo>
                    <a:pt x="3254" y="0"/>
                    <a:pt x="3180" y="0"/>
                    <a:pt x="31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37"/>
            <p:cNvSpPr/>
            <p:nvPr/>
          </p:nvSpPr>
          <p:spPr>
            <a:xfrm>
              <a:off x="5426975" y="3461900"/>
              <a:ext cx="1298625" cy="1073150"/>
            </a:xfrm>
            <a:custGeom>
              <a:avLst/>
              <a:gdLst/>
              <a:ahLst/>
              <a:cxnLst/>
              <a:rect l="l" t="t" r="r" b="b"/>
              <a:pathLst>
                <a:path w="51945" h="42926" extrusionOk="0">
                  <a:moveTo>
                    <a:pt x="19915" y="0"/>
                  </a:moveTo>
                  <a:cubicBezTo>
                    <a:pt x="19319" y="0"/>
                    <a:pt x="18770" y="363"/>
                    <a:pt x="18523" y="927"/>
                  </a:cubicBezTo>
                  <a:lnTo>
                    <a:pt x="481" y="40412"/>
                  </a:lnTo>
                  <a:cubicBezTo>
                    <a:pt x="1" y="41447"/>
                    <a:pt x="740" y="42667"/>
                    <a:pt x="1886" y="42667"/>
                  </a:cubicBezTo>
                  <a:lnTo>
                    <a:pt x="31167" y="42926"/>
                  </a:lnTo>
                  <a:cubicBezTo>
                    <a:pt x="31758" y="42926"/>
                    <a:pt x="32350" y="42593"/>
                    <a:pt x="32609" y="42039"/>
                  </a:cubicBezTo>
                  <a:lnTo>
                    <a:pt x="51464" y="3145"/>
                  </a:lnTo>
                  <a:cubicBezTo>
                    <a:pt x="51944" y="2110"/>
                    <a:pt x="51205" y="890"/>
                    <a:pt x="50059" y="853"/>
                  </a:cubicBezTo>
                  <a:lnTo>
                    <a:pt x="20002" y="3"/>
                  </a:lnTo>
                  <a:cubicBezTo>
                    <a:pt x="19973" y="1"/>
                    <a:pt x="19944" y="0"/>
                    <a:pt x="199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37"/>
            <p:cNvSpPr/>
            <p:nvPr/>
          </p:nvSpPr>
          <p:spPr>
            <a:xfrm>
              <a:off x="5426975" y="3453650"/>
              <a:ext cx="1297700" cy="1088800"/>
            </a:xfrm>
            <a:custGeom>
              <a:avLst/>
              <a:gdLst/>
              <a:ahLst/>
              <a:cxnLst/>
              <a:rect l="l" t="t" r="r" b="b"/>
              <a:pathLst>
                <a:path w="51908" h="43552" extrusionOk="0">
                  <a:moveTo>
                    <a:pt x="20002" y="629"/>
                  </a:moveTo>
                  <a:lnTo>
                    <a:pt x="50059" y="1516"/>
                  </a:lnTo>
                  <a:cubicBezTo>
                    <a:pt x="50798" y="1516"/>
                    <a:pt x="51316" y="2144"/>
                    <a:pt x="51316" y="2810"/>
                  </a:cubicBezTo>
                  <a:cubicBezTo>
                    <a:pt x="51316" y="2995"/>
                    <a:pt x="51279" y="3180"/>
                    <a:pt x="51168" y="3364"/>
                  </a:cubicBezTo>
                  <a:lnTo>
                    <a:pt x="32313" y="42221"/>
                  </a:lnTo>
                  <a:cubicBezTo>
                    <a:pt x="32128" y="42664"/>
                    <a:pt x="31647" y="42960"/>
                    <a:pt x="31167" y="42960"/>
                  </a:cubicBezTo>
                  <a:lnTo>
                    <a:pt x="1886" y="42701"/>
                  </a:lnTo>
                  <a:cubicBezTo>
                    <a:pt x="1147" y="42701"/>
                    <a:pt x="629" y="42073"/>
                    <a:pt x="629" y="41407"/>
                  </a:cubicBezTo>
                  <a:cubicBezTo>
                    <a:pt x="629" y="41222"/>
                    <a:pt x="666" y="41038"/>
                    <a:pt x="740" y="40890"/>
                  </a:cubicBezTo>
                  <a:lnTo>
                    <a:pt x="18819" y="1368"/>
                  </a:lnTo>
                  <a:cubicBezTo>
                    <a:pt x="19003" y="924"/>
                    <a:pt x="19484" y="629"/>
                    <a:pt x="19965" y="629"/>
                  </a:cubicBezTo>
                  <a:close/>
                  <a:moveTo>
                    <a:pt x="19965" y="0"/>
                  </a:moveTo>
                  <a:cubicBezTo>
                    <a:pt x="19225" y="0"/>
                    <a:pt x="18560" y="444"/>
                    <a:pt x="18227" y="1109"/>
                  </a:cubicBezTo>
                  <a:lnTo>
                    <a:pt x="185" y="40631"/>
                  </a:lnTo>
                  <a:cubicBezTo>
                    <a:pt x="74" y="40890"/>
                    <a:pt x="1" y="41149"/>
                    <a:pt x="1" y="41407"/>
                  </a:cubicBezTo>
                  <a:cubicBezTo>
                    <a:pt x="1" y="42406"/>
                    <a:pt x="814" y="43293"/>
                    <a:pt x="1886" y="43293"/>
                  </a:cubicBezTo>
                  <a:lnTo>
                    <a:pt x="31167" y="43552"/>
                  </a:lnTo>
                  <a:cubicBezTo>
                    <a:pt x="31906" y="43552"/>
                    <a:pt x="32572" y="43145"/>
                    <a:pt x="32867" y="42479"/>
                  </a:cubicBezTo>
                  <a:lnTo>
                    <a:pt x="51722" y="3623"/>
                  </a:lnTo>
                  <a:cubicBezTo>
                    <a:pt x="51870" y="3364"/>
                    <a:pt x="51907" y="3069"/>
                    <a:pt x="51907" y="2810"/>
                  </a:cubicBezTo>
                  <a:cubicBezTo>
                    <a:pt x="51907" y="1812"/>
                    <a:pt x="51168" y="924"/>
                    <a:pt x="50059" y="887"/>
                  </a:cubicBezTo>
                  <a:lnTo>
                    <a:pt x="20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37"/>
            <p:cNvSpPr/>
            <p:nvPr/>
          </p:nvSpPr>
          <p:spPr>
            <a:xfrm>
              <a:off x="5548050" y="4175700"/>
              <a:ext cx="53625" cy="94825"/>
            </a:xfrm>
            <a:custGeom>
              <a:avLst/>
              <a:gdLst/>
              <a:ahLst/>
              <a:cxnLst/>
              <a:rect l="l" t="t" r="r" b="b"/>
              <a:pathLst>
                <a:path w="2145" h="3793" extrusionOk="0">
                  <a:moveTo>
                    <a:pt x="1777" y="0"/>
                  </a:moveTo>
                  <a:cubicBezTo>
                    <a:pt x="1650" y="0"/>
                    <a:pt x="1544" y="69"/>
                    <a:pt x="1516" y="177"/>
                  </a:cubicBezTo>
                  <a:lnTo>
                    <a:pt x="38" y="3357"/>
                  </a:lnTo>
                  <a:cubicBezTo>
                    <a:pt x="1" y="3504"/>
                    <a:pt x="38" y="3689"/>
                    <a:pt x="223" y="3763"/>
                  </a:cubicBezTo>
                  <a:cubicBezTo>
                    <a:pt x="262" y="3783"/>
                    <a:pt x="304" y="3792"/>
                    <a:pt x="347" y="3792"/>
                  </a:cubicBezTo>
                  <a:cubicBezTo>
                    <a:pt x="461" y="3792"/>
                    <a:pt x="575" y="3724"/>
                    <a:pt x="629" y="3615"/>
                  </a:cubicBezTo>
                  <a:lnTo>
                    <a:pt x="2071" y="436"/>
                  </a:lnTo>
                  <a:cubicBezTo>
                    <a:pt x="2145" y="288"/>
                    <a:pt x="2071" y="103"/>
                    <a:pt x="1923" y="29"/>
                  </a:cubicBezTo>
                  <a:cubicBezTo>
                    <a:pt x="1874" y="9"/>
                    <a:pt x="1824" y="0"/>
                    <a:pt x="17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37"/>
            <p:cNvSpPr/>
            <p:nvPr/>
          </p:nvSpPr>
          <p:spPr>
            <a:xfrm>
              <a:off x="5610900" y="3469350"/>
              <a:ext cx="451075" cy="661600"/>
            </a:xfrm>
            <a:custGeom>
              <a:avLst/>
              <a:gdLst/>
              <a:ahLst/>
              <a:cxnLst/>
              <a:rect l="l" t="t" r="r" b="b"/>
              <a:pathLst>
                <a:path w="18043" h="26464" extrusionOk="0">
                  <a:moveTo>
                    <a:pt x="13236" y="1"/>
                  </a:moveTo>
                  <a:cubicBezTo>
                    <a:pt x="12460" y="1"/>
                    <a:pt x="11794" y="407"/>
                    <a:pt x="11499" y="1110"/>
                  </a:cubicBezTo>
                  <a:lnTo>
                    <a:pt x="75" y="26028"/>
                  </a:lnTo>
                  <a:cubicBezTo>
                    <a:pt x="1" y="26176"/>
                    <a:pt x="75" y="26361"/>
                    <a:pt x="223" y="26435"/>
                  </a:cubicBezTo>
                  <a:cubicBezTo>
                    <a:pt x="272" y="26454"/>
                    <a:pt x="322" y="26464"/>
                    <a:pt x="368" y="26464"/>
                  </a:cubicBezTo>
                  <a:cubicBezTo>
                    <a:pt x="496" y="26464"/>
                    <a:pt x="602" y="26395"/>
                    <a:pt x="629" y="26287"/>
                  </a:cubicBezTo>
                  <a:lnTo>
                    <a:pt x="12053" y="1369"/>
                  </a:lnTo>
                  <a:cubicBezTo>
                    <a:pt x="12275" y="888"/>
                    <a:pt x="12719" y="592"/>
                    <a:pt x="13236" y="592"/>
                  </a:cubicBezTo>
                  <a:lnTo>
                    <a:pt x="13273" y="592"/>
                  </a:lnTo>
                  <a:lnTo>
                    <a:pt x="17710" y="740"/>
                  </a:lnTo>
                  <a:cubicBezTo>
                    <a:pt x="17894" y="740"/>
                    <a:pt x="18042" y="592"/>
                    <a:pt x="18042" y="444"/>
                  </a:cubicBezTo>
                  <a:cubicBezTo>
                    <a:pt x="18042" y="259"/>
                    <a:pt x="17931" y="112"/>
                    <a:pt x="17747" y="112"/>
                  </a:cubicBezTo>
                  <a:lnTo>
                    <a:pt x="13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37"/>
            <p:cNvSpPr/>
            <p:nvPr/>
          </p:nvSpPr>
          <p:spPr>
            <a:xfrm>
              <a:off x="6081350" y="3473050"/>
              <a:ext cx="74900" cy="17575"/>
            </a:xfrm>
            <a:custGeom>
              <a:avLst/>
              <a:gdLst/>
              <a:ahLst/>
              <a:cxnLst/>
              <a:rect l="l" t="t" r="r" b="b"/>
              <a:pathLst>
                <a:path w="2996" h="703" extrusionOk="0">
                  <a:moveTo>
                    <a:pt x="333" y="1"/>
                  </a:moveTo>
                  <a:cubicBezTo>
                    <a:pt x="149" y="1"/>
                    <a:pt x="1" y="148"/>
                    <a:pt x="1" y="296"/>
                  </a:cubicBezTo>
                  <a:cubicBezTo>
                    <a:pt x="1" y="481"/>
                    <a:pt x="149" y="629"/>
                    <a:pt x="296" y="629"/>
                  </a:cubicBezTo>
                  <a:lnTo>
                    <a:pt x="2663" y="703"/>
                  </a:lnTo>
                  <a:cubicBezTo>
                    <a:pt x="2847" y="703"/>
                    <a:pt x="2995" y="555"/>
                    <a:pt x="2995" y="407"/>
                  </a:cubicBezTo>
                  <a:cubicBezTo>
                    <a:pt x="2995" y="222"/>
                    <a:pt x="2847" y="74"/>
                    <a:pt x="2700" y="74"/>
                  </a:cubicBezTo>
                  <a:lnTo>
                    <a:pt x="3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37"/>
            <p:cNvSpPr/>
            <p:nvPr/>
          </p:nvSpPr>
          <p:spPr>
            <a:xfrm>
              <a:off x="6350325" y="4060025"/>
              <a:ext cx="263225" cy="113650"/>
            </a:xfrm>
            <a:custGeom>
              <a:avLst/>
              <a:gdLst/>
              <a:ahLst/>
              <a:cxnLst/>
              <a:rect l="l" t="t" r="r" b="b"/>
              <a:pathLst>
                <a:path w="10529" h="4546" extrusionOk="0">
                  <a:moveTo>
                    <a:pt x="9134" y="1"/>
                  </a:moveTo>
                  <a:cubicBezTo>
                    <a:pt x="9019" y="1"/>
                    <a:pt x="8895" y="12"/>
                    <a:pt x="8762" y="35"/>
                  </a:cubicBezTo>
                  <a:cubicBezTo>
                    <a:pt x="8762" y="35"/>
                    <a:pt x="5287" y="1551"/>
                    <a:pt x="2625" y="2586"/>
                  </a:cubicBezTo>
                  <a:cubicBezTo>
                    <a:pt x="0" y="3621"/>
                    <a:pt x="1479" y="4545"/>
                    <a:pt x="2551" y="4545"/>
                  </a:cubicBezTo>
                  <a:cubicBezTo>
                    <a:pt x="3586" y="4545"/>
                    <a:pt x="7616" y="3325"/>
                    <a:pt x="9132" y="2364"/>
                  </a:cubicBezTo>
                  <a:cubicBezTo>
                    <a:pt x="10529" y="1512"/>
                    <a:pt x="10481" y="1"/>
                    <a:pt x="91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37"/>
            <p:cNvSpPr/>
            <p:nvPr/>
          </p:nvSpPr>
          <p:spPr>
            <a:xfrm>
              <a:off x="6386375" y="4075675"/>
              <a:ext cx="210750" cy="90600"/>
            </a:xfrm>
            <a:custGeom>
              <a:avLst/>
              <a:gdLst/>
              <a:ahLst/>
              <a:cxnLst/>
              <a:rect l="l" t="t" r="r" b="b"/>
              <a:pathLst>
                <a:path w="8430" h="3624" extrusionOk="0">
                  <a:moveTo>
                    <a:pt x="8355" y="0"/>
                  </a:moveTo>
                  <a:cubicBezTo>
                    <a:pt x="7801" y="222"/>
                    <a:pt x="7135" y="481"/>
                    <a:pt x="6507" y="703"/>
                  </a:cubicBezTo>
                  <a:cubicBezTo>
                    <a:pt x="5139" y="1220"/>
                    <a:pt x="3697" y="1627"/>
                    <a:pt x="2551" y="1886"/>
                  </a:cubicBezTo>
                  <a:cubicBezTo>
                    <a:pt x="2218" y="1997"/>
                    <a:pt x="1922" y="2034"/>
                    <a:pt x="1627" y="2108"/>
                  </a:cubicBezTo>
                  <a:cubicBezTo>
                    <a:pt x="1516" y="2145"/>
                    <a:pt x="1405" y="2182"/>
                    <a:pt x="1294" y="2219"/>
                  </a:cubicBezTo>
                  <a:cubicBezTo>
                    <a:pt x="776" y="2440"/>
                    <a:pt x="444" y="2625"/>
                    <a:pt x="222" y="2810"/>
                  </a:cubicBezTo>
                  <a:cubicBezTo>
                    <a:pt x="37" y="2958"/>
                    <a:pt x="0" y="3069"/>
                    <a:pt x="37" y="3106"/>
                  </a:cubicBezTo>
                  <a:cubicBezTo>
                    <a:pt x="37" y="3143"/>
                    <a:pt x="37" y="3180"/>
                    <a:pt x="74" y="3254"/>
                  </a:cubicBezTo>
                  <a:cubicBezTo>
                    <a:pt x="111" y="3328"/>
                    <a:pt x="222" y="3365"/>
                    <a:pt x="333" y="3439"/>
                  </a:cubicBezTo>
                  <a:cubicBezTo>
                    <a:pt x="518" y="3550"/>
                    <a:pt x="850" y="3624"/>
                    <a:pt x="1072" y="3624"/>
                  </a:cubicBezTo>
                  <a:lnTo>
                    <a:pt x="1109" y="3624"/>
                  </a:lnTo>
                  <a:cubicBezTo>
                    <a:pt x="1294" y="3624"/>
                    <a:pt x="1738" y="3550"/>
                    <a:pt x="2292" y="3439"/>
                  </a:cubicBezTo>
                  <a:cubicBezTo>
                    <a:pt x="2810" y="3291"/>
                    <a:pt x="3475" y="3106"/>
                    <a:pt x="4141" y="2921"/>
                  </a:cubicBezTo>
                  <a:cubicBezTo>
                    <a:pt x="5435" y="2477"/>
                    <a:pt x="6840" y="1923"/>
                    <a:pt x="7542" y="1479"/>
                  </a:cubicBezTo>
                  <a:cubicBezTo>
                    <a:pt x="8171" y="1110"/>
                    <a:pt x="8429" y="592"/>
                    <a:pt x="8429" y="259"/>
                  </a:cubicBezTo>
                  <a:cubicBezTo>
                    <a:pt x="8429" y="148"/>
                    <a:pt x="8392" y="74"/>
                    <a:pt x="8355"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37"/>
            <p:cNvSpPr/>
            <p:nvPr/>
          </p:nvSpPr>
          <p:spPr>
            <a:xfrm>
              <a:off x="6371575" y="4051650"/>
              <a:ext cx="240325" cy="130350"/>
            </a:xfrm>
            <a:custGeom>
              <a:avLst/>
              <a:gdLst/>
              <a:ahLst/>
              <a:cxnLst/>
              <a:rect l="l" t="t" r="r" b="b"/>
              <a:pathLst>
                <a:path w="9613" h="5214" extrusionOk="0">
                  <a:moveTo>
                    <a:pt x="8282" y="629"/>
                  </a:moveTo>
                  <a:cubicBezTo>
                    <a:pt x="8578" y="629"/>
                    <a:pt x="8726" y="703"/>
                    <a:pt x="8836" y="814"/>
                  </a:cubicBezTo>
                  <a:cubicBezTo>
                    <a:pt x="8947" y="924"/>
                    <a:pt x="9021" y="1035"/>
                    <a:pt x="9021" y="1220"/>
                  </a:cubicBezTo>
                  <a:cubicBezTo>
                    <a:pt x="9021" y="1553"/>
                    <a:pt x="8763" y="2071"/>
                    <a:pt x="8134" y="2440"/>
                  </a:cubicBezTo>
                  <a:cubicBezTo>
                    <a:pt x="7432" y="2884"/>
                    <a:pt x="6027" y="3438"/>
                    <a:pt x="4733" y="3882"/>
                  </a:cubicBezTo>
                  <a:cubicBezTo>
                    <a:pt x="4067" y="4067"/>
                    <a:pt x="3402" y="4252"/>
                    <a:pt x="2884" y="4400"/>
                  </a:cubicBezTo>
                  <a:cubicBezTo>
                    <a:pt x="2330" y="4511"/>
                    <a:pt x="1886" y="4585"/>
                    <a:pt x="1701" y="4585"/>
                  </a:cubicBezTo>
                  <a:cubicBezTo>
                    <a:pt x="1442" y="4585"/>
                    <a:pt x="1110" y="4511"/>
                    <a:pt x="925" y="4400"/>
                  </a:cubicBezTo>
                  <a:cubicBezTo>
                    <a:pt x="814" y="4326"/>
                    <a:pt x="703" y="4289"/>
                    <a:pt x="666" y="4215"/>
                  </a:cubicBezTo>
                  <a:cubicBezTo>
                    <a:pt x="629" y="4141"/>
                    <a:pt x="629" y="4104"/>
                    <a:pt x="629" y="4067"/>
                  </a:cubicBezTo>
                  <a:cubicBezTo>
                    <a:pt x="592" y="4030"/>
                    <a:pt x="629" y="3919"/>
                    <a:pt x="814" y="3771"/>
                  </a:cubicBezTo>
                  <a:cubicBezTo>
                    <a:pt x="1036" y="3586"/>
                    <a:pt x="1368" y="3401"/>
                    <a:pt x="1886" y="3180"/>
                  </a:cubicBezTo>
                  <a:cubicBezTo>
                    <a:pt x="4319" y="2234"/>
                    <a:pt x="7431" y="886"/>
                    <a:pt x="7949" y="661"/>
                  </a:cubicBezTo>
                  <a:lnTo>
                    <a:pt x="7949" y="661"/>
                  </a:lnTo>
                  <a:lnTo>
                    <a:pt x="7949" y="666"/>
                  </a:lnTo>
                  <a:cubicBezTo>
                    <a:pt x="8060" y="629"/>
                    <a:pt x="8171" y="629"/>
                    <a:pt x="8282" y="629"/>
                  </a:cubicBezTo>
                  <a:close/>
                  <a:moveTo>
                    <a:pt x="8282" y="0"/>
                  </a:moveTo>
                  <a:cubicBezTo>
                    <a:pt x="8134" y="0"/>
                    <a:pt x="8023" y="37"/>
                    <a:pt x="7875" y="37"/>
                  </a:cubicBezTo>
                  <a:lnTo>
                    <a:pt x="7801" y="74"/>
                  </a:lnTo>
                  <a:cubicBezTo>
                    <a:pt x="7801" y="74"/>
                    <a:pt x="6914" y="444"/>
                    <a:pt x="5731" y="961"/>
                  </a:cubicBezTo>
                  <a:cubicBezTo>
                    <a:pt x="4511" y="1479"/>
                    <a:pt x="2995" y="2107"/>
                    <a:pt x="1664" y="2625"/>
                  </a:cubicBezTo>
                  <a:cubicBezTo>
                    <a:pt x="1110" y="2847"/>
                    <a:pt x="703" y="3069"/>
                    <a:pt x="444" y="3291"/>
                  </a:cubicBezTo>
                  <a:cubicBezTo>
                    <a:pt x="148" y="3512"/>
                    <a:pt x="0" y="3808"/>
                    <a:pt x="0" y="4067"/>
                  </a:cubicBezTo>
                  <a:cubicBezTo>
                    <a:pt x="0" y="4289"/>
                    <a:pt x="74" y="4474"/>
                    <a:pt x="185" y="4622"/>
                  </a:cubicBezTo>
                  <a:cubicBezTo>
                    <a:pt x="370" y="4806"/>
                    <a:pt x="629" y="4954"/>
                    <a:pt x="888" y="5065"/>
                  </a:cubicBezTo>
                  <a:cubicBezTo>
                    <a:pt x="1147" y="5139"/>
                    <a:pt x="1405" y="5213"/>
                    <a:pt x="1701" y="5213"/>
                  </a:cubicBezTo>
                  <a:cubicBezTo>
                    <a:pt x="1997" y="5176"/>
                    <a:pt x="2441" y="5102"/>
                    <a:pt x="2995" y="4991"/>
                  </a:cubicBezTo>
                  <a:cubicBezTo>
                    <a:pt x="3845" y="4769"/>
                    <a:pt x="4918" y="4474"/>
                    <a:pt x="5916" y="4104"/>
                  </a:cubicBezTo>
                  <a:cubicBezTo>
                    <a:pt x="6914" y="3734"/>
                    <a:pt x="7838" y="3365"/>
                    <a:pt x="8467" y="2995"/>
                  </a:cubicBezTo>
                  <a:cubicBezTo>
                    <a:pt x="9206" y="2514"/>
                    <a:pt x="9613" y="1849"/>
                    <a:pt x="9613" y="1220"/>
                  </a:cubicBezTo>
                  <a:cubicBezTo>
                    <a:pt x="9613" y="887"/>
                    <a:pt x="9502" y="592"/>
                    <a:pt x="9243" y="370"/>
                  </a:cubicBezTo>
                  <a:cubicBezTo>
                    <a:pt x="9021" y="148"/>
                    <a:pt x="8689" y="0"/>
                    <a:pt x="8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37"/>
            <p:cNvSpPr/>
            <p:nvPr/>
          </p:nvSpPr>
          <p:spPr>
            <a:xfrm>
              <a:off x="6319825" y="3967450"/>
              <a:ext cx="358550" cy="155375"/>
            </a:xfrm>
            <a:custGeom>
              <a:avLst/>
              <a:gdLst/>
              <a:ahLst/>
              <a:cxnLst/>
              <a:rect l="l" t="t" r="r" b="b"/>
              <a:pathLst>
                <a:path w="14342" h="6215" extrusionOk="0">
                  <a:moveTo>
                    <a:pt x="12382" y="1"/>
                  </a:moveTo>
                  <a:cubicBezTo>
                    <a:pt x="12234" y="1"/>
                    <a:pt x="12075" y="14"/>
                    <a:pt x="11905" y="41"/>
                  </a:cubicBezTo>
                  <a:cubicBezTo>
                    <a:pt x="11905" y="41"/>
                    <a:pt x="7172" y="2111"/>
                    <a:pt x="3586" y="3516"/>
                  </a:cubicBezTo>
                  <a:cubicBezTo>
                    <a:pt x="0" y="4921"/>
                    <a:pt x="2034" y="6215"/>
                    <a:pt x="3438" y="6215"/>
                  </a:cubicBezTo>
                  <a:cubicBezTo>
                    <a:pt x="4880" y="6215"/>
                    <a:pt x="10389" y="4551"/>
                    <a:pt x="12422" y="3257"/>
                  </a:cubicBezTo>
                  <a:cubicBezTo>
                    <a:pt x="14341" y="2058"/>
                    <a:pt x="14259" y="1"/>
                    <a:pt x="123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37"/>
            <p:cNvSpPr/>
            <p:nvPr/>
          </p:nvSpPr>
          <p:spPr>
            <a:xfrm>
              <a:off x="6366950" y="3975850"/>
              <a:ext cx="291175" cy="139600"/>
            </a:xfrm>
            <a:custGeom>
              <a:avLst/>
              <a:gdLst/>
              <a:ahLst/>
              <a:cxnLst/>
              <a:rect l="l" t="t" r="r" b="b"/>
              <a:pathLst>
                <a:path w="11647" h="5584" extrusionOk="0">
                  <a:moveTo>
                    <a:pt x="10722" y="1"/>
                  </a:moveTo>
                  <a:cubicBezTo>
                    <a:pt x="10685" y="38"/>
                    <a:pt x="10648" y="38"/>
                    <a:pt x="10611" y="75"/>
                  </a:cubicBezTo>
                  <a:cubicBezTo>
                    <a:pt x="9724" y="629"/>
                    <a:pt x="8356" y="1221"/>
                    <a:pt x="6877" y="1738"/>
                  </a:cubicBezTo>
                  <a:cubicBezTo>
                    <a:pt x="5731" y="2145"/>
                    <a:pt x="4548" y="2515"/>
                    <a:pt x="3513" y="2773"/>
                  </a:cubicBezTo>
                  <a:cubicBezTo>
                    <a:pt x="2921" y="3032"/>
                    <a:pt x="2367" y="3254"/>
                    <a:pt x="1812" y="3476"/>
                  </a:cubicBezTo>
                  <a:cubicBezTo>
                    <a:pt x="1073" y="3772"/>
                    <a:pt x="629" y="4030"/>
                    <a:pt x="333" y="4252"/>
                  </a:cubicBezTo>
                  <a:cubicBezTo>
                    <a:pt x="75" y="4511"/>
                    <a:pt x="1" y="4696"/>
                    <a:pt x="1" y="4770"/>
                  </a:cubicBezTo>
                  <a:cubicBezTo>
                    <a:pt x="1" y="4881"/>
                    <a:pt x="38" y="4955"/>
                    <a:pt x="112" y="5029"/>
                  </a:cubicBezTo>
                  <a:cubicBezTo>
                    <a:pt x="185" y="5139"/>
                    <a:pt x="296" y="5213"/>
                    <a:pt x="444" y="5287"/>
                  </a:cubicBezTo>
                  <a:cubicBezTo>
                    <a:pt x="777" y="5472"/>
                    <a:pt x="1184" y="5583"/>
                    <a:pt x="1553" y="5583"/>
                  </a:cubicBezTo>
                  <a:lnTo>
                    <a:pt x="1590" y="5583"/>
                  </a:lnTo>
                  <a:cubicBezTo>
                    <a:pt x="1886" y="5583"/>
                    <a:pt x="2478" y="5472"/>
                    <a:pt x="3217" y="5287"/>
                  </a:cubicBezTo>
                  <a:cubicBezTo>
                    <a:pt x="3956" y="5139"/>
                    <a:pt x="4807" y="4881"/>
                    <a:pt x="5731" y="4585"/>
                  </a:cubicBezTo>
                  <a:cubicBezTo>
                    <a:pt x="7506" y="4030"/>
                    <a:pt x="9391" y="3291"/>
                    <a:pt x="10389" y="2662"/>
                  </a:cubicBezTo>
                  <a:cubicBezTo>
                    <a:pt x="11240" y="2108"/>
                    <a:pt x="11646" y="1405"/>
                    <a:pt x="11609" y="888"/>
                  </a:cubicBezTo>
                  <a:cubicBezTo>
                    <a:pt x="11609" y="629"/>
                    <a:pt x="11535" y="407"/>
                    <a:pt x="11351" y="259"/>
                  </a:cubicBezTo>
                  <a:cubicBezTo>
                    <a:pt x="11240" y="111"/>
                    <a:pt x="11018" y="38"/>
                    <a:pt x="10722"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37"/>
            <p:cNvSpPr/>
            <p:nvPr/>
          </p:nvSpPr>
          <p:spPr>
            <a:xfrm>
              <a:off x="6351250" y="3960150"/>
              <a:ext cx="321650" cy="170075"/>
            </a:xfrm>
            <a:custGeom>
              <a:avLst/>
              <a:gdLst/>
              <a:ahLst/>
              <a:cxnLst/>
              <a:rect l="l" t="t" r="r" b="b"/>
              <a:pathLst>
                <a:path w="12866" h="6803" extrusionOk="0">
                  <a:moveTo>
                    <a:pt x="11128" y="629"/>
                  </a:moveTo>
                  <a:cubicBezTo>
                    <a:pt x="11572" y="629"/>
                    <a:pt x="11831" y="739"/>
                    <a:pt x="11979" y="887"/>
                  </a:cubicBezTo>
                  <a:cubicBezTo>
                    <a:pt x="12163" y="1035"/>
                    <a:pt x="12237" y="1257"/>
                    <a:pt x="12237" y="1516"/>
                  </a:cubicBezTo>
                  <a:cubicBezTo>
                    <a:pt x="12274" y="2033"/>
                    <a:pt x="11868" y="2736"/>
                    <a:pt x="11017" y="3290"/>
                  </a:cubicBezTo>
                  <a:cubicBezTo>
                    <a:pt x="10019" y="3919"/>
                    <a:pt x="8134" y="4658"/>
                    <a:pt x="6359" y="5213"/>
                  </a:cubicBezTo>
                  <a:cubicBezTo>
                    <a:pt x="5435" y="5509"/>
                    <a:pt x="4584" y="5767"/>
                    <a:pt x="3845" y="5915"/>
                  </a:cubicBezTo>
                  <a:cubicBezTo>
                    <a:pt x="3106" y="6100"/>
                    <a:pt x="2477" y="6211"/>
                    <a:pt x="2181" y="6211"/>
                  </a:cubicBezTo>
                  <a:cubicBezTo>
                    <a:pt x="1849" y="6211"/>
                    <a:pt x="1405" y="6100"/>
                    <a:pt x="1072" y="5915"/>
                  </a:cubicBezTo>
                  <a:cubicBezTo>
                    <a:pt x="924" y="5841"/>
                    <a:pt x="813" y="5767"/>
                    <a:pt x="740" y="5657"/>
                  </a:cubicBezTo>
                  <a:cubicBezTo>
                    <a:pt x="666" y="5583"/>
                    <a:pt x="629" y="5509"/>
                    <a:pt x="629" y="5398"/>
                  </a:cubicBezTo>
                  <a:cubicBezTo>
                    <a:pt x="629" y="5324"/>
                    <a:pt x="703" y="5139"/>
                    <a:pt x="961" y="4880"/>
                  </a:cubicBezTo>
                  <a:cubicBezTo>
                    <a:pt x="1257" y="4658"/>
                    <a:pt x="1701" y="4400"/>
                    <a:pt x="2440" y="4104"/>
                  </a:cubicBezTo>
                  <a:cubicBezTo>
                    <a:pt x="5763" y="2802"/>
                    <a:pt x="10101" y="929"/>
                    <a:pt x="10721" y="661"/>
                  </a:cubicBezTo>
                  <a:lnTo>
                    <a:pt x="10721" y="661"/>
                  </a:lnTo>
                  <a:lnTo>
                    <a:pt x="10722" y="666"/>
                  </a:lnTo>
                  <a:cubicBezTo>
                    <a:pt x="10869" y="629"/>
                    <a:pt x="11017" y="629"/>
                    <a:pt x="11128" y="629"/>
                  </a:cubicBezTo>
                  <a:close/>
                  <a:moveTo>
                    <a:pt x="11128" y="0"/>
                  </a:moveTo>
                  <a:cubicBezTo>
                    <a:pt x="10980" y="0"/>
                    <a:pt x="10796" y="0"/>
                    <a:pt x="10611" y="37"/>
                  </a:cubicBezTo>
                  <a:lnTo>
                    <a:pt x="10537" y="74"/>
                  </a:lnTo>
                  <a:cubicBezTo>
                    <a:pt x="10537" y="74"/>
                    <a:pt x="10241" y="185"/>
                    <a:pt x="9723" y="407"/>
                  </a:cubicBezTo>
                  <a:cubicBezTo>
                    <a:pt x="8245" y="1035"/>
                    <a:pt x="4880" y="2477"/>
                    <a:pt x="2218" y="3512"/>
                  </a:cubicBezTo>
                  <a:cubicBezTo>
                    <a:pt x="1442" y="3808"/>
                    <a:pt x="924" y="4104"/>
                    <a:pt x="555" y="4437"/>
                  </a:cubicBezTo>
                  <a:cubicBezTo>
                    <a:pt x="222" y="4732"/>
                    <a:pt x="0" y="5065"/>
                    <a:pt x="0" y="5398"/>
                  </a:cubicBezTo>
                  <a:cubicBezTo>
                    <a:pt x="0" y="5657"/>
                    <a:pt x="111" y="5878"/>
                    <a:pt x="259" y="6063"/>
                  </a:cubicBezTo>
                  <a:cubicBezTo>
                    <a:pt x="481" y="6322"/>
                    <a:pt x="777" y="6507"/>
                    <a:pt x="1146" y="6618"/>
                  </a:cubicBezTo>
                  <a:cubicBezTo>
                    <a:pt x="1479" y="6729"/>
                    <a:pt x="1849" y="6803"/>
                    <a:pt x="2181" y="6803"/>
                  </a:cubicBezTo>
                  <a:cubicBezTo>
                    <a:pt x="2588" y="6803"/>
                    <a:pt x="3217" y="6692"/>
                    <a:pt x="3956" y="6507"/>
                  </a:cubicBezTo>
                  <a:cubicBezTo>
                    <a:pt x="5102" y="6248"/>
                    <a:pt x="6544" y="5841"/>
                    <a:pt x="7912" y="5324"/>
                  </a:cubicBezTo>
                  <a:cubicBezTo>
                    <a:pt x="9243" y="4843"/>
                    <a:pt x="10537" y="4326"/>
                    <a:pt x="11350" y="3808"/>
                  </a:cubicBezTo>
                  <a:cubicBezTo>
                    <a:pt x="12348" y="3180"/>
                    <a:pt x="12866" y="2329"/>
                    <a:pt x="12866" y="1516"/>
                  </a:cubicBezTo>
                  <a:cubicBezTo>
                    <a:pt x="12866" y="1109"/>
                    <a:pt x="12718" y="703"/>
                    <a:pt x="12422" y="444"/>
                  </a:cubicBezTo>
                  <a:cubicBezTo>
                    <a:pt x="12090" y="148"/>
                    <a:pt x="11683" y="0"/>
                    <a:pt x="11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37"/>
            <p:cNvSpPr/>
            <p:nvPr/>
          </p:nvSpPr>
          <p:spPr>
            <a:xfrm>
              <a:off x="6287475" y="3882150"/>
              <a:ext cx="392175" cy="169525"/>
            </a:xfrm>
            <a:custGeom>
              <a:avLst/>
              <a:gdLst/>
              <a:ahLst/>
              <a:cxnLst/>
              <a:rect l="l" t="t" r="r" b="b"/>
              <a:pathLst>
                <a:path w="15687" h="6781" extrusionOk="0">
                  <a:moveTo>
                    <a:pt x="13608" y="0"/>
                  </a:moveTo>
                  <a:cubicBezTo>
                    <a:pt x="13436" y="0"/>
                    <a:pt x="13251" y="17"/>
                    <a:pt x="13051" y="51"/>
                  </a:cubicBezTo>
                  <a:cubicBezTo>
                    <a:pt x="13051" y="51"/>
                    <a:pt x="7875" y="2307"/>
                    <a:pt x="3919" y="3823"/>
                  </a:cubicBezTo>
                  <a:cubicBezTo>
                    <a:pt x="0" y="5375"/>
                    <a:pt x="2255" y="6780"/>
                    <a:pt x="3808" y="6780"/>
                  </a:cubicBezTo>
                  <a:cubicBezTo>
                    <a:pt x="5324" y="6780"/>
                    <a:pt x="11387" y="4969"/>
                    <a:pt x="13642" y="3564"/>
                  </a:cubicBezTo>
                  <a:cubicBezTo>
                    <a:pt x="15687" y="2269"/>
                    <a:pt x="15627" y="0"/>
                    <a:pt x="136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37"/>
            <p:cNvSpPr/>
            <p:nvPr/>
          </p:nvSpPr>
          <p:spPr>
            <a:xfrm>
              <a:off x="6338300" y="3891750"/>
              <a:ext cx="320750" cy="152525"/>
            </a:xfrm>
            <a:custGeom>
              <a:avLst/>
              <a:gdLst/>
              <a:ahLst/>
              <a:cxnLst/>
              <a:rect l="l" t="t" r="r" b="b"/>
              <a:pathLst>
                <a:path w="12830" h="6101" extrusionOk="0">
                  <a:moveTo>
                    <a:pt x="12090" y="0"/>
                  </a:moveTo>
                  <a:cubicBezTo>
                    <a:pt x="12053" y="0"/>
                    <a:pt x="12016" y="37"/>
                    <a:pt x="12016" y="37"/>
                  </a:cubicBezTo>
                  <a:cubicBezTo>
                    <a:pt x="10278" y="1109"/>
                    <a:pt x="6286" y="2440"/>
                    <a:pt x="3845" y="2995"/>
                  </a:cubicBezTo>
                  <a:cubicBezTo>
                    <a:pt x="3217" y="3254"/>
                    <a:pt x="2625" y="3512"/>
                    <a:pt x="2034" y="3734"/>
                  </a:cubicBezTo>
                  <a:cubicBezTo>
                    <a:pt x="1221" y="4067"/>
                    <a:pt x="703" y="4363"/>
                    <a:pt x="407" y="4622"/>
                  </a:cubicBezTo>
                  <a:cubicBezTo>
                    <a:pt x="74" y="4880"/>
                    <a:pt x="1" y="5065"/>
                    <a:pt x="1" y="5213"/>
                  </a:cubicBezTo>
                  <a:cubicBezTo>
                    <a:pt x="1" y="5287"/>
                    <a:pt x="38" y="5398"/>
                    <a:pt x="148" y="5509"/>
                  </a:cubicBezTo>
                  <a:cubicBezTo>
                    <a:pt x="222" y="5583"/>
                    <a:pt x="370" y="5694"/>
                    <a:pt x="555" y="5805"/>
                  </a:cubicBezTo>
                  <a:cubicBezTo>
                    <a:pt x="888" y="5989"/>
                    <a:pt x="1368" y="6100"/>
                    <a:pt x="1738" y="6100"/>
                  </a:cubicBezTo>
                  <a:lnTo>
                    <a:pt x="1775" y="6100"/>
                  </a:lnTo>
                  <a:cubicBezTo>
                    <a:pt x="2108" y="6100"/>
                    <a:pt x="2773" y="5989"/>
                    <a:pt x="3550" y="5805"/>
                  </a:cubicBezTo>
                  <a:cubicBezTo>
                    <a:pt x="4363" y="5620"/>
                    <a:pt x="5324" y="5324"/>
                    <a:pt x="6323" y="5028"/>
                  </a:cubicBezTo>
                  <a:cubicBezTo>
                    <a:pt x="8282" y="4400"/>
                    <a:pt x="10352" y="3586"/>
                    <a:pt x="11424" y="2921"/>
                  </a:cubicBezTo>
                  <a:cubicBezTo>
                    <a:pt x="12386" y="2329"/>
                    <a:pt x="12829" y="1516"/>
                    <a:pt x="12792" y="925"/>
                  </a:cubicBezTo>
                  <a:cubicBezTo>
                    <a:pt x="12792" y="629"/>
                    <a:pt x="12718" y="407"/>
                    <a:pt x="12534" y="222"/>
                  </a:cubicBezTo>
                  <a:cubicBezTo>
                    <a:pt x="12423" y="111"/>
                    <a:pt x="12275" y="37"/>
                    <a:pt x="1209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37"/>
            <p:cNvSpPr/>
            <p:nvPr/>
          </p:nvSpPr>
          <p:spPr>
            <a:xfrm>
              <a:off x="6323525" y="3874175"/>
              <a:ext cx="350300" cy="184875"/>
            </a:xfrm>
            <a:custGeom>
              <a:avLst/>
              <a:gdLst/>
              <a:ahLst/>
              <a:cxnLst/>
              <a:rect l="l" t="t" r="r" b="b"/>
              <a:pathLst>
                <a:path w="14012" h="7395" extrusionOk="0">
                  <a:moveTo>
                    <a:pt x="12163" y="629"/>
                  </a:moveTo>
                  <a:cubicBezTo>
                    <a:pt x="12607" y="629"/>
                    <a:pt x="12903" y="740"/>
                    <a:pt x="13125" y="925"/>
                  </a:cubicBezTo>
                  <a:cubicBezTo>
                    <a:pt x="13309" y="1110"/>
                    <a:pt x="13383" y="1332"/>
                    <a:pt x="13383" y="1628"/>
                  </a:cubicBezTo>
                  <a:cubicBezTo>
                    <a:pt x="13420" y="2219"/>
                    <a:pt x="12977" y="3032"/>
                    <a:pt x="12015" y="3624"/>
                  </a:cubicBezTo>
                  <a:cubicBezTo>
                    <a:pt x="10943" y="4289"/>
                    <a:pt x="8873" y="5103"/>
                    <a:pt x="6914" y="5731"/>
                  </a:cubicBezTo>
                  <a:cubicBezTo>
                    <a:pt x="5915" y="6027"/>
                    <a:pt x="4954" y="6323"/>
                    <a:pt x="4141" y="6508"/>
                  </a:cubicBezTo>
                  <a:cubicBezTo>
                    <a:pt x="3364" y="6692"/>
                    <a:pt x="2699" y="6803"/>
                    <a:pt x="2366" y="6803"/>
                  </a:cubicBezTo>
                  <a:cubicBezTo>
                    <a:pt x="1959" y="6803"/>
                    <a:pt x="1479" y="6692"/>
                    <a:pt x="1146" y="6508"/>
                  </a:cubicBezTo>
                  <a:cubicBezTo>
                    <a:pt x="961" y="6397"/>
                    <a:pt x="813" y="6286"/>
                    <a:pt x="739" y="6212"/>
                  </a:cubicBezTo>
                  <a:cubicBezTo>
                    <a:pt x="629" y="6101"/>
                    <a:pt x="592" y="5990"/>
                    <a:pt x="592" y="5916"/>
                  </a:cubicBezTo>
                  <a:cubicBezTo>
                    <a:pt x="592" y="5768"/>
                    <a:pt x="665" y="5583"/>
                    <a:pt x="998" y="5325"/>
                  </a:cubicBezTo>
                  <a:cubicBezTo>
                    <a:pt x="1294" y="5066"/>
                    <a:pt x="1812" y="4770"/>
                    <a:pt x="2625" y="4437"/>
                  </a:cubicBezTo>
                  <a:cubicBezTo>
                    <a:pt x="6268" y="2994"/>
                    <a:pt x="11030" y="943"/>
                    <a:pt x="11682" y="662"/>
                  </a:cubicBezTo>
                  <a:lnTo>
                    <a:pt x="11682" y="662"/>
                  </a:lnTo>
                  <a:lnTo>
                    <a:pt x="11683" y="666"/>
                  </a:lnTo>
                  <a:cubicBezTo>
                    <a:pt x="11831" y="629"/>
                    <a:pt x="12015" y="629"/>
                    <a:pt x="12163" y="629"/>
                  </a:cubicBezTo>
                  <a:close/>
                  <a:moveTo>
                    <a:pt x="12163" y="1"/>
                  </a:moveTo>
                  <a:cubicBezTo>
                    <a:pt x="11978" y="1"/>
                    <a:pt x="11794" y="38"/>
                    <a:pt x="11572" y="75"/>
                  </a:cubicBezTo>
                  <a:lnTo>
                    <a:pt x="11498" y="75"/>
                  </a:lnTo>
                  <a:cubicBezTo>
                    <a:pt x="11498" y="75"/>
                    <a:pt x="11165" y="223"/>
                    <a:pt x="10611" y="444"/>
                  </a:cubicBezTo>
                  <a:cubicBezTo>
                    <a:pt x="8984" y="1147"/>
                    <a:pt x="5324" y="2700"/>
                    <a:pt x="2366" y="3883"/>
                  </a:cubicBezTo>
                  <a:cubicBezTo>
                    <a:pt x="1553" y="4178"/>
                    <a:pt x="961" y="4511"/>
                    <a:pt x="592" y="4844"/>
                  </a:cubicBezTo>
                  <a:cubicBezTo>
                    <a:pt x="222" y="5177"/>
                    <a:pt x="0" y="5546"/>
                    <a:pt x="0" y="5916"/>
                  </a:cubicBezTo>
                  <a:cubicBezTo>
                    <a:pt x="0" y="6175"/>
                    <a:pt x="111" y="6397"/>
                    <a:pt x="259" y="6582"/>
                  </a:cubicBezTo>
                  <a:cubicBezTo>
                    <a:pt x="481" y="6877"/>
                    <a:pt x="813" y="7062"/>
                    <a:pt x="1183" y="7210"/>
                  </a:cubicBezTo>
                  <a:cubicBezTo>
                    <a:pt x="1553" y="7321"/>
                    <a:pt x="1959" y="7395"/>
                    <a:pt x="2366" y="7395"/>
                  </a:cubicBezTo>
                  <a:cubicBezTo>
                    <a:pt x="2810" y="7395"/>
                    <a:pt x="3475" y="7284"/>
                    <a:pt x="4289" y="7099"/>
                  </a:cubicBezTo>
                  <a:cubicBezTo>
                    <a:pt x="5546" y="6803"/>
                    <a:pt x="7098" y="6323"/>
                    <a:pt x="8614" y="5805"/>
                  </a:cubicBezTo>
                  <a:cubicBezTo>
                    <a:pt x="10093" y="5288"/>
                    <a:pt x="11461" y="4696"/>
                    <a:pt x="12348" y="4142"/>
                  </a:cubicBezTo>
                  <a:cubicBezTo>
                    <a:pt x="13420" y="3439"/>
                    <a:pt x="14012" y="2515"/>
                    <a:pt x="14012" y="1628"/>
                  </a:cubicBezTo>
                  <a:cubicBezTo>
                    <a:pt x="14012" y="1184"/>
                    <a:pt x="13864" y="777"/>
                    <a:pt x="13531" y="481"/>
                  </a:cubicBezTo>
                  <a:cubicBezTo>
                    <a:pt x="13199" y="186"/>
                    <a:pt x="12718" y="1"/>
                    <a:pt x="12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37"/>
            <p:cNvSpPr/>
            <p:nvPr/>
          </p:nvSpPr>
          <p:spPr>
            <a:xfrm>
              <a:off x="6297625" y="3803775"/>
              <a:ext cx="392475" cy="169325"/>
            </a:xfrm>
            <a:custGeom>
              <a:avLst/>
              <a:gdLst/>
              <a:ahLst/>
              <a:cxnLst/>
              <a:rect l="l" t="t" r="r" b="b"/>
              <a:pathLst>
                <a:path w="15699" h="6773" extrusionOk="0">
                  <a:moveTo>
                    <a:pt x="13576" y="0"/>
                  </a:moveTo>
                  <a:cubicBezTo>
                    <a:pt x="13413" y="0"/>
                    <a:pt x="13239" y="14"/>
                    <a:pt x="13051" y="44"/>
                  </a:cubicBezTo>
                  <a:cubicBezTo>
                    <a:pt x="13051" y="44"/>
                    <a:pt x="7876" y="2299"/>
                    <a:pt x="3957" y="3852"/>
                  </a:cubicBezTo>
                  <a:cubicBezTo>
                    <a:pt x="1" y="5368"/>
                    <a:pt x="2256" y="6773"/>
                    <a:pt x="3809" y="6773"/>
                  </a:cubicBezTo>
                  <a:cubicBezTo>
                    <a:pt x="5362" y="6773"/>
                    <a:pt x="11388" y="4961"/>
                    <a:pt x="13643" y="3556"/>
                  </a:cubicBezTo>
                  <a:cubicBezTo>
                    <a:pt x="15699" y="2254"/>
                    <a:pt x="15627" y="0"/>
                    <a:pt x="13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37"/>
            <p:cNvSpPr/>
            <p:nvPr/>
          </p:nvSpPr>
          <p:spPr>
            <a:xfrm>
              <a:off x="6341075" y="3803950"/>
              <a:ext cx="335525" cy="169150"/>
            </a:xfrm>
            <a:custGeom>
              <a:avLst/>
              <a:gdLst/>
              <a:ahLst/>
              <a:cxnLst/>
              <a:rect l="l" t="t" r="r" b="b"/>
              <a:pathLst>
                <a:path w="13421" h="6766" extrusionOk="0">
                  <a:moveTo>
                    <a:pt x="11868" y="0"/>
                  </a:moveTo>
                  <a:cubicBezTo>
                    <a:pt x="11683" y="0"/>
                    <a:pt x="11535" y="0"/>
                    <a:pt x="11313" y="37"/>
                  </a:cubicBezTo>
                  <a:cubicBezTo>
                    <a:pt x="11313" y="37"/>
                    <a:pt x="6138" y="2292"/>
                    <a:pt x="2219" y="3845"/>
                  </a:cubicBezTo>
                  <a:cubicBezTo>
                    <a:pt x="592" y="4473"/>
                    <a:pt x="0" y="5065"/>
                    <a:pt x="0" y="5583"/>
                  </a:cubicBezTo>
                  <a:cubicBezTo>
                    <a:pt x="0" y="6285"/>
                    <a:pt x="1147" y="6766"/>
                    <a:pt x="2071" y="6766"/>
                  </a:cubicBezTo>
                  <a:cubicBezTo>
                    <a:pt x="3624" y="6766"/>
                    <a:pt x="9650" y="4954"/>
                    <a:pt x="11905" y="3549"/>
                  </a:cubicBezTo>
                  <a:cubicBezTo>
                    <a:pt x="11905" y="3549"/>
                    <a:pt x="11942" y="3512"/>
                    <a:pt x="11979" y="3512"/>
                  </a:cubicBezTo>
                  <a:cubicBezTo>
                    <a:pt x="12164" y="3364"/>
                    <a:pt x="12349" y="3216"/>
                    <a:pt x="12533" y="3069"/>
                  </a:cubicBezTo>
                  <a:cubicBezTo>
                    <a:pt x="13125" y="2514"/>
                    <a:pt x="13421" y="1886"/>
                    <a:pt x="13421" y="1331"/>
                  </a:cubicBezTo>
                  <a:cubicBezTo>
                    <a:pt x="13421" y="592"/>
                    <a:pt x="12903" y="0"/>
                    <a:pt x="118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37"/>
            <p:cNvSpPr/>
            <p:nvPr/>
          </p:nvSpPr>
          <p:spPr>
            <a:xfrm>
              <a:off x="6333675" y="3795625"/>
              <a:ext cx="350325" cy="185800"/>
            </a:xfrm>
            <a:custGeom>
              <a:avLst/>
              <a:gdLst/>
              <a:ahLst/>
              <a:cxnLst/>
              <a:rect l="l" t="t" r="r" b="b"/>
              <a:pathLst>
                <a:path w="14013" h="7432" extrusionOk="0">
                  <a:moveTo>
                    <a:pt x="12164" y="629"/>
                  </a:moveTo>
                  <a:cubicBezTo>
                    <a:pt x="12608" y="629"/>
                    <a:pt x="12903" y="777"/>
                    <a:pt x="13125" y="925"/>
                  </a:cubicBezTo>
                  <a:cubicBezTo>
                    <a:pt x="13310" y="1109"/>
                    <a:pt x="13384" y="1331"/>
                    <a:pt x="13421" y="1664"/>
                  </a:cubicBezTo>
                  <a:cubicBezTo>
                    <a:pt x="13421" y="2219"/>
                    <a:pt x="12977" y="3032"/>
                    <a:pt x="12016" y="3623"/>
                  </a:cubicBezTo>
                  <a:cubicBezTo>
                    <a:pt x="10944" y="4289"/>
                    <a:pt x="8874" y="5102"/>
                    <a:pt x="6914" y="5731"/>
                  </a:cubicBezTo>
                  <a:cubicBezTo>
                    <a:pt x="5916" y="6027"/>
                    <a:pt x="4955" y="6322"/>
                    <a:pt x="4141" y="6507"/>
                  </a:cubicBezTo>
                  <a:cubicBezTo>
                    <a:pt x="3365" y="6692"/>
                    <a:pt x="2700" y="6803"/>
                    <a:pt x="2367" y="6803"/>
                  </a:cubicBezTo>
                  <a:cubicBezTo>
                    <a:pt x="1960" y="6803"/>
                    <a:pt x="1480" y="6692"/>
                    <a:pt x="1147" y="6507"/>
                  </a:cubicBezTo>
                  <a:cubicBezTo>
                    <a:pt x="962" y="6433"/>
                    <a:pt x="814" y="6322"/>
                    <a:pt x="740" y="6211"/>
                  </a:cubicBezTo>
                  <a:cubicBezTo>
                    <a:pt x="629" y="6100"/>
                    <a:pt x="592" y="6027"/>
                    <a:pt x="592" y="5916"/>
                  </a:cubicBezTo>
                  <a:cubicBezTo>
                    <a:pt x="592" y="5805"/>
                    <a:pt x="666" y="5583"/>
                    <a:pt x="999" y="5324"/>
                  </a:cubicBezTo>
                  <a:cubicBezTo>
                    <a:pt x="1295" y="5065"/>
                    <a:pt x="1812" y="4770"/>
                    <a:pt x="2626" y="4437"/>
                  </a:cubicBezTo>
                  <a:cubicBezTo>
                    <a:pt x="6544" y="2884"/>
                    <a:pt x="11757" y="666"/>
                    <a:pt x="11757" y="666"/>
                  </a:cubicBezTo>
                  <a:lnTo>
                    <a:pt x="11751" y="654"/>
                  </a:lnTo>
                  <a:lnTo>
                    <a:pt x="11751" y="654"/>
                  </a:lnTo>
                  <a:cubicBezTo>
                    <a:pt x="11905" y="629"/>
                    <a:pt x="12035" y="629"/>
                    <a:pt x="12164" y="629"/>
                  </a:cubicBezTo>
                  <a:close/>
                  <a:moveTo>
                    <a:pt x="12164" y="0"/>
                  </a:moveTo>
                  <a:cubicBezTo>
                    <a:pt x="11979" y="0"/>
                    <a:pt x="11794" y="37"/>
                    <a:pt x="11572" y="74"/>
                  </a:cubicBezTo>
                  <a:lnTo>
                    <a:pt x="11499" y="74"/>
                  </a:lnTo>
                  <a:cubicBezTo>
                    <a:pt x="11499" y="74"/>
                    <a:pt x="11166" y="222"/>
                    <a:pt x="10648" y="481"/>
                  </a:cubicBezTo>
                  <a:cubicBezTo>
                    <a:pt x="8985" y="1183"/>
                    <a:pt x="5324" y="2736"/>
                    <a:pt x="2367" y="3882"/>
                  </a:cubicBezTo>
                  <a:cubicBezTo>
                    <a:pt x="1553" y="4215"/>
                    <a:pt x="962" y="4511"/>
                    <a:pt x="592" y="4843"/>
                  </a:cubicBezTo>
                  <a:cubicBezTo>
                    <a:pt x="223" y="5176"/>
                    <a:pt x="1" y="5546"/>
                    <a:pt x="1" y="5916"/>
                  </a:cubicBezTo>
                  <a:cubicBezTo>
                    <a:pt x="1" y="6174"/>
                    <a:pt x="112" y="6433"/>
                    <a:pt x="259" y="6618"/>
                  </a:cubicBezTo>
                  <a:cubicBezTo>
                    <a:pt x="481" y="6877"/>
                    <a:pt x="851" y="7062"/>
                    <a:pt x="1184" y="7210"/>
                  </a:cubicBezTo>
                  <a:cubicBezTo>
                    <a:pt x="1553" y="7357"/>
                    <a:pt x="1960" y="7431"/>
                    <a:pt x="2367" y="7431"/>
                  </a:cubicBezTo>
                  <a:cubicBezTo>
                    <a:pt x="2810" y="7431"/>
                    <a:pt x="3476" y="7284"/>
                    <a:pt x="4289" y="7099"/>
                  </a:cubicBezTo>
                  <a:cubicBezTo>
                    <a:pt x="5546" y="6803"/>
                    <a:pt x="7099" y="6359"/>
                    <a:pt x="8615" y="5805"/>
                  </a:cubicBezTo>
                  <a:cubicBezTo>
                    <a:pt x="10094" y="5287"/>
                    <a:pt x="11462" y="4696"/>
                    <a:pt x="12349" y="4141"/>
                  </a:cubicBezTo>
                  <a:cubicBezTo>
                    <a:pt x="13458" y="3476"/>
                    <a:pt x="14013" y="2514"/>
                    <a:pt x="14013" y="1664"/>
                  </a:cubicBezTo>
                  <a:cubicBezTo>
                    <a:pt x="14013" y="1220"/>
                    <a:pt x="13865" y="777"/>
                    <a:pt x="13532" y="481"/>
                  </a:cubicBezTo>
                  <a:cubicBezTo>
                    <a:pt x="13199" y="185"/>
                    <a:pt x="12719" y="0"/>
                    <a:pt x="12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37"/>
            <p:cNvSpPr/>
            <p:nvPr/>
          </p:nvSpPr>
          <p:spPr>
            <a:xfrm>
              <a:off x="4942650" y="1866675"/>
              <a:ext cx="849425" cy="1047800"/>
            </a:xfrm>
            <a:custGeom>
              <a:avLst/>
              <a:gdLst/>
              <a:ahLst/>
              <a:cxnLst/>
              <a:rect l="l" t="t" r="r" b="b"/>
              <a:pathLst>
                <a:path w="33977" h="41912" extrusionOk="0">
                  <a:moveTo>
                    <a:pt x="14309" y="0"/>
                  </a:moveTo>
                  <a:cubicBezTo>
                    <a:pt x="14309" y="0"/>
                    <a:pt x="4216" y="6470"/>
                    <a:pt x="2108" y="8984"/>
                  </a:cubicBezTo>
                  <a:cubicBezTo>
                    <a:pt x="1" y="11535"/>
                    <a:pt x="962" y="16859"/>
                    <a:pt x="1110" y="18560"/>
                  </a:cubicBezTo>
                  <a:cubicBezTo>
                    <a:pt x="1258" y="20223"/>
                    <a:pt x="1406" y="31462"/>
                    <a:pt x="2367" y="33274"/>
                  </a:cubicBezTo>
                  <a:cubicBezTo>
                    <a:pt x="3333" y="35063"/>
                    <a:pt x="6205" y="41911"/>
                    <a:pt x="15275" y="41911"/>
                  </a:cubicBezTo>
                  <a:cubicBezTo>
                    <a:pt x="15575" y="41911"/>
                    <a:pt x="15881" y="41904"/>
                    <a:pt x="16194" y="41888"/>
                  </a:cubicBezTo>
                  <a:cubicBezTo>
                    <a:pt x="23255" y="41592"/>
                    <a:pt x="26805" y="35825"/>
                    <a:pt x="28210" y="32165"/>
                  </a:cubicBezTo>
                  <a:cubicBezTo>
                    <a:pt x="29614" y="28505"/>
                    <a:pt x="29910" y="24290"/>
                    <a:pt x="29910" y="24290"/>
                  </a:cubicBezTo>
                  <a:cubicBezTo>
                    <a:pt x="29910" y="24290"/>
                    <a:pt x="33977" y="23588"/>
                    <a:pt x="33977" y="20223"/>
                  </a:cubicBezTo>
                  <a:cubicBezTo>
                    <a:pt x="33977" y="17022"/>
                    <a:pt x="33173" y="13318"/>
                    <a:pt x="31439" y="13318"/>
                  </a:cubicBezTo>
                  <a:cubicBezTo>
                    <a:pt x="31351" y="13318"/>
                    <a:pt x="31260" y="13327"/>
                    <a:pt x="31167" y="13347"/>
                  </a:cubicBezTo>
                  <a:cubicBezTo>
                    <a:pt x="30206" y="13569"/>
                    <a:pt x="28912" y="15750"/>
                    <a:pt x="28912" y="15750"/>
                  </a:cubicBezTo>
                  <a:cubicBezTo>
                    <a:pt x="28912" y="15750"/>
                    <a:pt x="23588" y="12238"/>
                    <a:pt x="19078" y="7025"/>
                  </a:cubicBezTo>
                  <a:cubicBezTo>
                    <a:pt x="14604" y="1812"/>
                    <a:pt x="14309" y="0"/>
                    <a:pt x="1430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37"/>
            <p:cNvSpPr/>
            <p:nvPr/>
          </p:nvSpPr>
          <p:spPr>
            <a:xfrm>
              <a:off x="4970400" y="1866675"/>
              <a:ext cx="695050" cy="401125"/>
            </a:xfrm>
            <a:custGeom>
              <a:avLst/>
              <a:gdLst/>
              <a:ahLst/>
              <a:cxnLst/>
              <a:rect l="l" t="t" r="r" b="b"/>
              <a:pathLst>
                <a:path w="27802" h="16045" extrusionOk="0">
                  <a:moveTo>
                    <a:pt x="13199" y="0"/>
                  </a:moveTo>
                  <a:cubicBezTo>
                    <a:pt x="13199" y="0"/>
                    <a:pt x="3106" y="6470"/>
                    <a:pt x="998" y="8984"/>
                  </a:cubicBezTo>
                  <a:cubicBezTo>
                    <a:pt x="518" y="9576"/>
                    <a:pt x="185" y="10278"/>
                    <a:pt x="0" y="11055"/>
                  </a:cubicBezTo>
                  <a:lnTo>
                    <a:pt x="12570" y="5842"/>
                  </a:lnTo>
                  <a:cubicBezTo>
                    <a:pt x="12570" y="5842"/>
                    <a:pt x="20307" y="16045"/>
                    <a:pt x="26183" y="16045"/>
                  </a:cubicBezTo>
                  <a:cubicBezTo>
                    <a:pt x="26742" y="16045"/>
                    <a:pt x="27285" y="15952"/>
                    <a:pt x="27802" y="15750"/>
                  </a:cubicBezTo>
                  <a:cubicBezTo>
                    <a:pt x="27802" y="15750"/>
                    <a:pt x="22478" y="12238"/>
                    <a:pt x="17968" y="7025"/>
                  </a:cubicBezTo>
                  <a:cubicBezTo>
                    <a:pt x="13494" y="1812"/>
                    <a:pt x="13199" y="0"/>
                    <a:pt x="131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37"/>
            <p:cNvSpPr/>
            <p:nvPr/>
          </p:nvSpPr>
          <p:spPr>
            <a:xfrm>
              <a:off x="4968550" y="2285850"/>
              <a:ext cx="823525" cy="628625"/>
            </a:xfrm>
            <a:custGeom>
              <a:avLst/>
              <a:gdLst/>
              <a:ahLst/>
              <a:cxnLst/>
              <a:rect l="l" t="t" r="r" b="b"/>
              <a:pathLst>
                <a:path w="32941" h="25145" extrusionOk="0">
                  <a:moveTo>
                    <a:pt x="3235" y="0"/>
                  </a:moveTo>
                  <a:cubicBezTo>
                    <a:pt x="3026" y="0"/>
                    <a:pt x="2810" y="6"/>
                    <a:pt x="2588" y="18"/>
                  </a:cubicBezTo>
                  <a:cubicBezTo>
                    <a:pt x="1479" y="92"/>
                    <a:pt x="666" y="536"/>
                    <a:pt x="0" y="1090"/>
                  </a:cubicBezTo>
                  <a:cubicBezTo>
                    <a:pt x="37" y="1349"/>
                    <a:pt x="74" y="1608"/>
                    <a:pt x="74" y="1793"/>
                  </a:cubicBezTo>
                  <a:cubicBezTo>
                    <a:pt x="222" y="3456"/>
                    <a:pt x="370" y="14695"/>
                    <a:pt x="1331" y="16507"/>
                  </a:cubicBezTo>
                  <a:cubicBezTo>
                    <a:pt x="2297" y="18296"/>
                    <a:pt x="5169" y="25144"/>
                    <a:pt x="14239" y="25144"/>
                  </a:cubicBezTo>
                  <a:cubicBezTo>
                    <a:pt x="14539" y="25144"/>
                    <a:pt x="14845" y="25137"/>
                    <a:pt x="15158" y="25121"/>
                  </a:cubicBezTo>
                  <a:cubicBezTo>
                    <a:pt x="22219" y="24825"/>
                    <a:pt x="25769" y="19058"/>
                    <a:pt x="27174" y="15398"/>
                  </a:cubicBezTo>
                  <a:cubicBezTo>
                    <a:pt x="28578" y="11738"/>
                    <a:pt x="28874" y="7523"/>
                    <a:pt x="28874" y="7523"/>
                  </a:cubicBezTo>
                  <a:cubicBezTo>
                    <a:pt x="28874" y="7523"/>
                    <a:pt x="32941" y="6821"/>
                    <a:pt x="32941" y="3456"/>
                  </a:cubicBezTo>
                  <a:cubicBezTo>
                    <a:pt x="32941" y="2791"/>
                    <a:pt x="32904" y="2088"/>
                    <a:pt x="32830" y="1386"/>
                  </a:cubicBezTo>
                  <a:cubicBezTo>
                    <a:pt x="32719" y="2458"/>
                    <a:pt x="32497" y="3641"/>
                    <a:pt x="32054" y="4602"/>
                  </a:cubicBezTo>
                  <a:cubicBezTo>
                    <a:pt x="31225" y="6421"/>
                    <a:pt x="29447" y="6673"/>
                    <a:pt x="28528" y="6673"/>
                  </a:cubicBezTo>
                  <a:cubicBezTo>
                    <a:pt x="28176" y="6673"/>
                    <a:pt x="27950" y="6636"/>
                    <a:pt x="27950" y="6636"/>
                  </a:cubicBezTo>
                  <a:cubicBezTo>
                    <a:pt x="27950" y="6636"/>
                    <a:pt x="26101" y="16248"/>
                    <a:pt x="23587" y="19206"/>
                  </a:cubicBezTo>
                  <a:cubicBezTo>
                    <a:pt x="21937" y="21148"/>
                    <a:pt x="18421" y="22899"/>
                    <a:pt x="14265" y="22899"/>
                  </a:cubicBezTo>
                  <a:cubicBezTo>
                    <a:pt x="12091" y="22899"/>
                    <a:pt x="9743" y="22420"/>
                    <a:pt x="7394" y="21239"/>
                  </a:cubicBezTo>
                  <a:cubicBezTo>
                    <a:pt x="555" y="17838"/>
                    <a:pt x="1479" y="9409"/>
                    <a:pt x="1479" y="9409"/>
                  </a:cubicBezTo>
                  <a:cubicBezTo>
                    <a:pt x="1479" y="9409"/>
                    <a:pt x="5583" y="9409"/>
                    <a:pt x="7172" y="5527"/>
                  </a:cubicBezTo>
                  <a:cubicBezTo>
                    <a:pt x="8677" y="1853"/>
                    <a:pt x="6936" y="0"/>
                    <a:pt x="32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37"/>
            <p:cNvSpPr/>
            <p:nvPr/>
          </p:nvSpPr>
          <p:spPr>
            <a:xfrm>
              <a:off x="4968550" y="2286300"/>
              <a:ext cx="823525" cy="628525"/>
            </a:xfrm>
            <a:custGeom>
              <a:avLst/>
              <a:gdLst/>
              <a:ahLst/>
              <a:cxnLst/>
              <a:rect l="l" t="t" r="r" b="b"/>
              <a:pathLst>
                <a:path w="32941" h="25141" extrusionOk="0">
                  <a:moveTo>
                    <a:pt x="2588" y="0"/>
                  </a:moveTo>
                  <a:cubicBezTo>
                    <a:pt x="1479" y="74"/>
                    <a:pt x="666" y="518"/>
                    <a:pt x="0" y="1072"/>
                  </a:cubicBezTo>
                  <a:cubicBezTo>
                    <a:pt x="37" y="1331"/>
                    <a:pt x="74" y="1553"/>
                    <a:pt x="74" y="1775"/>
                  </a:cubicBezTo>
                  <a:cubicBezTo>
                    <a:pt x="222" y="3401"/>
                    <a:pt x="370" y="14197"/>
                    <a:pt x="1294" y="16378"/>
                  </a:cubicBezTo>
                  <a:cubicBezTo>
                    <a:pt x="1294" y="16415"/>
                    <a:pt x="1331" y="16452"/>
                    <a:pt x="1331" y="16489"/>
                  </a:cubicBezTo>
                  <a:cubicBezTo>
                    <a:pt x="1405" y="16637"/>
                    <a:pt x="1479" y="16785"/>
                    <a:pt x="1590" y="16970"/>
                  </a:cubicBezTo>
                  <a:cubicBezTo>
                    <a:pt x="1664" y="17155"/>
                    <a:pt x="1812" y="17376"/>
                    <a:pt x="1923" y="17598"/>
                  </a:cubicBezTo>
                  <a:cubicBezTo>
                    <a:pt x="2255" y="18227"/>
                    <a:pt x="2699" y="19003"/>
                    <a:pt x="3327" y="19816"/>
                  </a:cubicBezTo>
                  <a:cubicBezTo>
                    <a:pt x="3475" y="20038"/>
                    <a:pt x="3623" y="20260"/>
                    <a:pt x="3808" y="20482"/>
                  </a:cubicBezTo>
                  <a:cubicBezTo>
                    <a:pt x="3919" y="20593"/>
                    <a:pt x="3993" y="20667"/>
                    <a:pt x="4067" y="20778"/>
                  </a:cubicBezTo>
                  <a:cubicBezTo>
                    <a:pt x="6026" y="22996"/>
                    <a:pt x="9169" y="25140"/>
                    <a:pt x="14271" y="25140"/>
                  </a:cubicBezTo>
                  <a:cubicBezTo>
                    <a:pt x="14567" y="25140"/>
                    <a:pt x="14862" y="25140"/>
                    <a:pt x="15158" y="25103"/>
                  </a:cubicBezTo>
                  <a:cubicBezTo>
                    <a:pt x="16748" y="25029"/>
                    <a:pt x="18190" y="24697"/>
                    <a:pt x="19447" y="24142"/>
                  </a:cubicBezTo>
                  <a:cubicBezTo>
                    <a:pt x="19853" y="23957"/>
                    <a:pt x="20223" y="23772"/>
                    <a:pt x="20593" y="23587"/>
                  </a:cubicBezTo>
                  <a:lnTo>
                    <a:pt x="20630" y="23550"/>
                  </a:lnTo>
                  <a:cubicBezTo>
                    <a:pt x="20852" y="23403"/>
                    <a:pt x="21073" y="23292"/>
                    <a:pt x="21295" y="23144"/>
                  </a:cubicBezTo>
                  <a:cubicBezTo>
                    <a:pt x="22811" y="22109"/>
                    <a:pt x="24031" y="20815"/>
                    <a:pt x="24992" y="19484"/>
                  </a:cubicBezTo>
                  <a:cubicBezTo>
                    <a:pt x="25140" y="19299"/>
                    <a:pt x="25251" y="19114"/>
                    <a:pt x="25399" y="18892"/>
                  </a:cubicBezTo>
                  <a:cubicBezTo>
                    <a:pt x="25584" y="18596"/>
                    <a:pt x="25769" y="18301"/>
                    <a:pt x="25953" y="18005"/>
                  </a:cubicBezTo>
                  <a:cubicBezTo>
                    <a:pt x="26064" y="17783"/>
                    <a:pt x="26175" y="17598"/>
                    <a:pt x="26286" y="17376"/>
                  </a:cubicBezTo>
                  <a:cubicBezTo>
                    <a:pt x="26656" y="16674"/>
                    <a:pt x="26952" y="16008"/>
                    <a:pt x="27174" y="15380"/>
                  </a:cubicBezTo>
                  <a:cubicBezTo>
                    <a:pt x="28578" y="11720"/>
                    <a:pt x="28874" y="7505"/>
                    <a:pt x="28874" y="7505"/>
                  </a:cubicBezTo>
                  <a:cubicBezTo>
                    <a:pt x="28874" y="7505"/>
                    <a:pt x="32941" y="6803"/>
                    <a:pt x="32941" y="3438"/>
                  </a:cubicBezTo>
                  <a:cubicBezTo>
                    <a:pt x="32941" y="2773"/>
                    <a:pt x="32904" y="2070"/>
                    <a:pt x="32830" y="1368"/>
                  </a:cubicBezTo>
                  <a:cubicBezTo>
                    <a:pt x="32719" y="2440"/>
                    <a:pt x="32497" y="3623"/>
                    <a:pt x="32054" y="4584"/>
                  </a:cubicBezTo>
                  <a:cubicBezTo>
                    <a:pt x="31203" y="6433"/>
                    <a:pt x="29392" y="6655"/>
                    <a:pt x="28467" y="6655"/>
                  </a:cubicBezTo>
                  <a:cubicBezTo>
                    <a:pt x="28135" y="6655"/>
                    <a:pt x="27950" y="6618"/>
                    <a:pt x="27950" y="6618"/>
                  </a:cubicBezTo>
                  <a:cubicBezTo>
                    <a:pt x="27950" y="6618"/>
                    <a:pt x="26101" y="16230"/>
                    <a:pt x="23587" y="19188"/>
                  </a:cubicBezTo>
                  <a:cubicBezTo>
                    <a:pt x="21961" y="21147"/>
                    <a:pt x="18411" y="22885"/>
                    <a:pt x="14271" y="22885"/>
                  </a:cubicBezTo>
                  <a:cubicBezTo>
                    <a:pt x="12090" y="22885"/>
                    <a:pt x="9760" y="22404"/>
                    <a:pt x="7394" y="21221"/>
                  </a:cubicBezTo>
                  <a:cubicBezTo>
                    <a:pt x="1997" y="18522"/>
                    <a:pt x="1442" y="12718"/>
                    <a:pt x="1405" y="10389"/>
                  </a:cubicBezTo>
                  <a:cubicBezTo>
                    <a:pt x="1405" y="9760"/>
                    <a:pt x="1479" y="9391"/>
                    <a:pt x="1479" y="9391"/>
                  </a:cubicBezTo>
                  <a:cubicBezTo>
                    <a:pt x="1479" y="9391"/>
                    <a:pt x="5583" y="9391"/>
                    <a:pt x="7172" y="5509"/>
                  </a:cubicBezTo>
                  <a:cubicBezTo>
                    <a:pt x="7542" y="4584"/>
                    <a:pt x="7727" y="3808"/>
                    <a:pt x="7727" y="3143"/>
                  </a:cubicBezTo>
                  <a:cubicBezTo>
                    <a:pt x="7727" y="1035"/>
                    <a:pt x="6026" y="0"/>
                    <a:pt x="3254"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2514"/>
                    <a:pt x="8725" y="0"/>
                    <a:pt x="5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3624"/>
                    <a:pt x="10204" y="1886"/>
                    <a:pt x="8652" y="888"/>
                  </a:cubicBezTo>
                  <a:cubicBezTo>
                    <a:pt x="8504" y="814"/>
                    <a:pt x="8393" y="740"/>
                    <a:pt x="8282" y="666"/>
                  </a:cubicBezTo>
                  <a:cubicBezTo>
                    <a:pt x="7468" y="222"/>
                    <a:pt x="6581" y="0"/>
                    <a:pt x="562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37"/>
            <p:cNvSpPr/>
            <p:nvPr/>
          </p:nvSpPr>
          <p:spPr>
            <a:xfrm>
              <a:off x="4970400" y="1866675"/>
              <a:ext cx="695050" cy="401150"/>
            </a:xfrm>
            <a:custGeom>
              <a:avLst/>
              <a:gdLst/>
              <a:ahLst/>
              <a:cxnLst/>
              <a:rect l="l" t="t" r="r" b="b"/>
              <a:pathLst>
                <a:path w="27802" h="16046" extrusionOk="0">
                  <a:moveTo>
                    <a:pt x="13199" y="0"/>
                  </a:moveTo>
                  <a:cubicBezTo>
                    <a:pt x="13199" y="0"/>
                    <a:pt x="3106" y="6470"/>
                    <a:pt x="998" y="8984"/>
                  </a:cubicBezTo>
                  <a:cubicBezTo>
                    <a:pt x="518" y="9576"/>
                    <a:pt x="185" y="10278"/>
                    <a:pt x="0" y="11055"/>
                  </a:cubicBezTo>
                  <a:lnTo>
                    <a:pt x="12570" y="5842"/>
                  </a:lnTo>
                  <a:cubicBezTo>
                    <a:pt x="12570" y="5842"/>
                    <a:pt x="16970" y="11683"/>
                    <a:pt x="21702" y="14530"/>
                  </a:cubicBezTo>
                  <a:cubicBezTo>
                    <a:pt x="21813" y="14604"/>
                    <a:pt x="21924" y="14678"/>
                    <a:pt x="22072" y="14752"/>
                  </a:cubicBezTo>
                  <a:cubicBezTo>
                    <a:pt x="23439" y="15528"/>
                    <a:pt x="24844" y="16046"/>
                    <a:pt x="26175" y="16046"/>
                  </a:cubicBezTo>
                  <a:cubicBezTo>
                    <a:pt x="26730" y="16046"/>
                    <a:pt x="27284" y="15935"/>
                    <a:pt x="27802" y="15750"/>
                  </a:cubicBezTo>
                  <a:cubicBezTo>
                    <a:pt x="27802" y="15750"/>
                    <a:pt x="22478" y="12238"/>
                    <a:pt x="17968" y="7025"/>
                  </a:cubicBezTo>
                  <a:cubicBezTo>
                    <a:pt x="13494" y="1812"/>
                    <a:pt x="13199" y="0"/>
                    <a:pt x="131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37"/>
            <p:cNvSpPr/>
            <p:nvPr/>
          </p:nvSpPr>
          <p:spPr>
            <a:xfrm>
              <a:off x="5512925" y="2229900"/>
              <a:ext cx="9275" cy="5575"/>
            </a:xfrm>
            <a:custGeom>
              <a:avLst/>
              <a:gdLst/>
              <a:ahLst/>
              <a:cxnLst/>
              <a:rect l="l" t="t" r="r" b="b"/>
              <a:pathLst>
                <a:path w="371" h="223" extrusionOk="0">
                  <a:moveTo>
                    <a:pt x="371" y="223"/>
                  </a:moveTo>
                  <a:cubicBezTo>
                    <a:pt x="223" y="149"/>
                    <a:pt x="112" y="75"/>
                    <a:pt x="1" y="1"/>
                  </a:cubicBezTo>
                  <a:cubicBezTo>
                    <a:pt x="112" y="75"/>
                    <a:pt x="223" y="149"/>
                    <a:pt x="371" y="22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37"/>
            <p:cNvSpPr/>
            <p:nvPr/>
          </p:nvSpPr>
          <p:spPr>
            <a:xfrm>
              <a:off x="4953750" y="1859125"/>
              <a:ext cx="846650" cy="1063075"/>
            </a:xfrm>
            <a:custGeom>
              <a:avLst/>
              <a:gdLst/>
              <a:ahLst/>
              <a:cxnLst/>
              <a:rect l="l" t="t" r="r" b="b"/>
              <a:pathLst>
                <a:path w="33866" h="42523" extrusionOk="0">
                  <a:moveTo>
                    <a:pt x="13708" y="776"/>
                  </a:moveTo>
                  <a:cubicBezTo>
                    <a:pt x="14019" y="1589"/>
                    <a:pt x="15032" y="3606"/>
                    <a:pt x="18412" y="7512"/>
                  </a:cubicBezTo>
                  <a:cubicBezTo>
                    <a:pt x="22959" y="12762"/>
                    <a:pt x="28283" y="16274"/>
                    <a:pt x="28320" y="16311"/>
                  </a:cubicBezTo>
                  <a:cubicBezTo>
                    <a:pt x="28394" y="16348"/>
                    <a:pt x="28468" y="16348"/>
                    <a:pt x="28542" y="16348"/>
                  </a:cubicBezTo>
                  <a:cubicBezTo>
                    <a:pt x="28616" y="16311"/>
                    <a:pt x="28690" y="16274"/>
                    <a:pt x="28764" y="16200"/>
                  </a:cubicBezTo>
                  <a:cubicBezTo>
                    <a:pt x="28764" y="16200"/>
                    <a:pt x="28764" y="16163"/>
                    <a:pt x="28801" y="16089"/>
                  </a:cubicBezTo>
                  <a:cubicBezTo>
                    <a:pt x="28912" y="15904"/>
                    <a:pt x="29244" y="15386"/>
                    <a:pt x="29651" y="14906"/>
                  </a:cubicBezTo>
                  <a:cubicBezTo>
                    <a:pt x="29836" y="14647"/>
                    <a:pt x="30058" y="14425"/>
                    <a:pt x="30280" y="14277"/>
                  </a:cubicBezTo>
                  <a:cubicBezTo>
                    <a:pt x="30464" y="14092"/>
                    <a:pt x="30649" y="13982"/>
                    <a:pt x="30797" y="13945"/>
                  </a:cubicBezTo>
                  <a:cubicBezTo>
                    <a:pt x="30871" y="13945"/>
                    <a:pt x="30945" y="13908"/>
                    <a:pt x="31019" y="13908"/>
                  </a:cubicBezTo>
                  <a:cubicBezTo>
                    <a:pt x="31315" y="13908"/>
                    <a:pt x="31610" y="14092"/>
                    <a:pt x="31869" y="14425"/>
                  </a:cubicBezTo>
                  <a:cubicBezTo>
                    <a:pt x="32313" y="14980"/>
                    <a:pt x="32683" y="15904"/>
                    <a:pt x="32904" y="17013"/>
                  </a:cubicBezTo>
                  <a:cubicBezTo>
                    <a:pt x="33126" y="18085"/>
                    <a:pt x="33237" y="19342"/>
                    <a:pt x="33237" y="20525"/>
                  </a:cubicBezTo>
                  <a:cubicBezTo>
                    <a:pt x="33237" y="21302"/>
                    <a:pt x="33015" y="21930"/>
                    <a:pt x="32646" y="22411"/>
                  </a:cubicBezTo>
                  <a:cubicBezTo>
                    <a:pt x="32128" y="23150"/>
                    <a:pt x="31315" y="23631"/>
                    <a:pt x="30649" y="23927"/>
                  </a:cubicBezTo>
                  <a:cubicBezTo>
                    <a:pt x="30280" y="24075"/>
                    <a:pt x="29984" y="24149"/>
                    <a:pt x="29762" y="24222"/>
                  </a:cubicBezTo>
                  <a:cubicBezTo>
                    <a:pt x="29651" y="24259"/>
                    <a:pt x="29577" y="24259"/>
                    <a:pt x="29503" y="24296"/>
                  </a:cubicBezTo>
                  <a:lnTo>
                    <a:pt x="29429" y="24296"/>
                  </a:lnTo>
                  <a:cubicBezTo>
                    <a:pt x="29281" y="24333"/>
                    <a:pt x="29170" y="24444"/>
                    <a:pt x="29170" y="24592"/>
                  </a:cubicBezTo>
                  <a:cubicBezTo>
                    <a:pt x="29170" y="24592"/>
                    <a:pt x="29170" y="24629"/>
                    <a:pt x="29133" y="24777"/>
                  </a:cubicBezTo>
                  <a:cubicBezTo>
                    <a:pt x="29059" y="25590"/>
                    <a:pt x="28690" y="29213"/>
                    <a:pt x="27507" y="32356"/>
                  </a:cubicBezTo>
                  <a:cubicBezTo>
                    <a:pt x="26804" y="34168"/>
                    <a:pt x="25584" y="36460"/>
                    <a:pt x="23662" y="38382"/>
                  </a:cubicBezTo>
                  <a:cubicBezTo>
                    <a:pt x="21776" y="40268"/>
                    <a:pt x="19188" y="41747"/>
                    <a:pt x="15750" y="41894"/>
                  </a:cubicBezTo>
                  <a:cubicBezTo>
                    <a:pt x="15454" y="41894"/>
                    <a:pt x="15159" y="41931"/>
                    <a:pt x="14863" y="41931"/>
                  </a:cubicBezTo>
                  <a:cubicBezTo>
                    <a:pt x="10389" y="41931"/>
                    <a:pt x="7506" y="40231"/>
                    <a:pt x="5546" y="38345"/>
                  </a:cubicBezTo>
                  <a:cubicBezTo>
                    <a:pt x="4585" y="37421"/>
                    <a:pt x="3883" y="36386"/>
                    <a:pt x="3328" y="35535"/>
                  </a:cubicBezTo>
                  <a:cubicBezTo>
                    <a:pt x="2810" y="34648"/>
                    <a:pt x="2441" y="33909"/>
                    <a:pt x="2219" y="33428"/>
                  </a:cubicBezTo>
                  <a:cubicBezTo>
                    <a:pt x="2108" y="33280"/>
                    <a:pt x="1997" y="32911"/>
                    <a:pt x="1923" y="32430"/>
                  </a:cubicBezTo>
                  <a:cubicBezTo>
                    <a:pt x="1590" y="30766"/>
                    <a:pt x="1369" y="27735"/>
                    <a:pt x="1221" y="24925"/>
                  </a:cubicBezTo>
                  <a:cubicBezTo>
                    <a:pt x="1110" y="22115"/>
                    <a:pt x="1036" y="19564"/>
                    <a:pt x="999" y="18825"/>
                  </a:cubicBezTo>
                  <a:cubicBezTo>
                    <a:pt x="925" y="17937"/>
                    <a:pt x="629" y="16237"/>
                    <a:pt x="629" y="14388"/>
                  </a:cubicBezTo>
                  <a:cubicBezTo>
                    <a:pt x="629" y="12540"/>
                    <a:pt x="925" y="10654"/>
                    <a:pt x="1886" y="9508"/>
                  </a:cubicBezTo>
                  <a:cubicBezTo>
                    <a:pt x="2404" y="8917"/>
                    <a:pt x="3402" y="8029"/>
                    <a:pt x="4659" y="7068"/>
                  </a:cubicBezTo>
                  <a:cubicBezTo>
                    <a:pt x="6507" y="5626"/>
                    <a:pt x="8837" y="3999"/>
                    <a:pt x="10722" y="2742"/>
                  </a:cubicBezTo>
                  <a:cubicBezTo>
                    <a:pt x="11683" y="2114"/>
                    <a:pt x="12497" y="1559"/>
                    <a:pt x="13088" y="1190"/>
                  </a:cubicBezTo>
                  <a:cubicBezTo>
                    <a:pt x="13338" y="1018"/>
                    <a:pt x="13548" y="879"/>
                    <a:pt x="13708" y="776"/>
                  </a:cubicBezTo>
                  <a:close/>
                  <a:moveTo>
                    <a:pt x="13875" y="1"/>
                  </a:moveTo>
                  <a:cubicBezTo>
                    <a:pt x="13814" y="1"/>
                    <a:pt x="13759" y="22"/>
                    <a:pt x="13717" y="44"/>
                  </a:cubicBezTo>
                  <a:cubicBezTo>
                    <a:pt x="13717" y="44"/>
                    <a:pt x="11166" y="1670"/>
                    <a:pt x="8393" y="3593"/>
                  </a:cubicBezTo>
                  <a:cubicBezTo>
                    <a:pt x="6988" y="4554"/>
                    <a:pt x="5509" y="5626"/>
                    <a:pt x="4252" y="6587"/>
                  </a:cubicBezTo>
                  <a:cubicBezTo>
                    <a:pt x="3032" y="7549"/>
                    <a:pt x="1997" y="8436"/>
                    <a:pt x="1405" y="9101"/>
                  </a:cubicBezTo>
                  <a:cubicBezTo>
                    <a:pt x="296" y="10469"/>
                    <a:pt x="1" y="12503"/>
                    <a:pt x="1" y="14388"/>
                  </a:cubicBezTo>
                  <a:cubicBezTo>
                    <a:pt x="1" y="16274"/>
                    <a:pt x="296" y="18048"/>
                    <a:pt x="370" y="18862"/>
                  </a:cubicBezTo>
                  <a:cubicBezTo>
                    <a:pt x="444" y="19675"/>
                    <a:pt x="518" y="22928"/>
                    <a:pt x="666" y="26182"/>
                  </a:cubicBezTo>
                  <a:cubicBezTo>
                    <a:pt x="777" y="27809"/>
                    <a:pt x="888" y="29435"/>
                    <a:pt x="1036" y="30803"/>
                  </a:cubicBezTo>
                  <a:cubicBezTo>
                    <a:pt x="1110" y="31469"/>
                    <a:pt x="1221" y="32060"/>
                    <a:pt x="1295" y="32578"/>
                  </a:cubicBezTo>
                  <a:cubicBezTo>
                    <a:pt x="1405" y="33058"/>
                    <a:pt x="1516" y="33465"/>
                    <a:pt x="1664" y="33724"/>
                  </a:cubicBezTo>
                  <a:cubicBezTo>
                    <a:pt x="1886" y="34168"/>
                    <a:pt x="2256" y="34944"/>
                    <a:pt x="2810" y="35831"/>
                  </a:cubicBezTo>
                  <a:cubicBezTo>
                    <a:pt x="3661" y="37199"/>
                    <a:pt x="4918" y="38900"/>
                    <a:pt x="6840" y="40231"/>
                  </a:cubicBezTo>
                  <a:cubicBezTo>
                    <a:pt x="8800" y="41562"/>
                    <a:pt x="11388" y="42523"/>
                    <a:pt x="14863" y="42523"/>
                  </a:cubicBezTo>
                  <a:lnTo>
                    <a:pt x="15750" y="42523"/>
                  </a:lnTo>
                  <a:cubicBezTo>
                    <a:pt x="19373" y="42338"/>
                    <a:pt x="22109" y="40785"/>
                    <a:pt x="24105" y="38789"/>
                  </a:cubicBezTo>
                  <a:cubicBezTo>
                    <a:pt x="26102" y="36829"/>
                    <a:pt x="27359" y="34426"/>
                    <a:pt x="28061" y="32578"/>
                  </a:cubicBezTo>
                  <a:cubicBezTo>
                    <a:pt x="29304" y="29392"/>
                    <a:pt x="29668" y="25795"/>
                    <a:pt x="29745" y="24860"/>
                  </a:cubicBezTo>
                  <a:lnTo>
                    <a:pt x="29745" y="24860"/>
                  </a:lnTo>
                  <a:cubicBezTo>
                    <a:pt x="30118" y="24769"/>
                    <a:pt x="30873" y="24565"/>
                    <a:pt x="31647" y="24112"/>
                  </a:cubicBezTo>
                  <a:cubicBezTo>
                    <a:pt x="32202" y="23779"/>
                    <a:pt x="32757" y="23335"/>
                    <a:pt x="33163" y="22781"/>
                  </a:cubicBezTo>
                  <a:cubicBezTo>
                    <a:pt x="33570" y="22189"/>
                    <a:pt x="33866" y="21450"/>
                    <a:pt x="33866" y="20525"/>
                  </a:cubicBezTo>
                  <a:cubicBezTo>
                    <a:pt x="33866" y="18899"/>
                    <a:pt x="33644" y="17161"/>
                    <a:pt x="33200" y="15793"/>
                  </a:cubicBezTo>
                  <a:cubicBezTo>
                    <a:pt x="32978" y="15091"/>
                    <a:pt x="32720" y="14499"/>
                    <a:pt x="32387" y="14056"/>
                  </a:cubicBezTo>
                  <a:cubicBezTo>
                    <a:pt x="32017" y="13612"/>
                    <a:pt x="31537" y="13316"/>
                    <a:pt x="31019" y="13316"/>
                  </a:cubicBezTo>
                  <a:cubicBezTo>
                    <a:pt x="30908" y="13316"/>
                    <a:pt x="30760" y="13316"/>
                    <a:pt x="30649" y="13353"/>
                  </a:cubicBezTo>
                  <a:cubicBezTo>
                    <a:pt x="30316" y="13427"/>
                    <a:pt x="30021" y="13649"/>
                    <a:pt x="29762" y="13871"/>
                  </a:cubicBezTo>
                  <a:cubicBezTo>
                    <a:pt x="29193" y="14414"/>
                    <a:pt x="28661" y="15173"/>
                    <a:pt x="28392" y="15581"/>
                  </a:cubicBezTo>
                  <a:lnTo>
                    <a:pt x="28392" y="15581"/>
                  </a:lnTo>
                  <a:cubicBezTo>
                    <a:pt x="27251" y="14793"/>
                    <a:pt x="22729" y="11599"/>
                    <a:pt x="18893" y="7142"/>
                  </a:cubicBezTo>
                  <a:cubicBezTo>
                    <a:pt x="16637" y="4554"/>
                    <a:pt x="15454" y="2816"/>
                    <a:pt x="14863" y="1707"/>
                  </a:cubicBezTo>
                  <a:cubicBezTo>
                    <a:pt x="14530" y="1190"/>
                    <a:pt x="14382" y="783"/>
                    <a:pt x="14271" y="561"/>
                  </a:cubicBezTo>
                  <a:cubicBezTo>
                    <a:pt x="14234" y="450"/>
                    <a:pt x="14197" y="376"/>
                    <a:pt x="14197" y="302"/>
                  </a:cubicBezTo>
                  <a:lnTo>
                    <a:pt x="14197" y="265"/>
                  </a:lnTo>
                  <a:cubicBezTo>
                    <a:pt x="14160" y="155"/>
                    <a:pt x="14086" y="81"/>
                    <a:pt x="14012" y="44"/>
                  </a:cubicBezTo>
                  <a:cubicBezTo>
                    <a:pt x="13966" y="12"/>
                    <a:pt x="13919" y="1"/>
                    <a:pt x="1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37"/>
            <p:cNvSpPr/>
            <p:nvPr/>
          </p:nvSpPr>
          <p:spPr>
            <a:xfrm>
              <a:off x="4911225" y="2165200"/>
              <a:ext cx="287475" cy="288400"/>
            </a:xfrm>
            <a:custGeom>
              <a:avLst/>
              <a:gdLst/>
              <a:ahLst/>
              <a:cxnLst/>
              <a:rect l="l" t="t" r="r" b="b"/>
              <a:pathLst>
                <a:path w="11499" h="11536" extrusionOk="0">
                  <a:moveTo>
                    <a:pt x="5731" y="1"/>
                  </a:moveTo>
                  <a:cubicBezTo>
                    <a:pt x="2552" y="1"/>
                    <a:pt x="1" y="2589"/>
                    <a:pt x="1" y="5768"/>
                  </a:cubicBezTo>
                  <a:cubicBezTo>
                    <a:pt x="1" y="8948"/>
                    <a:pt x="2552" y="11536"/>
                    <a:pt x="5731" y="11536"/>
                  </a:cubicBezTo>
                  <a:cubicBezTo>
                    <a:pt x="8911" y="11536"/>
                    <a:pt x="11499" y="8948"/>
                    <a:pt x="11499" y="5768"/>
                  </a:cubicBezTo>
                  <a:cubicBezTo>
                    <a:pt x="11499" y="2589"/>
                    <a:pt x="8911" y="1"/>
                    <a:pt x="57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37"/>
            <p:cNvSpPr/>
            <p:nvPr/>
          </p:nvSpPr>
          <p:spPr>
            <a:xfrm>
              <a:off x="4936200" y="2265950"/>
              <a:ext cx="262500" cy="187650"/>
            </a:xfrm>
            <a:custGeom>
              <a:avLst/>
              <a:gdLst/>
              <a:ahLst/>
              <a:cxnLst/>
              <a:rect l="l" t="t" r="r" b="b"/>
              <a:pathLst>
                <a:path w="10500" h="7506" extrusionOk="0">
                  <a:moveTo>
                    <a:pt x="10241" y="1"/>
                  </a:moveTo>
                  <a:cubicBezTo>
                    <a:pt x="9760" y="1036"/>
                    <a:pt x="9169" y="1849"/>
                    <a:pt x="8577" y="1886"/>
                  </a:cubicBezTo>
                  <a:cubicBezTo>
                    <a:pt x="8232" y="1919"/>
                    <a:pt x="7936" y="1932"/>
                    <a:pt x="7674" y="1932"/>
                  </a:cubicBezTo>
                  <a:cubicBezTo>
                    <a:pt x="6621" y="1932"/>
                    <a:pt x="6125" y="1720"/>
                    <a:pt x="5209" y="1720"/>
                  </a:cubicBezTo>
                  <a:cubicBezTo>
                    <a:pt x="5063" y="1720"/>
                    <a:pt x="4905" y="1726"/>
                    <a:pt x="4732" y="1738"/>
                  </a:cubicBezTo>
                  <a:cubicBezTo>
                    <a:pt x="3771" y="1775"/>
                    <a:pt x="1479" y="3661"/>
                    <a:pt x="0" y="4955"/>
                  </a:cubicBezTo>
                  <a:cubicBezTo>
                    <a:pt x="1035" y="6471"/>
                    <a:pt x="2773" y="7506"/>
                    <a:pt x="4732" y="7506"/>
                  </a:cubicBezTo>
                  <a:cubicBezTo>
                    <a:pt x="7912" y="7506"/>
                    <a:pt x="10500" y="4918"/>
                    <a:pt x="10500" y="1738"/>
                  </a:cubicBezTo>
                  <a:cubicBezTo>
                    <a:pt x="10500" y="1110"/>
                    <a:pt x="10426" y="555"/>
                    <a:pt x="102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37"/>
            <p:cNvSpPr/>
            <p:nvPr/>
          </p:nvSpPr>
          <p:spPr>
            <a:xfrm>
              <a:off x="4902925" y="2157825"/>
              <a:ext cx="303175" cy="303175"/>
            </a:xfrm>
            <a:custGeom>
              <a:avLst/>
              <a:gdLst/>
              <a:ahLst/>
              <a:cxnLst/>
              <a:rect l="l" t="t" r="r" b="b"/>
              <a:pathLst>
                <a:path w="12127" h="12127" extrusionOk="0">
                  <a:moveTo>
                    <a:pt x="6063" y="592"/>
                  </a:moveTo>
                  <a:cubicBezTo>
                    <a:pt x="7579" y="592"/>
                    <a:pt x="8947" y="1220"/>
                    <a:pt x="9945" y="2218"/>
                  </a:cubicBezTo>
                  <a:cubicBezTo>
                    <a:pt x="10907" y="3180"/>
                    <a:pt x="11535" y="4548"/>
                    <a:pt x="11535" y="6063"/>
                  </a:cubicBezTo>
                  <a:cubicBezTo>
                    <a:pt x="11535" y="7542"/>
                    <a:pt x="10907" y="8910"/>
                    <a:pt x="9945" y="9908"/>
                  </a:cubicBezTo>
                  <a:cubicBezTo>
                    <a:pt x="8947" y="10907"/>
                    <a:pt x="7579" y="11498"/>
                    <a:pt x="6063" y="11498"/>
                  </a:cubicBezTo>
                  <a:cubicBezTo>
                    <a:pt x="4585" y="11498"/>
                    <a:pt x="3217" y="10907"/>
                    <a:pt x="2218" y="9908"/>
                  </a:cubicBezTo>
                  <a:cubicBezTo>
                    <a:pt x="1220" y="8910"/>
                    <a:pt x="629" y="7542"/>
                    <a:pt x="629" y="6063"/>
                  </a:cubicBezTo>
                  <a:cubicBezTo>
                    <a:pt x="629" y="4548"/>
                    <a:pt x="1220" y="3180"/>
                    <a:pt x="2218" y="2218"/>
                  </a:cubicBezTo>
                  <a:cubicBezTo>
                    <a:pt x="3217" y="1220"/>
                    <a:pt x="4585" y="592"/>
                    <a:pt x="6063" y="592"/>
                  </a:cubicBezTo>
                  <a:close/>
                  <a:moveTo>
                    <a:pt x="6063" y="0"/>
                  </a:moveTo>
                  <a:cubicBezTo>
                    <a:pt x="2736" y="0"/>
                    <a:pt x="0" y="2699"/>
                    <a:pt x="0" y="6063"/>
                  </a:cubicBezTo>
                  <a:cubicBezTo>
                    <a:pt x="0" y="9391"/>
                    <a:pt x="2736" y="12127"/>
                    <a:pt x="6063" y="12127"/>
                  </a:cubicBezTo>
                  <a:cubicBezTo>
                    <a:pt x="9428" y="12127"/>
                    <a:pt x="12127" y="9391"/>
                    <a:pt x="12127" y="6063"/>
                  </a:cubicBezTo>
                  <a:cubicBezTo>
                    <a:pt x="12127" y="2699"/>
                    <a:pt x="9428" y="0"/>
                    <a:pt x="6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37"/>
            <p:cNvSpPr/>
            <p:nvPr/>
          </p:nvSpPr>
          <p:spPr>
            <a:xfrm>
              <a:off x="5304050" y="2165200"/>
              <a:ext cx="288400" cy="288400"/>
            </a:xfrm>
            <a:custGeom>
              <a:avLst/>
              <a:gdLst/>
              <a:ahLst/>
              <a:cxnLst/>
              <a:rect l="l" t="t" r="r" b="b"/>
              <a:pathLst>
                <a:path w="11536" h="11536" extrusionOk="0">
                  <a:moveTo>
                    <a:pt x="5768" y="1"/>
                  </a:moveTo>
                  <a:cubicBezTo>
                    <a:pt x="2588" y="1"/>
                    <a:pt x="0" y="2589"/>
                    <a:pt x="0" y="5768"/>
                  </a:cubicBezTo>
                  <a:cubicBezTo>
                    <a:pt x="0" y="8948"/>
                    <a:pt x="2588" y="11536"/>
                    <a:pt x="5768" y="11536"/>
                  </a:cubicBezTo>
                  <a:cubicBezTo>
                    <a:pt x="8947" y="11536"/>
                    <a:pt x="11535" y="8948"/>
                    <a:pt x="11535" y="5768"/>
                  </a:cubicBezTo>
                  <a:cubicBezTo>
                    <a:pt x="11535" y="2589"/>
                    <a:pt x="8947" y="1"/>
                    <a:pt x="5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37"/>
            <p:cNvSpPr/>
            <p:nvPr/>
          </p:nvSpPr>
          <p:spPr>
            <a:xfrm>
              <a:off x="5318825" y="2264100"/>
              <a:ext cx="273625" cy="189500"/>
            </a:xfrm>
            <a:custGeom>
              <a:avLst/>
              <a:gdLst/>
              <a:ahLst/>
              <a:cxnLst/>
              <a:rect l="l" t="t" r="r" b="b"/>
              <a:pathLst>
                <a:path w="10945" h="7580" extrusionOk="0">
                  <a:moveTo>
                    <a:pt x="10649" y="1"/>
                  </a:moveTo>
                  <a:cubicBezTo>
                    <a:pt x="9701" y="1685"/>
                    <a:pt x="8654" y="2154"/>
                    <a:pt x="7554" y="2154"/>
                  </a:cubicBezTo>
                  <a:cubicBezTo>
                    <a:pt x="6337" y="2154"/>
                    <a:pt x="5054" y="1579"/>
                    <a:pt x="3772" y="1443"/>
                  </a:cubicBezTo>
                  <a:cubicBezTo>
                    <a:pt x="3709" y="1436"/>
                    <a:pt x="3646" y="1433"/>
                    <a:pt x="3583" y="1433"/>
                  </a:cubicBezTo>
                  <a:cubicBezTo>
                    <a:pt x="2177" y="1433"/>
                    <a:pt x="886" y="2981"/>
                    <a:pt x="1" y="4326"/>
                  </a:cubicBezTo>
                  <a:cubicBezTo>
                    <a:pt x="925" y="6249"/>
                    <a:pt x="2885" y="7580"/>
                    <a:pt x="5177" y="7580"/>
                  </a:cubicBezTo>
                  <a:cubicBezTo>
                    <a:pt x="8356" y="7580"/>
                    <a:pt x="10944" y="4992"/>
                    <a:pt x="10944" y="1812"/>
                  </a:cubicBezTo>
                  <a:cubicBezTo>
                    <a:pt x="10944" y="1184"/>
                    <a:pt x="10833" y="555"/>
                    <a:pt x="106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37"/>
            <p:cNvSpPr/>
            <p:nvPr/>
          </p:nvSpPr>
          <p:spPr>
            <a:xfrm>
              <a:off x="5296650" y="2157825"/>
              <a:ext cx="303200" cy="303175"/>
            </a:xfrm>
            <a:custGeom>
              <a:avLst/>
              <a:gdLst/>
              <a:ahLst/>
              <a:cxnLst/>
              <a:rect l="l" t="t" r="r" b="b"/>
              <a:pathLst>
                <a:path w="12128" h="12127" extrusionOk="0">
                  <a:moveTo>
                    <a:pt x="6064" y="592"/>
                  </a:moveTo>
                  <a:cubicBezTo>
                    <a:pt x="7580" y="592"/>
                    <a:pt x="8911" y="1220"/>
                    <a:pt x="9909" y="2218"/>
                  </a:cubicBezTo>
                  <a:cubicBezTo>
                    <a:pt x="10907" y="3180"/>
                    <a:pt x="11499" y="4548"/>
                    <a:pt x="11499" y="6063"/>
                  </a:cubicBezTo>
                  <a:cubicBezTo>
                    <a:pt x="11499" y="7542"/>
                    <a:pt x="10907" y="8910"/>
                    <a:pt x="9909" y="9908"/>
                  </a:cubicBezTo>
                  <a:cubicBezTo>
                    <a:pt x="8911" y="10907"/>
                    <a:pt x="7580" y="11498"/>
                    <a:pt x="6064" y="11498"/>
                  </a:cubicBezTo>
                  <a:cubicBezTo>
                    <a:pt x="4548" y="11498"/>
                    <a:pt x="3180" y="10907"/>
                    <a:pt x="2219" y="9908"/>
                  </a:cubicBezTo>
                  <a:cubicBezTo>
                    <a:pt x="1221" y="8910"/>
                    <a:pt x="592" y="7542"/>
                    <a:pt x="592" y="6063"/>
                  </a:cubicBezTo>
                  <a:cubicBezTo>
                    <a:pt x="592" y="4548"/>
                    <a:pt x="1221" y="3180"/>
                    <a:pt x="2219" y="2218"/>
                  </a:cubicBezTo>
                  <a:cubicBezTo>
                    <a:pt x="3180" y="1220"/>
                    <a:pt x="4548" y="592"/>
                    <a:pt x="6064" y="592"/>
                  </a:cubicBezTo>
                  <a:close/>
                  <a:moveTo>
                    <a:pt x="6064" y="0"/>
                  </a:moveTo>
                  <a:cubicBezTo>
                    <a:pt x="2700" y="0"/>
                    <a:pt x="1" y="2699"/>
                    <a:pt x="1" y="6063"/>
                  </a:cubicBezTo>
                  <a:cubicBezTo>
                    <a:pt x="1" y="9391"/>
                    <a:pt x="2700" y="12127"/>
                    <a:pt x="6064" y="12127"/>
                  </a:cubicBezTo>
                  <a:cubicBezTo>
                    <a:pt x="9391" y="12127"/>
                    <a:pt x="12127" y="9391"/>
                    <a:pt x="12127" y="6063"/>
                  </a:cubicBezTo>
                  <a:cubicBezTo>
                    <a:pt x="12127" y="2699"/>
                    <a:pt x="9391" y="0"/>
                    <a:pt x="6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37"/>
            <p:cNvSpPr/>
            <p:nvPr/>
          </p:nvSpPr>
          <p:spPr>
            <a:xfrm>
              <a:off x="5190375" y="2221600"/>
              <a:ext cx="129400" cy="39075"/>
            </a:xfrm>
            <a:custGeom>
              <a:avLst/>
              <a:gdLst/>
              <a:ahLst/>
              <a:cxnLst/>
              <a:rect l="l" t="t" r="r" b="b"/>
              <a:pathLst>
                <a:path w="5176" h="1563" extrusionOk="0">
                  <a:moveTo>
                    <a:pt x="2736" y="0"/>
                  </a:moveTo>
                  <a:cubicBezTo>
                    <a:pt x="1257" y="37"/>
                    <a:pt x="148" y="998"/>
                    <a:pt x="148" y="1035"/>
                  </a:cubicBezTo>
                  <a:cubicBezTo>
                    <a:pt x="0" y="1146"/>
                    <a:pt x="0" y="1331"/>
                    <a:pt x="111" y="1442"/>
                  </a:cubicBezTo>
                  <a:cubicBezTo>
                    <a:pt x="170" y="1521"/>
                    <a:pt x="251" y="1558"/>
                    <a:pt x="336" y="1558"/>
                  </a:cubicBezTo>
                  <a:cubicBezTo>
                    <a:pt x="409" y="1558"/>
                    <a:pt x="486" y="1530"/>
                    <a:pt x="555" y="1479"/>
                  </a:cubicBezTo>
                  <a:cubicBezTo>
                    <a:pt x="629" y="1405"/>
                    <a:pt x="1627" y="629"/>
                    <a:pt x="2736" y="629"/>
                  </a:cubicBezTo>
                  <a:cubicBezTo>
                    <a:pt x="3327" y="629"/>
                    <a:pt x="3956" y="814"/>
                    <a:pt x="4621" y="1479"/>
                  </a:cubicBezTo>
                  <a:cubicBezTo>
                    <a:pt x="4677" y="1534"/>
                    <a:pt x="4751" y="1562"/>
                    <a:pt x="4829" y="1562"/>
                  </a:cubicBezTo>
                  <a:cubicBezTo>
                    <a:pt x="4908" y="1562"/>
                    <a:pt x="4991" y="1534"/>
                    <a:pt x="5065" y="1479"/>
                  </a:cubicBezTo>
                  <a:cubicBezTo>
                    <a:pt x="5176" y="1368"/>
                    <a:pt x="5176" y="1146"/>
                    <a:pt x="5065" y="1035"/>
                  </a:cubicBezTo>
                  <a:cubicBezTo>
                    <a:pt x="4289" y="296"/>
                    <a:pt x="3475"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37"/>
            <p:cNvSpPr/>
            <p:nvPr/>
          </p:nvSpPr>
          <p:spPr>
            <a:xfrm>
              <a:off x="4993500" y="2059850"/>
              <a:ext cx="154375" cy="74650"/>
            </a:xfrm>
            <a:custGeom>
              <a:avLst/>
              <a:gdLst/>
              <a:ahLst/>
              <a:cxnLst/>
              <a:rect l="l" t="t" r="r" b="b"/>
              <a:pathLst>
                <a:path w="6175" h="2986" extrusionOk="0">
                  <a:moveTo>
                    <a:pt x="4807" y="0"/>
                  </a:moveTo>
                  <a:cubicBezTo>
                    <a:pt x="3328" y="0"/>
                    <a:pt x="2145" y="629"/>
                    <a:pt x="1331" y="1257"/>
                  </a:cubicBezTo>
                  <a:cubicBezTo>
                    <a:pt x="555" y="1849"/>
                    <a:pt x="111" y="2477"/>
                    <a:pt x="111" y="2477"/>
                  </a:cubicBezTo>
                  <a:cubicBezTo>
                    <a:pt x="0" y="2625"/>
                    <a:pt x="37" y="2810"/>
                    <a:pt x="185" y="2921"/>
                  </a:cubicBezTo>
                  <a:cubicBezTo>
                    <a:pt x="229" y="2965"/>
                    <a:pt x="290" y="2985"/>
                    <a:pt x="352" y="2985"/>
                  </a:cubicBezTo>
                  <a:cubicBezTo>
                    <a:pt x="448" y="2985"/>
                    <a:pt x="547" y="2937"/>
                    <a:pt x="592" y="2847"/>
                  </a:cubicBezTo>
                  <a:lnTo>
                    <a:pt x="629" y="2847"/>
                  </a:lnTo>
                  <a:cubicBezTo>
                    <a:pt x="703" y="2699"/>
                    <a:pt x="1146" y="2145"/>
                    <a:pt x="1849" y="1627"/>
                  </a:cubicBezTo>
                  <a:cubicBezTo>
                    <a:pt x="2588" y="1109"/>
                    <a:pt x="3586" y="629"/>
                    <a:pt x="4807" y="629"/>
                  </a:cubicBezTo>
                  <a:cubicBezTo>
                    <a:pt x="5102" y="629"/>
                    <a:pt x="5435" y="666"/>
                    <a:pt x="5768" y="740"/>
                  </a:cubicBezTo>
                  <a:cubicBezTo>
                    <a:pt x="5787" y="744"/>
                    <a:pt x="5807" y="747"/>
                    <a:pt x="5827" y="747"/>
                  </a:cubicBezTo>
                  <a:cubicBezTo>
                    <a:pt x="5961" y="747"/>
                    <a:pt x="6105" y="642"/>
                    <a:pt x="6137" y="481"/>
                  </a:cubicBezTo>
                  <a:cubicBezTo>
                    <a:pt x="6174" y="333"/>
                    <a:pt x="6064" y="148"/>
                    <a:pt x="5879" y="111"/>
                  </a:cubicBezTo>
                  <a:cubicBezTo>
                    <a:pt x="5509" y="37"/>
                    <a:pt x="5139" y="0"/>
                    <a:pt x="4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37"/>
            <p:cNvSpPr/>
            <p:nvPr/>
          </p:nvSpPr>
          <p:spPr>
            <a:xfrm>
              <a:off x="5316075" y="2049675"/>
              <a:ext cx="183025" cy="81200"/>
            </a:xfrm>
            <a:custGeom>
              <a:avLst/>
              <a:gdLst/>
              <a:ahLst/>
              <a:cxnLst/>
              <a:rect l="l" t="t" r="r" b="b"/>
              <a:pathLst>
                <a:path w="7321" h="3248" extrusionOk="0">
                  <a:moveTo>
                    <a:pt x="1923" y="1"/>
                  </a:moveTo>
                  <a:cubicBezTo>
                    <a:pt x="924" y="1"/>
                    <a:pt x="259" y="259"/>
                    <a:pt x="259" y="259"/>
                  </a:cubicBezTo>
                  <a:cubicBezTo>
                    <a:pt x="74" y="333"/>
                    <a:pt x="0" y="518"/>
                    <a:pt x="74" y="666"/>
                  </a:cubicBezTo>
                  <a:cubicBezTo>
                    <a:pt x="135" y="789"/>
                    <a:pt x="273" y="860"/>
                    <a:pt x="402" y="860"/>
                  </a:cubicBezTo>
                  <a:cubicBezTo>
                    <a:pt x="429" y="860"/>
                    <a:pt x="455" y="857"/>
                    <a:pt x="481" y="851"/>
                  </a:cubicBezTo>
                  <a:cubicBezTo>
                    <a:pt x="518" y="814"/>
                    <a:pt x="1072" y="592"/>
                    <a:pt x="1923" y="592"/>
                  </a:cubicBezTo>
                  <a:cubicBezTo>
                    <a:pt x="3143" y="592"/>
                    <a:pt x="4917" y="1036"/>
                    <a:pt x="6729" y="3143"/>
                  </a:cubicBezTo>
                  <a:cubicBezTo>
                    <a:pt x="6793" y="3208"/>
                    <a:pt x="6883" y="3247"/>
                    <a:pt x="6975" y="3247"/>
                  </a:cubicBezTo>
                  <a:cubicBezTo>
                    <a:pt x="7042" y="3247"/>
                    <a:pt x="7110" y="3227"/>
                    <a:pt x="7172" y="3180"/>
                  </a:cubicBezTo>
                  <a:cubicBezTo>
                    <a:pt x="7283" y="3069"/>
                    <a:pt x="7320" y="2884"/>
                    <a:pt x="7209" y="2736"/>
                  </a:cubicBezTo>
                  <a:cubicBezTo>
                    <a:pt x="5287" y="481"/>
                    <a:pt x="3290" y="1"/>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37"/>
            <p:cNvSpPr/>
            <p:nvPr/>
          </p:nvSpPr>
          <p:spPr>
            <a:xfrm>
              <a:off x="5148775" y="2298125"/>
              <a:ext cx="97075" cy="268425"/>
            </a:xfrm>
            <a:custGeom>
              <a:avLst/>
              <a:gdLst/>
              <a:ahLst/>
              <a:cxnLst/>
              <a:rect l="l" t="t" r="r" b="b"/>
              <a:pathLst>
                <a:path w="3883" h="10737" extrusionOk="0">
                  <a:moveTo>
                    <a:pt x="2869" y="1"/>
                  </a:moveTo>
                  <a:cubicBezTo>
                    <a:pt x="2849" y="1"/>
                    <a:pt x="2829" y="3"/>
                    <a:pt x="2810" y="8"/>
                  </a:cubicBezTo>
                  <a:cubicBezTo>
                    <a:pt x="2625" y="8"/>
                    <a:pt x="2514" y="156"/>
                    <a:pt x="2551" y="340"/>
                  </a:cubicBezTo>
                  <a:cubicBezTo>
                    <a:pt x="2551" y="340"/>
                    <a:pt x="2551" y="377"/>
                    <a:pt x="2551" y="488"/>
                  </a:cubicBezTo>
                  <a:cubicBezTo>
                    <a:pt x="2588" y="747"/>
                    <a:pt x="2625" y="1413"/>
                    <a:pt x="2625" y="2189"/>
                  </a:cubicBezTo>
                  <a:cubicBezTo>
                    <a:pt x="2662" y="3187"/>
                    <a:pt x="2514" y="4407"/>
                    <a:pt x="2145" y="5073"/>
                  </a:cubicBezTo>
                  <a:cubicBezTo>
                    <a:pt x="1812" y="5664"/>
                    <a:pt x="1331" y="6182"/>
                    <a:pt x="851" y="6662"/>
                  </a:cubicBezTo>
                  <a:cubicBezTo>
                    <a:pt x="629" y="6921"/>
                    <a:pt x="444" y="7143"/>
                    <a:pt x="259" y="7402"/>
                  </a:cubicBezTo>
                  <a:cubicBezTo>
                    <a:pt x="111" y="7624"/>
                    <a:pt x="0" y="7919"/>
                    <a:pt x="0" y="8215"/>
                  </a:cubicBezTo>
                  <a:cubicBezTo>
                    <a:pt x="0" y="8437"/>
                    <a:pt x="74" y="8659"/>
                    <a:pt x="185" y="8881"/>
                  </a:cubicBezTo>
                  <a:cubicBezTo>
                    <a:pt x="629" y="9546"/>
                    <a:pt x="1442" y="9990"/>
                    <a:pt x="2145" y="10286"/>
                  </a:cubicBezTo>
                  <a:cubicBezTo>
                    <a:pt x="2847" y="10581"/>
                    <a:pt x="3476" y="10729"/>
                    <a:pt x="3476" y="10729"/>
                  </a:cubicBezTo>
                  <a:cubicBezTo>
                    <a:pt x="3495" y="10734"/>
                    <a:pt x="3514" y="10736"/>
                    <a:pt x="3534" y="10736"/>
                  </a:cubicBezTo>
                  <a:cubicBezTo>
                    <a:pt x="3669" y="10736"/>
                    <a:pt x="3813" y="10631"/>
                    <a:pt x="3845" y="10470"/>
                  </a:cubicBezTo>
                  <a:cubicBezTo>
                    <a:pt x="3882" y="10323"/>
                    <a:pt x="3771" y="10138"/>
                    <a:pt x="3624" y="10101"/>
                  </a:cubicBezTo>
                  <a:lnTo>
                    <a:pt x="3513" y="10101"/>
                  </a:lnTo>
                  <a:cubicBezTo>
                    <a:pt x="3291" y="10027"/>
                    <a:pt x="2736" y="9879"/>
                    <a:pt x="2145" y="9583"/>
                  </a:cubicBezTo>
                  <a:cubicBezTo>
                    <a:pt x="1553" y="9324"/>
                    <a:pt x="962" y="8955"/>
                    <a:pt x="703" y="8548"/>
                  </a:cubicBezTo>
                  <a:cubicBezTo>
                    <a:pt x="629" y="8437"/>
                    <a:pt x="592" y="8326"/>
                    <a:pt x="592" y="8215"/>
                  </a:cubicBezTo>
                  <a:cubicBezTo>
                    <a:pt x="592" y="8067"/>
                    <a:pt x="666" y="7919"/>
                    <a:pt x="777" y="7735"/>
                  </a:cubicBezTo>
                  <a:cubicBezTo>
                    <a:pt x="962" y="7439"/>
                    <a:pt x="1294" y="7106"/>
                    <a:pt x="1664" y="6699"/>
                  </a:cubicBezTo>
                  <a:cubicBezTo>
                    <a:pt x="2034" y="6330"/>
                    <a:pt x="2403" y="5886"/>
                    <a:pt x="2699" y="5368"/>
                  </a:cubicBezTo>
                  <a:cubicBezTo>
                    <a:pt x="3180" y="4481"/>
                    <a:pt x="3254" y="3224"/>
                    <a:pt x="3254" y="2189"/>
                  </a:cubicBezTo>
                  <a:cubicBezTo>
                    <a:pt x="3254" y="1117"/>
                    <a:pt x="3143" y="267"/>
                    <a:pt x="3143" y="267"/>
                  </a:cubicBezTo>
                  <a:cubicBezTo>
                    <a:pt x="3143" y="106"/>
                    <a:pt x="3003" y="1"/>
                    <a:pt x="2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37"/>
            <p:cNvSpPr/>
            <p:nvPr/>
          </p:nvSpPr>
          <p:spPr>
            <a:xfrm>
              <a:off x="5215325" y="2589325"/>
              <a:ext cx="163625" cy="61150"/>
            </a:xfrm>
            <a:custGeom>
              <a:avLst/>
              <a:gdLst/>
              <a:ahLst/>
              <a:cxnLst/>
              <a:rect l="l" t="t" r="r" b="b"/>
              <a:pathLst>
                <a:path w="6545" h="2446" extrusionOk="0">
                  <a:moveTo>
                    <a:pt x="6229" y="0"/>
                  </a:moveTo>
                  <a:cubicBezTo>
                    <a:pt x="6140" y="0"/>
                    <a:pt x="6049" y="37"/>
                    <a:pt x="5990" y="116"/>
                  </a:cubicBezTo>
                  <a:cubicBezTo>
                    <a:pt x="4659" y="1521"/>
                    <a:pt x="2921" y="1817"/>
                    <a:pt x="1701" y="1817"/>
                  </a:cubicBezTo>
                  <a:cubicBezTo>
                    <a:pt x="1331" y="1817"/>
                    <a:pt x="998" y="1780"/>
                    <a:pt x="740" y="1743"/>
                  </a:cubicBezTo>
                  <a:cubicBezTo>
                    <a:pt x="629" y="1743"/>
                    <a:pt x="555" y="1743"/>
                    <a:pt x="481" y="1706"/>
                  </a:cubicBezTo>
                  <a:lnTo>
                    <a:pt x="407" y="1706"/>
                  </a:lnTo>
                  <a:cubicBezTo>
                    <a:pt x="376" y="1700"/>
                    <a:pt x="346" y="1697"/>
                    <a:pt x="318" y="1697"/>
                  </a:cubicBezTo>
                  <a:cubicBezTo>
                    <a:pt x="176" y="1697"/>
                    <a:pt x="68" y="1774"/>
                    <a:pt x="37" y="1928"/>
                  </a:cubicBezTo>
                  <a:cubicBezTo>
                    <a:pt x="0" y="2076"/>
                    <a:pt x="74" y="2261"/>
                    <a:pt x="259" y="2298"/>
                  </a:cubicBezTo>
                  <a:cubicBezTo>
                    <a:pt x="259" y="2298"/>
                    <a:pt x="851" y="2446"/>
                    <a:pt x="1701" y="2446"/>
                  </a:cubicBezTo>
                  <a:cubicBezTo>
                    <a:pt x="2995" y="2446"/>
                    <a:pt x="4917" y="2113"/>
                    <a:pt x="6433" y="523"/>
                  </a:cubicBezTo>
                  <a:cubicBezTo>
                    <a:pt x="6544" y="412"/>
                    <a:pt x="6544" y="190"/>
                    <a:pt x="6433" y="79"/>
                  </a:cubicBezTo>
                  <a:cubicBezTo>
                    <a:pt x="6382" y="28"/>
                    <a:pt x="6306" y="0"/>
                    <a:pt x="6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37"/>
            <p:cNvSpPr/>
            <p:nvPr/>
          </p:nvSpPr>
          <p:spPr>
            <a:xfrm>
              <a:off x="862950" y="4920450"/>
              <a:ext cx="1188625" cy="15750"/>
            </a:xfrm>
            <a:custGeom>
              <a:avLst/>
              <a:gdLst/>
              <a:ahLst/>
              <a:cxnLst/>
              <a:rect l="l" t="t" r="r" b="b"/>
              <a:pathLst>
                <a:path w="47545" h="630" extrusionOk="0">
                  <a:moveTo>
                    <a:pt x="334" y="1"/>
                  </a:moveTo>
                  <a:cubicBezTo>
                    <a:pt x="149" y="1"/>
                    <a:pt x="1" y="149"/>
                    <a:pt x="1" y="296"/>
                  </a:cubicBezTo>
                  <a:cubicBezTo>
                    <a:pt x="1" y="481"/>
                    <a:pt x="149" y="629"/>
                    <a:pt x="334" y="629"/>
                  </a:cubicBezTo>
                  <a:lnTo>
                    <a:pt x="47249" y="629"/>
                  </a:lnTo>
                  <a:cubicBezTo>
                    <a:pt x="47397" y="629"/>
                    <a:pt x="47545" y="481"/>
                    <a:pt x="47545" y="296"/>
                  </a:cubicBezTo>
                  <a:cubicBezTo>
                    <a:pt x="47545" y="149"/>
                    <a:pt x="47397" y="1"/>
                    <a:pt x="47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37"/>
            <p:cNvSpPr/>
            <p:nvPr/>
          </p:nvSpPr>
          <p:spPr>
            <a:xfrm>
              <a:off x="2173575" y="4920450"/>
              <a:ext cx="4043675" cy="15750"/>
            </a:xfrm>
            <a:custGeom>
              <a:avLst/>
              <a:gdLst/>
              <a:ahLst/>
              <a:cxnLst/>
              <a:rect l="l" t="t" r="r" b="b"/>
              <a:pathLst>
                <a:path w="161747" h="630" extrusionOk="0">
                  <a:moveTo>
                    <a:pt x="296" y="1"/>
                  </a:moveTo>
                  <a:cubicBezTo>
                    <a:pt x="148" y="1"/>
                    <a:pt x="0" y="149"/>
                    <a:pt x="0" y="296"/>
                  </a:cubicBezTo>
                  <a:cubicBezTo>
                    <a:pt x="0" y="481"/>
                    <a:pt x="148" y="629"/>
                    <a:pt x="296" y="629"/>
                  </a:cubicBezTo>
                  <a:lnTo>
                    <a:pt x="161451" y="629"/>
                  </a:lnTo>
                  <a:cubicBezTo>
                    <a:pt x="161599" y="629"/>
                    <a:pt x="161746" y="481"/>
                    <a:pt x="161746" y="296"/>
                  </a:cubicBezTo>
                  <a:cubicBezTo>
                    <a:pt x="161746" y="149"/>
                    <a:pt x="161599" y="1"/>
                    <a:pt x="161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37"/>
            <p:cNvSpPr/>
            <p:nvPr/>
          </p:nvSpPr>
          <p:spPr>
            <a:xfrm>
              <a:off x="6316125" y="4920450"/>
              <a:ext cx="159000" cy="15750"/>
            </a:xfrm>
            <a:custGeom>
              <a:avLst/>
              <a:gdLst/>
              <a:ahLst/>
              <a:cxnLst/>
              <a:rect l="l" t="t" r="r" b="b"/>
              <a:pathLst>
                <a:path w="6360" h="630" extrusionOk="0">
                  <a:moveTo>
                    <a:pt x="333" y="1"/>
                  </a:moveTo>
                  <a:cubicBezTo>
                    <a:pt x="148" y="1"/>
                    <a:pt x="0" y="149"/>
                    <a:pt x="0" y="296"/>
                  </a:cubicBezTo>
                  <a:cubicBezTo>
                    <a:pt x="0" y="481"/>
                    <a:pt x="148" y="629"/>
                    <a:pt x="333" y="629"/>
                  </a:cubicBezTo>
                  <a:lnTo>
                    <a:pt x="6026" y="629"/>
                  </a:lnTo>
                  <a:cubicBezTo>
                    <a:pt x="6211" y="629"/>
                    <a:pt x="6359" y="481"/>
                    <a:pt x="6359" y="296"/>
                  </a:cubicBezTo>
                  <a:cubicBezTo>
                    <a:pt x="6359" y="149"/>
                    <a:pt x="6211" y="1"/>
                    <a:pt x="6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37"/>
            <p:cNvSpPr/>
            <p:nvPr/>
          </p:nvSpPr>
          <p:spPr>
            <a:xfrm>
              <a:off x="4014700" y="2706825"/>
              <a:ext cx="350325" cy="819850"/>
            </a:xfrm>
            <a:custGeom>
              <a:avLst/>
              <a:gdLst/>
              <a:ahLst/>
              <a:cxnLst/>
              <a:rect l="l" t="t" r="r" b="b"/>
              <a:pathLst>
                <a:path w="14013" h="32794" extrusionOk="0">
                  <a:moveTo>
                    <a:pt x="0" y="1"/>
                  </a:moveTo>
                  <a:lnTo>
                    <a:pt x="0" y="32794"/>
                  </a:lnTo>
                  <a:lnTo>
                    <a:pt x="14012" y="32794"/>
                  </a:lnTo>
                  <a:lnTo>
                    <a:pt x="1401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37"/>
            <p:cNvSpPr/>
            <p:nvPr/>
          </p:nvSpPr>
          <p:spPr>
            <a:xfrm>
              <a:off x="1582025" y="1799200"/>
              <a:ext cx="1080500" cy="1727475"/>
            </a:xfrm>
            <a:custGeom>
              <a:avLst/>
              <a:gdLst/>
              <a:ahLst/>
              <a:cxnLst/>
              <a:rect l="l" t="t" r="r" b="b"/>
              <a:pathLst>
                <a:path w="43220" h="69099" extrusionOk="0">
                  <a:moveTo>
                    <a:pt x="1" y="1"/>
                  </a:moveTo>
                  <a:lnTo>
                    <a:pt x="1" y="67768"/>
                  </a:lnTo>
                  <a:cubicBezTo>
                    <a:pt x="1073" y="68175"/>
                    <a:pt x="2145" y="68618"/>
                    <a:pt x="3217" y="69099"/>
                  </a:cubicBezTo>
                  <a:lnTo>
                    <a:pt x="22738" y="69099"/>
                  </a:lnTo>
                  <a:cubicBezTo>
                    <a:pt x="30686" y="58747"/>
                    <a:pt x="31537" y="19188"/>
                    <a:pt x="432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37"/>
            <p:cNvSpPr/>
            <p:nvPr/>
          </p:nvSpPr>
          <p:spPr>
            <a:xfrm>
              <a:off x="1582025" y="1799200"/>
              <a:ext cx="2783000" cy="1727475"/>
            </a:xfrm>
            <a:custGeom>
              <a:avLst/>
              <a:gdLst/>
              <a:ahLst/>
              <a:cxnLst/>
              <a:rect l="l" t="t" r="r" b="b"/>
              <a:pathLst>
                <a:path w="111320" h="69099" extrusionOk="0">
                  <a:moveTo>
                    <a:pt x="1" y="67768"/>
                  </a:moveTo>
                  <a:lnTo>
                    <a:pt x="1" y="69099"/>
                  </a:lnTo>
                  <a:lnTo>
                    <a:pt x="3217" y="69099"/>
                  </a:lnTo>
                  <a:cubicBezTo>
                    <a:pt x="2145" y="68618"/>
                    <a:pt x="1073" y="68175"/>
                    <a:pt x="1" y="67768"/>
                  </a:cubicBezTo>
                  <a:close/>
                  <a:moveTo>
                    <a:pt x="43220" y="1"/>
                  </a:moveTo>
                  <a:cubicBezTo>
                    <a:pt x="31537" y="19188"/>
                    <a:pt x="30686" y="58747"/>
                    <a:pt x="22738" y="69099"/>
                  </a:cubicBezTo>
                  <a:lnTo>
                    <a:pt x="94904" y="69099"/>
                  </a:lnTo>
                  <a:cubicBezTo>
                    <a:pt x="95644" y="68433"/>
                    <a:pt x="96383" y="67768"/>
                    <a:pt x="97197" y="67102"/>
                  </a:cubicBezTo>
                  <a:cubicBezTo>
                    <a:pt x="100043" y="55678"/>
                    <a:pt x="102483" y="45770"/>
                    <a:pt x="103260" y="42036"/>
                  </a:cubicBezTo>
                  <a:cubicBezTo>
                    <a:pt x="103408" y="41297"/>
                    <a:pt x="103482" y="40816"/>
                    <a:pt x="103482" y="40594"/>
                  </a:cubicBezTo>
                  <a:cubicBezTo>
                    <a:pt x="103629" y="38672"/>
                    <a:pt x="104147" y="37452"/>
                    <a:pt x="104813" y="36675"/>
                  </a:cubicBezTo>
                  <a:cubicBezTo>
                    <a:pt x="105441" y="35936"/>
                    <a:pt x="106254" y="35677"/>
                    <a:pt x="106883" y="35677"/>
                  </a:cubicBezTo>
                  <a:cubicBezTo>
                    <a:pt x="107474" y="35677"/>
                    <a:pt x="108916" y="35788"/>
                    <a:pt x="110210" y="35899"/>
                  </a:cubicBezTo>
                  <a:cubicBezTo>
                    <a:pt x="110617" y="35936"/>
                    <a:pt x="110987" y="35973"/>
                    <a:pt x="111319" y="35973"/>
                  </a:cubicBezTo>
                  <a:lnTo>
                    <a:pt x="1113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37"/>
            <p:cNvSpPr/>
            <p:nvPr/>
          </p:nvSpPr>
          <p:spPr>
            <a:xfrm>
              <a:off x="3977725" y="3502625"/>
              <a:ext cx="27750" cy="24050"/>
            </a:xfrm>
            <a:custGeom>
              <a:avLst/>
              <a:gdLst/>
              <a:ahLst/>
              <a:cxnLst/>
              <a:rect l="l" t="t" r="r" b="b"/>
              <a:pathLst>
                <a:path w="1110" h="962" extrusionOk="0">
                  <a:moveTo>
                    <a:pt x="1110" y="1"/>
                  </a:moveTo>
                  <a:cubicBezTo>
                    <a:pt x="740" y="333"/>
                    <a:pt x="370" y="629"/>
                    <a:pt x="1" y="962"/>
                  </a:cubicBezTo>
                  <a:lnTo>
                    <a:pt x="851" y="962"/>
                  </a:lnTo>
                  <a:cubicBezTo>
                    <a:pt x="925" y="629"/>
                    <a:pt x="999" y="333"/>
                    <a:pt x="11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37"/>
            <p:cNvSpPr/>
            <p:nvPr/>
          </p:nvSpPr>
          <p:spPr>
            <a:xfrm>
              <a:off x="3954625" y="3476750"/>
              <a:ext cx="57325" cy="49925"/>
            </a:xfrm>
            <a:custGeom>
              <a:avLst/>
              <a:gdLst/>
              <a:ahLst/>
              <a:cxnLst/>
              <a:rect l="l" t="t" r="r" b="b"/>
              <a:pathLst>
                <a:path w="2293" h="1997" extrusionOk="0">
                  <a:moveTo>
                    <a:pt x="2293" y="0"/>
                  </a:moveTo>
                  <a:lnTo>
                    <a:pt x="2293" y="0"/>
                  </a:lnTo>
                  <a:cubicBezTo>
                    <a:pt x="1479" y="666"/>
                    <a:pt x="740" y="1331"/>
                    <a:pt x="0" y="1997"/>
                  </a:cubicBezTo>
                  <a:lnTo>
                    <a:pt x="925" y="1997"/>
                  </a:lnTo>
                  <a:cubicBezTo>
                    <a:pt x="1294" y="1664"/>
                    <a:pt x="1664" y="1368"/>
                    <a:pt x="2034" y="1036"/>
                  </a:cubicBezTo>
                  <a:cubicBezTo>
                    <a:pt x="2108" y="703"/>
                    <a:pt x="2182" y="333"/>
                    <a:pt x="22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37"/>
            <p:cNvSpPr/>
            <p:nvPr/>
          </p:nvSpPr>
          <p:spPr>
            <a:xfrm>
              <a:off x="3998975" y="2691125"/>
              <a:ext cx="366050" cy="835550"/>
            </a:xfrm>
            <a:custGeom>
              <a:avLst/>
              <a:gdLst/>
              <a:ahLst/>
              <a:cxnLst/>
              <a:rect l="l" t="t" r="r" b="b"/>
              <a:pathLst>
                <a:path w="14642" h="33422" extrusionOk="0">
                  <a:moveTo>
                    <a:pt x="10205" y="0"/>
                  </a:moveTo>
                  <a:cubicBezTo>
                    <a:pt x="9576" y="0"/>
                    <a:pt x="8763" y="259"/>
                    <a:pt x="8135" y="998"/>
                  </a:cubicBezTo>
                  <a:cubicBezTo>
                    <a:pt x="7469" y="1775"/>
                    <a:pt x="6951" y="2995"/>
                    <a:pt x="6804" y="4917"/>
                  </a:cubicBezTo>
                  <a:cubicBezTo>
                    <a:pt x="6804" y="5139"/>
                    <a:pt x="6730" y="5620"/>
                    <a:pt x="6582" y="6359"/>
                  </a:cubicBezTo>
                  <a:cubicBezTo>
                    <a:pt x="5805" y="10093"/>
                    <a:pt x="3365" y="20001"/>
                    <a:pt x="519" y="31425"/>
                  </a:cubicBezTo>
                  <a:cubicBezTo>
                    <a:pt x="408" y="31758"/>
                    <a:pt x="334" y="32128"/>
                    <a:pt x="260" y="32461"/>
                  </a:cubicBezTo>
                  <a:cubicBezTo>
                    <a:pt x="149" y="32793"/>
                    <a:pt x="75" y="33089"/>
                    <a:pt x="1" y="33422"/>
                  </a:cubicBezTo>
                  <a:lnTo>
                    <a:pt x="629" y="33422"/>
                  </a:lnTo>
                  <a:cubicBezTo>
                    <a:pt x="999" y="31980"/>
                    <a:pt x="1369" y="30575"/>
                    <a:pt x="1702" y="29207"/>
                  </a:cubicBezTo>
                  <a:cubicBezTo>
                    <a:pt x="3254" y="22922"/>
                    <a:pt x="4659" y="17229"/>
                    <a:pt x="5694" y="12903"/>
                  </a:cubicBezTo>
                  <a:cubicBezTo>
                    <a:pt x="6212" y="10759"/>
                    <a:pt x="6619" y="8947"/>
                    <a:pt x="6914" y="7616"/>
                  </a:cubicBezTo>
                  <a:cubicBezTo>
                    <a:pt x="7210" y="6248"/>
                    <a:pt x="7395" y="5361"/>
                    <a:pt x="7432" y="4954"/>
                  </a:cubicBezTo>
                  <a:cubicBezTo>
                    <a:pt x="7580" y="3106"/>
                    <a:pt x="8061" y="2034"/>
                    <a:pt x="8578" y="1405"/>
                  </a:cubicBezTo>
                  <a:cubicBezTo>
                    <a:pt x="9133" y="777"/>
                    <a:pt x="9724" y="629"/>
                    <a:pt x="10205" y="629"/>
                  </a:cubicBezTo>
                  <a:cubicBezTo>
                    <a:pt x="10759" y="629"/>
                    <a:pt x="12201" y="740"/>
                    <a:pt x="13495" y="814"/>
                  </a:cubicBezTo>
                  <a:cubicBezTo>
                    <a:pt x="13902" y="851"/>
                    <a:pt x="14309" y="888"/>
                    <a:pt x="14641" y="925"/>
                  </a:cubicBezTo>
                  <a:lnTo>
                    <a:pt x="14641" y="296"/>
                  </a:lnTo>
                  <a:cubicBezTo>
                    <a:pt x="14309" y="296"/>
                    <a:pt x="13939" y="259"/>
                    <a:pt x="13532" y="222"/>
                  </a:cubicBezTo>
                  <a:cubicBezTo>
                    <a:pt x="12238" y="111"/>
                    <a:pt x="10796" y="0"/>
                    <a:pt x="1020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37"/>
            <p:cNvSpPr/>
            <p:nvPr/>
          </p:nvSpPr>
          <p:spPr>
            <a:xfrm>
              <a:off x="1529350" y="1687375"/>
              <a:ext cx="2889275" cy="1951150"/>
            </a:xfrm>
            <a:custGeom>
              <a:avLst/>
              <a:gdLst/>
              <a:ahLst/>
              <a:cxnLst/>
              <a:rect l="l" t="t" r="r" b="b"/>
              <a:pathLst>
                <a:path w="115571" h="78046" extrusionOk="0">
                  <a:moveTo>
                    <a:pt x="113759" y="4178"/>
                  </a:moveTo>
                  <a:lnTo>
                    <a:pt x="113759" y="73868"/>
                  </a:lnTo>
                  <a:lnTo>
                    <a:pt x="1812" y="73868"/>
                  </a:lnTo>
                  <a:lnTo>
                    <a:pt x="1812" y="4178"/>
                  </a:lnTo>
                  <a:close/>
                  <a:moveTo>
                    <a:pt x="1" y="0"/>
                  </a:moveTo>
                  <a:lnTo>
                    <a:pt x="1" y="78045"/>
                  </a:lnTo>
                  <a:lnTo>
                    <a:pt x="115571" y="78045"/>
                  </a:lnTo>
                  <a:lnTo>
                    <a:pt x="1155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37"/>
            <p:cNvSpPr/>
            <p:nvPr/>
          </p:nvSpPr>
          <p:spPr>
            <a:xfrm>
              <a:off x="1521025" y="1679050"/>
              <a:ext cx="2905000" cy="1966875"/>
            </a:xfrm>
            <a:custGeom>
              <a:avLst/>
              <a:gdLst/>
              <a:ahLst/>
              <a:cxnLst/>
              <a:rect l="l" t="t" r="r" b="b"/>
              <a:pathLst>
                <a:path w="116200" h="78675" extrusionOk="0">
                  <a:moveTo>
                    <a:pt x="113759" y="4807"/>
                  </a:moveTo>
                  <a:lnTo>
                    <a:pt x="113759" y="73905"/>
                  </a:lnTo>
                  <a:lnTo>
                    <a:pt x="2441" y="73905"/>
                  </a:lnTo>
                  <a:lnTo>
                    <a:pt x="2441" y="4807"/>
                  </a:lnTo>
                  <a:close/>
                  <a:moveTo>
                    <a:pt x="2145" y="4178"/>
                  </a:moveTo>
                  <a:cubicBezTo>
                    <a:pt x="2071" y="4178"/>
                    <a:pt x="1997" y="4215"/>
                    <a:pt x="1923" y="4289"/>
                  </a:cubicBezTo>
                  <a:cubicBezTo>
                    <a:pt x="1849" y="4326"/>
                    <a:pt x="1849" y="4400"/>
                    <a:pt x="1849" y="4511"/>
                  </a:cubicBezTo>
                  <a:lnTo>
                    <a:pt x="1849" y="74201"/>
                  </a:lnTo>
                  <a:cubicBezTo>
                    <a:pt x="1849" y="74275"/>
                    <a:pt x="1849" y="74385"/>
                    <a:pt x="1923" y="74422"/>
                  </a:cubicBezTo>
                  <a:cubicBezTo>
                    <a:pt x="1997" y="74496"/>
                    <a:pt x="2071" y="74533"/>
                    <a:pt x="2145" y="74533"/>
                  </a:cubicBezTo>
                  <a:lnTo>
                    <a:pt x="114092" y="74533"/>
                  </a:lnTo>
                  <a:cubicBezTo>
                    <a:pt x="114166" y="74533"/>
                    <a:pt x="114240" y="74496"/>
                    <a:pt x="114314" y="74422"/>
                  </a:cubicBezTo>
                  <a:cubicBezTo>
                    <a:pt x="114351" y="74385"/>
                    <a:pt x="114388" y="74275"/>
                    <a:pt x="114388" y="74201"/>
                  </a:cubicBezTo>
                  <a:lnTo>
                    <a:pt x="114388" y="4511"/>
                  </a:lnTo>
                  <a:cubicBezTo>
                    <a:pt x="114388" y="4400"/>
                    <a:pt x="114351" y="4326"/>
                    <a:pt x="114314" y="4289"/>
                  </a:cubicBezTo>
                  <a:cubicBezTo>
                    <a:pt x="114240" y="4215"/>
                    <a:pt x="114166" y="4178"/>
                    <a:pt x="114092" y="4178"/>
                  </a:cubicBezTo>
                  <a:close/>
                  <a:moveTo>
                    <a:pt x="115608" y="629"/>
                  </a:moveTo>
                  <a:lnTo>
                    <a:pt x="115608" y="78082"/>
                  </a:lnTo>
                  <a:lnTo>
                    <a:pt x="629" y="78082"/>
                  </a:lnTo>
                  <a:lnTo>
                    <a:pt x="629" y="629"/>
                  </a:lnTo>
                  <a:close/>
                  <a:moveTo>
                    <a:pt x="334" y="0"/>
                  </a:moveTo>
                  <a:cubicBezTo>
                    <a:pt x="223" y="0"/>
                    <a:pt x="149" y="37"/>
                    <a:pt x="112" y="111"/>
                  </a:cubicBezTo>
                  <a:cubicBezTo>
                    <a:pt x="38" y="148"/>
                    <a:pt x="1" y="259"/>
                    <a:pt x="1" y="333"/>
                  </a:cubicBezTo>
                  <a:lnTo>
                    <a:pt x="1" y="78378"/>
                  </a:lnTo>
                  <a:cubicBezTo>
                    <a:pt x="1" y="78452"/>
                    <a:pt x="38" y="78526"/>
                    <a:pt x="112" y="78600"/>
                  </a:cubicBezTo>
                  <a:cubicBezTo>
                    <a:pt x="149" y="78637"/>
                    <a:pt x="223" y="78674"/>
                    <a:pt x="334" y="78674"/>
                  </a:cubicBezTo>
                  <a:lnTo>
                    <a:pt x="115904" y="78674"/>
                  </a:lnTo>
                  <a:cubicBezTo>
                    <a:pt x="115978" y="78674"/>
                    <a:pt x="116052" y="78637"/>
                    <a:pt x="116125" y="78600"/>
                  </a:cubicBezTo>
                  <a:cubicBezTo>
                    <a:pt x="116162" y="78526"/>
                    <a:pt x="116199" y="78452"/>
                    <a:pt x="116199" y="78378"/>
                  </a:cubicBezTo>
                  <a:lnTo>
                    <a:pt x="116199" y="333"/>
                  </a:lnTo>
                  <a:cubicBezTo>
                    <a:pt x="116199" y="259"/>
                    <a:pt x="116162" y="185"/>
                    <a:pt x="116125" y="111"/>
                  </a:cubicBezTo>
                  <a:cubicBezTo>
                    <a:pt x="116052" y="37"/>
                    <a:pt x="115978" y="0"/>
                    <a:pt x="115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37"/>
            <p:cNvSpPr/>
            <p:nvPr/>
          </p:nvSpPr>
          <p:spPr>
            <a:xfrm>
              <a:off x="1634725" y="1846350"/>
              <a:ext cx="1974250" cy="154375"/>
            </a:xfrm>
            <a:custGeom>
              <a:avLst/>
              <a:gdLst/>
              <a:ahLst/>
              <a:cxnLst/>
              <a:rect l="l" t="t" r="r" b="b"/>
              <a:pathLst>
                <a:path w="78970" h="6175" extrusionOk="0">
                  <a:moveTo>
                    <a:pt x="2071" y="0"/>
                  </a:moveTo>
                  <a:cubicBezTo>
                    <a:pt x="924" y="0"/>
                    <a:pt x="0" y="924"/>
                    <a:pt x="0" y="2070"/>
                  </a:cubicBezTo>
                  <a:lnTo>
                    <a:pt x="0" y="4104"/>
                  </a:lnTo>
                  <a:cubicBezTo>
                    <a:pt x="0" y="5250"/>
                    <a:pt x="924" y="6174"/>
                    <a:pt x="2071" y="6174"/>
                  </a:cubicBezTo>
                  <a:lnTo>
                    <a:pt x="76862" y="6174"/>
                  </a:lnTo>
                  <a:cubicBezTo>
                    <a:pt x="78008" y="6174"/>
                    <a:pt x="78969" y="5250"/>
                    <a:pt x="78969" y="4104"/>
                  </a:cubicBezTo>
                  <a:lnTo>
                    <a:pt x="78969" y="2070"/>
                  </a:lnTo>
                  <a:cubicBezTo>
                    <a:pt x="78969" y="924"/>
                    <a:pt x="78008" y="0"/>
                    <a:pt x="768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37"/>
            <p:cNvSpPr/>
            <p:nvPr/>
          </p:nvSpPr>
          <p:spPr>
            <a:xfrm>
              <a:off x="1626400" y="1838950"/>
              <a:ext cx="1989975" cy="170075"/>
            </a:xfrm>
            <a:custGeom>
              <a:avLst/>
              <a:gdLst/>
              <a:ahLst/>
              <a:cxnLst/>
              <a:rect l="l" t="t" r="r" b="b"/>
              <a:pathLst>
                <a:path w="79599" h="6803" extrusionOk="0">
                  <a:moveTo>
                    <a:pt x="77195" y="629"/>
                  </a:moveTo>
                  <a:cubicBezTo>
                    <a:pt x="78193" y="629"/>
                    <a:pt x="78970" y="1405"/>
                    <a:pt x="78970" y="2366"/>
                  </a:cubicBezTo>
                  <a:lnTo>
                    <a:pt x="78970" y="4400"/>
                  </a:lnTo>
                  <a:cubicBezTo>
                    <a:pt x="78970" y="5398"/>
                    <a:pt x="78193" y="6174"/>
                    <a:pt x="77195" y="6174"/>
                  </a:cubicBezTo>
                  <a:lnTo>
                    <a:pt x="2404" y="6174"/>
                  </a:lnTo>
                  <a:cubicBezTo>
                    <a:pt x="1442" y="6174"/>
                    <a:pt x="629" y="5398"/>
                    <a:pt x="629" y="4400"/>
                  </a:cubicBezTo>
                  <a:lnTo>
                    <a:pt x="629" y="2366"/>
                  </a:lnTo>
                  <a:cubicBezTo>
                    <a:pt x="629" y="1405"/>
                    <a:pt x="1442" y="629"/>
                    <a:pt x="2404" y="629"/>
                  </a:cubicBezTo>
                  <a:close/>
                  <a:moveTo>
                    <a:pt x="2404" y="0"/>
                  </a:moveTo>
                  <a:cubicBezTo>
                    <a:pt x="1073" y="0"/>
                    <a:pt x="0" y="1072"/>
                    <a:pt x="0" y="2366"/>
                  </a:cubicBezTo>
                  <a:lnTo>
                    <a:pt x="0" y="4400"/>
                  </a:lnTo>
                  <a:cubicBezTo>
                    <a:pt x="0" y="5731"/>
                    <a:pt x="1073" y="6803"/>
                    <a:pt x="2404" y="6803"/>
                  </a:cubicBezTo>
                  <a:lnTo>
                    <a:pt x="77195" y="6803"/>
                  </a:lnTo>
                  <a:cubicBezTo>
                    <a:pt x="78526" y="6803"/>
                    <a:pt x="79598" y="5731"/>
                    <a:pt x="79598" y="4400"/>
                  </a:cubicBezTo>
                  <a:lnTo>
                    <a:pt x="79598" y="2366"/>
                  </a:lnTo>
                  <a:cubicBezTo>
                    <a:pt x="79598" y="1072"/>
                    <a:pt x="78526" y="0"/>
                    <a:pt x="771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37"/>
            <p:cNvSpPr/>
            <p:nvPr/>
          </p:nvSpPr>
          <p:spPr>
            <a:xfrm>
              <a:off x="1658750" y="2167975"/>
              <a:ext cx="421500" cy="15750"/>
            </a:xfrm>
            <a:custGeom>
              <a:avLst/>
              <a:gdLst/>
              <a:ahLst/>
              <a:cxnLst/>
              <a:rect l="l" t="t" r="r" b="b"/>
              <a:pathLst>
                <a:path w="16860"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37"/>
            <p:cNvSpPr/>
            <p:nvPr/>
          </p:nvSpPr>
          <p:spPr>
            <a:xfrm>
              <a:off x="1658750" y="225947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37"/>
            <p:cNvSpPr/>
            <p:nvPr/>
          </p:nvSpPr>
          <p:spPr>
            <a:xfrm>
              <a:off x="1658750" y="2351000"/>
              <a:ext cx="421500" cy="15725"/>
            </a:xfrm>
            <a:custGeom>
              <a:avLst/>
              <a:gdLst/>
              <a:ahLst/>
              <a:cxnLst/>
              <a:rect l="l" t="t" r="r" b="b"/>
              <a:pathLst>
                <a:path w="16860"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37"/>
            <p:cNvSpPr/>
            <p:nvPr/>
          </p:nvSpPr>
          <p:spPr>
            <a:xfrm>
              <a:off x="1658750" y="244802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37"/>
            <p:cNvSpPr/>
            <p:nvPr/>
          </p:nvSpPr>
          <p:spPr>
            <a:xfrm>
              <a:off x="2144000"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37"/>
            <p:cNvSpPr/>
            <p:nvPr/>
          </p:nvSpPr>
          <p:spPr>
            <a:xfrm>
              <a:off x="2144000"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37"/>
            <p:cNvSpPr/>
            <p:nvPr/>
          </p:nvSpPr>
          <p:spPr>
            <a:xfrm>
              <a:off x="2144000"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37"/>
            <p:cNvSpPr/>
            <p:nvPr/>
          </p:nvSpPr>
          <p:spPr>
            <a:xfrm>
              <a:off x="2144000"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37"/>
            <p:cNvSpPr/>
            <p:nvPr/>
          </p:nvSpPr>
          <p:spPr>
            <a:xfrm>
              <a:off x="2629225" y="2167975"/>
              <a:ext cx="421500" cy="15750"/>
            </a:xfrm>
            <a:custGeom>
              <a:avLst/>
              <a:gdLst/>
              <a:ahLst/>
              <a:cxnLst/>
              <a:rect l="l" t="t" r="r" b="b"/>
              <a:pathLst>
                <a:path w="16860" h="630" extrusionOk="0">
                  <a:moveTo>
                    <a:pt x="296" y="1"/>
                  </a:moveTo>
                  <a:cubicBezTo>
                    <a:pt x="148" y="1"/>
                    <a:pt x="1" y="149"/>
                    <a:pt x="1" y="297"/>
                  </a:cubicBezTo>
                  <a:cubicBezTo>
                    <a:pt x="1"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37"/>
            <p:cNvSpPr/>
            <p:nvPr/>
          </p:nvSpPr>
          <p:spPr>
            <a:xfrm>
              <a:off x="2629225" y="225947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37"/>
            <p:cNvSpPr/>
            <p:nvPr/>
          </p:nvSpPr>
          <p:spPr>
            <a:xfrm>
              <a:off x="2629225" y="2351000"/>
              <a:ext cx="421500" cy="15725"/>
            </a:xfrm>
            <a:custGeom>
              <a:avLst/>
              <a:gdLst/>
              <a:ahLst/>
              <a:cxnLst/>
              <a:rect l="l" t="t" r="r" b="b"/>
              <a:pathLst>
                <a:path w="16860" h="629" extrusionOk="0">
                  <a:moveTo>
                    <a:pt x="296" y="0"/>
                  </a:moveTo>
                  <a:cubicBezTo>
                    <a:pt x="148" y="0"/>
                    <a:pt x="1" y="148"/>
                    <a:pt x="1" y="333"/>
                  </a:cubicBezTo>
                  <a:cubicBezTo>
                    <a:pt x="1"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37"/>
            <p:cNvSpPr/>
            <p:nvPr/>
          </p:nvSpPr>
          <p:spPr>
            <a:xfrm>
              <a:off x="2629225" y="244802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37"/>
            <p:cNvSpPr/>
            <p:nvPr/>
          </p:nvSpPr>
          <p:spPr>
            <a:xfrm>
              <a:off x="3114475"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37"/>
            <p:cNvSpPr/>
            <p:nvPr/>
          </p:nvSpPr>
          <p:spPr>
            <a:xfrm>
              <a:off x="3114475"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37"/>
            <p:cNvSpPr/>
            <p:nvPr/>
          </p:nvSpPr>
          <p:spPr>
            <a:xfrm>
              <a:off x="3114475"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37"/>
            <p:cNvSpPr/>
            <p:nvPr/>
          </p:nvSpPr>
          <p:spPr>
            <a:xfrm>
              <a:off x="3114475"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37"/>
            <p:cNvSpPr/>
            <p:nvPr/>
          </p:nvSpPr>
          <p:spPr>
            <a:xfrm>
              <a:off x="1902750" y="2663150"/>
              <a:ext cx="1494575" cy="451550"/>
            </a:xfrm>
            <a:custGeom>
              <a:avLst/>
              <a:gdLst/>
              <a:ahLst/>
              <a:cxnLst/>
              <a:rect l="l" t="t" r="r" b="b"/>
              <a:pathLst>
                <a:path w="59783" h="18062" extrusionOk="0">
                  <a:moveTo>
                    <a:pt x="59431" y="1"/>
                  </a:moveTo>
                  <a:cubicBezTo>
                    <a:pt x="59357" y="1"/>
                    <a:pt x="59283" y="29"/>
                    <a:pt x="59228" y="84"/>
                  </a:cubicBezTo>
                  <a:lnTo>
                    <a:pt x="45585" y="14466"/>
                  </a:lnTo>
                  <a:lnTo>
                    <a:pt x="33052" y="5001"/>
                  </a:lnTo>
                  <a:cubicBezTo>
                    <a:pt x="33003" y="4968"/>
                    <a:pt x="32945" y="4950"/>
                    <a:pt x="32887" y="4950"/>
                  </a:cubicBezTo>
                  <a:cubicBezTo>
                    <a:pt x="32816" y="4950"/>
                    <a:pt x="32744" y="4977"/>
                    <a:pt x="32683" y="5038"/>
                  </a:cubicBezTo>
                  <a:lnTo>
                    <a:pt x="24290" y="12654"/>
                  </a:lnTo>
                  <a:lnTo>
                    <a:pt x="14345" y="3707"/>
                  </a:lnTo>
                  <a:cubicBezTo>
                    <a:pt x="14294" y="3656"/>
                    <a:pt x="14226" y="3628"/>
                    <a:pt x="14154" y="3628"/>
                  </a:cubicBezTo>
                  <a:cubicBezTo>
                    <a:pt x="14071" y="3628"/>
                    <a:pt x="13981" y="3665"/>
                    <a:pt x="13902" y="3744"/>
                  </a:cubicBezTo>
                  <a:lnTo>
                    <a:pt x="112" y="17534"/>
                  </a:lnTo>
                  <a:cubicBezTo>
                    <a:pt x="1" y="17645"/>
                    <a:pt x="1" y="17830"/>
                    <a:pt x="112" y="17978"/>
                  </a:cubicBezTo>
                  <a:cubicBezTo>
                    <a:pt x="167" y="18033"/>
                    <a:pt x="250" y="18061"/>
                    <a:pt x="333" y="18061"/>
                  </a:cubicBezTo>
                  <a:cubicBezTo>
                    <a:pt x="417" y="18061"/>
                    <a:pt x="500" y="18033"/>
                    <a:pt x="555" y="17978"/>
                  </a:cubicBezTo>
                  <a:lnTo>
                    <a:pt x="14160" y="4373"/>
                  </a:lnTo>
                  <a:lnTo>
                    <a:pt x="24069" y="13283"/>
                  </a:lnTo>
                  <a:cubicBezTo>
                    <a:pt x="24142" y="13338"/>
                    <a:pt x="24216" y="13366"/>
                    <a:pt x="24290" y="13366"/>
                  </a:cubicBezTo>
                  <a:cubicBezTo>
                    <a:pt x="24364" y="13366"/>
                    <a:pt x="24438" y="13338"/>
                    <a:pt x="24512" y="13283"/>
                  </a:cubicBezTo>
                  <a:lnTo>
                    <a:pt x="32905" y="5667"/>
                  </a:lnTo>
                  <a:lnTo>
                    <a:pt x="45438" y="15131"/>
                  </a:lnTo>
                  <a:cubicBezTo>
                    <a:pt x="45504" y="15164"/>
                    <a:pt x="45578" y="15183"/>
                    <a:pt x="45646" y="15183"/>
                  </a:cubicBezTo>
                  <a:cubicBezTo>
                    <a:pt x="45729" y="15183"/>
                    <a:pt x="45804" y="15155"/>
                    <a:pt x="45844" y="15094"/>
                  </a:cubicBezTo>
                  <a:lnTo>
                    <a:pt x="59671" y="528"/>
                  </a:lnTo>
                  <a:cubicBezTo>
                    <a:pt x="59782" y="380"/>
                    <a:pt x="59782" y="195"/>
                    <a:pt x="59634" y="84"/>
                  </a:cubicBezTo>
                  <a:cubicBezTo>
                    <a:pt x="59579" y="29"/>
                    <a:pt x="59505" y="1"/>
                    <a:pt x="59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37"/>
            <p:cNvSpPr/>
            <p:nvPr/>
          </p:nvSpPr>
          <p:spPr>
            <a:xfrm>
              <a:off x="2210525" y="2716075"/>
              <a:ext cx="91525" cy="91525"/>
            </a:xfrm>
            <a:custGeom>
              <a:avLst/>
              <a:gdLst/>
              <a:ahLst/>
              <a:cxnLst/>
              <a:rect l="l" t="t" r="r" b="b"/>
              <a:pathLst>
                <a:path w="3661" h="3661" extrusionOk="0">
                  <a:moveTo>
                    <a:pt x="1812" y="0"/>
                  </a:moveTo>
                  <a:cubicBezTo>
                    <a:pt x="814" y="0"/>
                    <a:pt x="1" y="814"/>
                    <a:pt x="1" y="1812"/>
                  </a:cubicBezTo>
                  <a:cubicBezTo>
                    <a:pt x="1" y="2847"/>
                    <a:pt x="814" y="3661"/>
                    <a:pt x="1812" y="3661"/>
                  </a:cubicBezTo>
                  <a:cubicBezTo>
                    <a:pt x="2848" y="3661"/>
                    <a:pt x="3661" y="2847"/>
                    <a:pt x="3661" y="1812"/>
                  </a:cubicBezTo>
                  <a:cubicBezTo>
                    <a:pt x="3661" y="814"/>
                    <a:pt x="2848" y="0"/>
                    <a:pt x="1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37"/>
            <p:cNvSpPr/>
            <p:nvPr/>
          </p:nvSpPr>
          <p:spPr>
            <a:xfrm>
              <a:off x="2203150" y="2708675"/>
              <a:ext cx="106300" cy="106325"/>
            </a:xfrm>
            <a:custGeom>
              <a:avLst/>
              <a:gdLst/>
              <a:ahLst/>
              <a:cxnLst/>
              <a:rect l="l" t="t" r="r" b="b"/>
              <a:pathLst>
                <a:path w="4252" h="4253" extrusionOk="0">
                  <a:moveTo>
                    <a:pt x="2107" y="629"/>
                  </a:moveTo>
                  <a:cubicBezTo>
                    <a:pt x="2958" y="629"/>
                    <a:pt x="3623" y="1295"/>
                    <a:pt x="3623" y="2108"/>
                  </a:cubicBezTo>
                  <a:cubicBezTo>
                    <a:pt x="3623" y="2958"/>
                    <a:pt x="2958" y="3624"/>
                    <a:pt x="2107" y="3624"/>
                  </a:cubicBezTo>
                  <a:cubicBezTo>
                    <a:pt x="1294" y="3624"/>
                    <a:pt x="592" y="2958"/>
                    <a:pt x="592" y="2108"/>
                  </a:cubicBezTo>
                  <a:cubicBezTo>
                    <a:pt x="592" y="1295"/>
                    <a:pt x="1294" y="629"/>
                    <a:pt x="2107" y="629"/>
                  </a:cubicBezTo>
                  <a:close/>
                  <a:moveTo>
                    <a:pt x="2107" y="1"/>
                  </a:moveTo>
                  <a:cubicBezTo>
                    <a:pt x="924" y="1"/>
                    <a:pt x="0" y="962"/>
                    <a:pt x="0" y="2108"/>
                  </a:cubicBezTo>
                  <a:cubicBezTo>
                    <a:pt x="0" y="3291"/>
                    <a:pt x="924" y="4252"/>
                    <a:pt x="2107" y="4252"/>
                  </a:cubicBezTo>
                  <a:cubicBezTo>
                    <a:pt x="3291" y="4252"/>
                    <a:pt x="4252" y="3291"/>
                    <a:pt x="4252" y="2108"/>
                  </a:cubicBezTo>
                  <a:cubicBezTo>
                    <a:pt x="4252" y="962"/>
                    <a:pt x="3291" y="1"/>
                    <a:pt x="21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37"/>
            <p:cNvSpPr/>
            <p:nvPr/>
          </p:nvSpPr>
          <p:spPr>
            <a:xfrm>
              <a:off x="2679125" y="2748425"/>
              <a:ext cx="91550" cy="91525"/>
            </a:xfrm>
            <a:custGeom>
              <a:avLst/>
              <a:gdLst/>
              <a:ahLst/>
              <a:cxnLst/>
              <a:rect l="l" t="t" r="r" b="b"/>
              <a:pathLst>
                <a:path w="3662" h="3661" extrusionOk="0">
                  <a:moveTo>
                    <a:pt x="1813" y="0"/>
                  </a:moveTo>
                  <a:cubicBezTo>
                    <a:pt x="814" y="0"/>
                    <a:pt x="1" y="814"/>
                    <a:pt x="1" y="1849"/>
                  </a:cubicBezTo>
                  <a:cubicBezTo>
                    <a:pt x="1" y="2847"/>
                    <a:pt x="814" y="3661"/>
                    <a:pt x="1813" y="3661"/>
                  </a:cubicBezTo>
                  <a:cubicBezTo>
                    <a:pt x="2848" y="3661"/>
                    <a:pt x="3661" y="2847"/>
                    <a:pt x="3661" y="1849"/>
                  </a:cubicBezTo>
                  <a:cubicBezTo>
                    <a:pt x="3661" y="814"/>
                    <a:pt x="2848" y="0"/>
                    <a:pt x="18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37"/>
            <p:cNvSpPr/>
            <p:nvPr/>
          </p:nvSpPr>
          <p:spPr>
            <a:xfrm>
              <a:off x="2671750" y="2741025"/>
              <a:ext cx="106300" cy="106325"/>
            </a:xfrm>
            <a:custGeom>
              <a:avLst/>
              <a:gdLst/>
              <a:ahLst/>
              <a:cxnLst/>
              <a:rect l="l" t="t" r="r" b="b"/>
              <a:pathLst>
                <a:path w="4252" h="4253" extrusionOk="0">
                  <a:moveTo>
                    <a:pt x="2108" y="629"/>
                  </a:moveTo>
                  <a:cubicBezTo>
                    <a:pt x="2958" y="629"/>
                    <a:pt x="3623" y="1295"/>
                    <a:pt x="3623" y="2145"/>
                  </a:cubicBezTo>
                  <a:cubicBezTo>
                    <a:pt x="3623" y="2958"/>
                    <a:pt x="2958" y="3661"/>
                    <a:pt x="2108" y="3661"/>
                  </a:cubicBezTo>
                  <a:cubicBezTo>
                    <a:pt x="1294" y="3661"/>
                    <a:pt x="592" y="2958"/>
                    <a:pt x="592" y="2145"/>
                  </a:cubicBezTo>
                  <a:cubicBezTo>
                    <a:pt x="592" y="1295"/>
                    <a:pt x="1294" y="629"/>
                    <a:pt x="2108" y="629"/>
                  </a:cubicBezTo>
                  <a:close/>
                  <a:moveTo>
                    <a:pt x="2108" y="1"/>
                  </a:moveTo>
                  <a:cubicBezTo>
                    <a:pt x="961" y="1"/>
                    <a:pt x="0" y="962"/>
                    <a:pt x="0" y="2145"/>
                  </a:cubicBezTo>
                  <a:cubicBezTo>
                    <a:pt x="0" y="3328"/>
                    <a:pt x="961" y="4252"/>
                    <a:pt x="2108" y="4252"/>
                  </a:cubicBezTo>
                  <a:cubicBezTo>
                    <a:pt x="3291" y="4252"/>
                    <a:pt x="4252" y="3328"/>
                    <a:pt x="4252" y="2145"/>
                  </a:cubicBezTo>
                  <a:cubicBezTo>
                    <a:pt x="4252" y="962"/>
                    <a:pt x="3291" y="1"/>
                    <a:pt x="21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37"/>
            <p:cNvSpPr/>
            <p:nvPr/>
          </p:nvSpPr>
          <p:spPr>
            <a:xfrm>
              <a:off x="2998000" y="2989650"/>
              <a:ext cx="91525" cy="91525"/>
            </a:xfrm>
            <a:custGeom>
              <a:avLst/>
              <a:gdLst/>
              <a:ahLst/>
              <a:cxnLst/>
              <a:rect l="l" t="t" r="r" b="b"/>
              <a:pathLst>
                <a:path w="3661" h="3661" extrusionOk="0">
                  <a:moveTo>
                    <a:pt x="1812" y="1"/>
                  </a:moveTo>
                  <a:cubicBezTo>
                    <a:pt x="814" y="1"/>
                    <a:pt x="1" y="814"/>
                    <a:pt x="1" y="1812"/>
                  </a:cubicBezTo>
                  <a:cubicBezTo>
                    <a:pt x="1" y="2811"/>
                    <a:pt x="814" y="3661"/>
                    <a:pt x="1812" y="3661"/>
                  </a:cubicBezTo>
                  <a:cubicBezTo>
                    <a:pt x="2848" y="3661"/>
                    <a:pt x="3661" y="2811"/>
                    <a:pt x="3661" y="1812"/>
                  </a:cubicBezTo>
                  <a:cubicBezTo>
                    <a:pt x="3661" y="814"/>
                    <a:pt x="2848"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37"/>
            <p:cNvSpPr/>
            <p:nvPr/>
          </p:nvSpPr>
          <p:spPr>
            <a:xfrm>
              <a:off x="2990625" y="2982275"/>
              <a:ext cx="106300" cy="106300"/>
            </a:xfrm>
            <a:custGeom>
              <a:avLst/>
              <a:gdLst/>
              <a:ahLst/>
              <a:cxnLst/>
              <a:rect l="l" t="t" r="r" b="b"/>
              <a:pathLst>
                <a:path w="4252" h="4252" extrusionOk="0">
                  <a:moveTo>
                    <a:pt x="2107" y="592"/>
                  </a:moveTo>
                  <a:cubicBezTo>
                    <a:pt x="2958" y="592"/>
                    <a:pt x="3623" y="1294"/>
                    <a:pt x="3623" y="2107"/>
                  </a:cubicBezTo>
                  <a:cubicBezTo>
                    <a:pt x="3623" y="2958"/>
                    <a:pt x="2958" y="3623"/>
                    <a:pt x="2107" y="3623"/>
                  </a:cubicBezTo>
                  <a:cubicBezTo>
                    <a:pt x="1294" y="3623"/>
                    <a:pt x="592" y="2958"/>
                    <a:pt x="592" y="2107"/>
                  </a:cubicBezTo>
                  <a:cubicBezTo>
                    <a:pt x="592" y="1294"/>
                    <a:pt x="1294" y="592"/>
                    <a:pt x="2107" y="592"/>
                  </a:cubicBezTo>
                  <a:close/>
                  <a:moveTo>
                    <a:pt x="2107" y="0"/>
                  </a:moveTo>
                  <a:cubicBezTo>
                    <a:pt x="961" y="0"/>
                    <a:pt x="0" y="924"/>
                    <a:pt x="0" y="2107"/>
                  </a:cubicBezTo>
                  <a:cubicBezTo>
                    <a:pt x="0" y="3290"/>
                    <a:pt x="961" y="4252"/>
                    <a:pt x="2107" y="4252"/>
                  </a:cubicBezTo>
                  <a:cubicBezTo>
                    <a:pt x="3290" y="4252"/>
                    <a:pt x="4252" y="3290"/>
                    <a:pt x="4252" y="2107"/>
                  </a:cubicBezTo>
                  <a:cubicBezTo>
                    <a:pt x="4252" y="924"/>
                    <a:pt x="3290"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37"/>
            <p:cNvSpPr/>
            <p:nvPr/>
          </p:nvSpPr>
          <p:spPr>
            <a:xfrm>
              <a:off x="3336300" y="2625500"/>
              <a:ext cx="91525" cy="90600"/>
            </a:xfrm>
            <a:custGeom>
              <a:avLst/>
              <a:gdLst/>
              <a:ahLst/>
              <a:cxnLst/>
              <a:rect l="l" t="t" r="r" b="b"/>
              <a:pathLst>
                <a:path w="3661" h="3624" extrusionOk="0">
                  <a:moveTo>
                    <a:pt x="1849" y="0"/>
                  </a:moveTo>
                  <a:cubicBezTo>
                    <a:pt x="813" y="0"/>
                    <a:pt x="0" y="814"/>
                    <a:pt x="0" y="1812"/>
                  </a:cubicBezTo>
                  <a:cubicBezTo>
                    <a:pt x="0" y="2810"/>
                    <a:pt x="813" y="3623"/>
                    <a:pt x="1849" y="3623"/>
                  </a:cubicBezTo>
                  <a:cubicBezTo>
                    <a:pt x="2847" y="3623"/>
                    <a:pt x="3660" y="2810"/>
                    <a:pt x="3660" y="1812"/>
                  </a:cubicBezTo>
                  <a:cubicBezTo>
                    <a:pt x="3660" y="814"/>
                    <a:pt x="2847" y="0"/>
                    <a:pt x="18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37"/>
            <p:cNvSpPr/>
            <p:nvPr/>
          </p:nvSpPr>
          <p:spPr>
            <a:xfrm>
              <a:off x="3328900" y="2617175"/>
              <a:ext cx="106300" cy="107250"/>
            </a:xfrm>
            <a:custGeom>
              <a:avLst/>
              <a:gdLst/>
              <a:ahLst/>
              <a:cxnLst/>
              <a:rect l="l" t="t" r="r" b="b"/>
              <a:pathLst>
                <a:path w="4252" h="4290" extrusionOk="0">
                  <a:moveTo>
                    <a:pt x="2145" y="629"/>
                  </a:moveTo>
                  <a:cubicBezTo>
                    <a:pt x="2958" y="629"/>
                    <a:pt x="3660" y="1295"/>
                    <a:pt x="3660" y="2145"/>
                  </a:cubicBezTo>
                  <a:cubicBezTo>
                    <a:pt x="3660" y="2995"/>
                    <a:pt x="2958" y="3661"/>
                    <a:pt x="2145" y="3661"/>
                  </a:cubicBezTo>
                  <a:cubicBezTo>
                    <a:pt x="1294" y="3661"/>
                    <a:pt x="629" y="2995"/>
                    <a:pt x="629" y="2145"/>
                  </a:cubicBezTo>
                  <a:cubicBezTo>
                    <a:pt x="629" y="1295"/>
                    <a:pt x="1294" y="629"/>
                    <a:pt x="2145" y="629"/>
                  </a:cubicBezTo>
                  <a:close/>
                  <a:moveTo>
                    <a:pt x="2145" y="1"/>
                  </a:moveTo>
                  <a:cubicBezTo>
                    <a:pt x="962" y="1"/>
                    <a:pt x="0" y="962"/>
                    <a:pt x="0" y="2145"/>
                  </a:cubicBezTo>
                  <a:cubicBezTo>
                    <a:pt x="0" y="3328"/>
                    <a:pt x="962" y="4289"/>
                    <a:pt x="2145" y="4289"/>
                  </a:cubicBezTo>
                  <a:cubicBezTo>
                    <a:pt x="3291" y="4289"/>
                    <a:pt x="4252" y="3328"/>
                    <a:pt x="4252" y="2145"/>
                  </a:cubicBezTo>
                  <a:cubicBezTo>
                    <a:pt x="4252" y="962"/>
                    <a:pt x="3291" y="1"/>
                    <a:pt x="21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37"/>
            <p:cNvSpPr/>
            <p:nvPr/>
          </p:nvSpPr>
          <p:spPr>
            <a:xfrm>
              <a:off x="1865775" y="3060825"/>
              <a:ext cx="90600" cy="91525"/>
            </a:xfrm>
            <a:custGeom>
              <a:avLst/>
              <a:gdLst/>
              <a:ahLst/>
              <a:cxnLst/>
              <a:rect l="l" t="t" r="r" b="b"/>
              <a:pathLst>
                <a:path w="3624" h="3661" extrusionOk="0">
                  <a:moveTo>
                    <a:pt x="1812" y="1"/>
                  </a:moveTo>
                  <a:cubicBezTo>
                    <a:pt x="814" y="1"/>
                    <a:pt x="1" y="814"/>
                    <a:pt x="1" y="1849"/>
                  </a:cubicBezTo>
                  <a:cubicBezTo>
                    <a:pt x="1" y="2847"/>
                    <a:pt x="814" y="3661"/>
                    <a:pt x="1812" y="3661"/>
                  </a:cubicBezTo>
                  <a:cubicBezTo>
                    <a:pt x="2811" y="3661"/>
                    <a:pt x="3624" y="2847"/>
                    <a:pt x="3624" y="1849"/>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37"/>
            <p:cNvSpPr/>
            <p:nvPr/>
          </p:nvSpPr>
          <p:spPr>
            <a:xfrm>
              <a:off x="1857475" y="3053425"/>
              <a:ext cx="107225" cy="106325"/>
            </a:xfrm>
            <a:custGeom>
              <a:avLst/>
              <a:gdLst/>
              <a:ahLst/>
              <a:cxnLst/>
              <a:rect l="l" t="t" r="r" b="b"/>
              <a:pathLst>
                <a:path w="4289" h="4253" extrusionOk="0">
                  <a:moveTo>
                    <a:pt x="2144" y="629"/>
                  </a:moveTo>
                  <a:cubicBezTo>
                    <a:pt x="2995" y="629"/>
                    <a:pt x="3660" y="1295"/>
                    <a:pt x="3660" y="2145"/>
                  </a:cubicBezTo>
                  <a:cubicBezTo>
                    <a:pt x="3660" y="2958"/>
                    <a:pt x="2995" y="3661"/>
                    <a:pt x="2144" y="3661"/>
                  </a:cubicBezTo>
                  <a:cubicBezTo>
                    <a:pt x="1294" y="3661"/>
                    <a:pt x="629" y="2958"/>
                    <a:pt x="629" y="2145"/>
                  </a:cubicBezTo>
                  <a:cubicBezTo>
                    <a:pt x="629" y="1295"/>
                    <a:pt x="1294" y="629"/>
                    <a:pt x="2144" y="629"/>
                  </a:cubicBezTo>
                  <a:close/>
                  <a:moveTo>
                    <a:pt x="2144" y="1"/>
                  </a:moveTo>
                  <a:cubicBezTo>
                    <a:pt x="961" y="1"/>
                    <a:pt x="0" y="962"/>
                    <a:pt x="0" y="2145"/>
                  </a:cubicBezTo>
                  <a:cubicBezTo>
                    <a:pt x="0" y="3328"/>
                    <a:pt x="961" y="4252"/>
                    <a:pt x="2144" y="4252"/>
                  </a:cubicBezTo>
                  <a:cubicBezTo>
                    <a:pt x="3327" y="4252"/>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37"/>
            <p:cNvSpPr/>
            <p:nvPr/>
          </p:nvSpPr>
          <p:spPr>
            <a:xfrm>
              <a:off x="2464700" y="2931425"/>
              <a:ext cx="90600" cy="90600"/>
            </a:xfrm>
            <a:custGeom>
              <a:avLst/>
              <a:gdLst/>
              <a:ahLst/>
              <a:cxnLst/>
              <a:rect l="l" t="t" r="r" b="b"/>
              <a:pathLst>
                <a:path w="3624" h="3624" extrusionOk="0">
                  <a:moveTo>
                    <a:pt x="1812" y="1"/>
                  </a:moveTo>
                  <a:cubicBezTo>
                    <a:pt x="814" y="1"/>
                    <a:pt x="1" y="814"/>
                    <a:pt x="1" y="1812"/>
                  </a:cubicBezTo>
                  <a:cubicBezTo>
                    <a:pt x="1" y="2810"/>
                    <a:pt x="814" y="3624"/>
                    <a:pt x="1812" y="3624"/>
                  </a:cubicBezTo>
                  <a:cubicBezTo>
                    <a:pt x="2811" y="3624"/>
                    <a:pt x="3624" y="2810"/>
                    <a:pt x="3624" y="1812"/>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37"/>
            <p:cNvSpPr/>
            <p:nvPr/>
          </p:nvSpPr>
          <p:spPr>
            <a:xfrm>
              <a:off x="2456400" y="2923100"/>
              <a:ext cx="107225" cy="106325"/>
            </a:xfrm>
            <a:custGeom>
              <a:avLst/>
              <a:gdLst/>
              <a:ahLst/>
              <a:cxnLst/>
              <a:rect l="l" t="t" r="r" b="b"/>
              <a:pathLst>
                <a:path w="4289" h="4253" extrusionOk="0">
                  <a:moveTo>
                    <a:pt x="2144" y="629"/>
                  </a:moveTo>
                  <a:cubicBezTo>
                    <a:pt x="2995" y="629"/>
                    <a:pt x="3660" y="1295"/>
                    <a:pt x="3660" y="2145"/>
                  </a:cubicBezTo>
                  <a:cubicBezTo>
                    <a:pt x="3660" y="2959"/>
                    <a:pt x="2995" y="3661"/>
                    <a:pt x="2144" y="3661"/>
                  </a:cubicBezTo>
                  <a:cubicBezTo>
                    <a:pt x="1294" y="3661"/>
                    <a:pt x="629" y="2959"/>
                    <a:pt x="629" y="2145"/>
                  </a:cubicBezTo>
                  <a:cubicBezTo>
                    <a:pt x="629" y="1295"/>
                    <a:pt x="1294" y="629"/>
                    <a:pt x="2144" y="629"/>
                  </a:cubicBezTo>
                  <a:close/>
                  <a:moveTo>
                    <a:pt x="2144" y="1"/>
                  </a:moveTo>
                  <a:cubicBezTo>
                    <a:pt x="961" y="1"/>
                    <a:pt x="0" y="962"/>
                    <a:pt x="0" y="2145"/>
                  </a:cubicBezTo>
                  <a:cubicBezTo>
                    <a:pt x="0" y="3328"/>
                    <a:pt x="961" y="4253"/>
                    <a:pt x="2144" y="4253"/>
                  </a:cubicBezTo>
                  <a:cubicBezTo>
                    <a:pt x="3327" y="4253"/>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37"/>
            <p:cNvSpPr/>
            <p:nvPr/>
          </p:nvSpPr>
          <p:spPr>
            <a:xfrm>
              <a:off x="3707850" y="1843575"/>
              <a:ext cx="52700" cy="1651675"/>
            </a:xfrm>
            <a:custGeom>
              <a:avLst/>
              <a:gdLst/>
              <a:ahLst/>
              <a:cxnLst/>
              <a:rect l="l" t="t" r="r" b="b"/>
              <a:pathLst>
                <a:path w="2108" h="66067" extrusionOk="0">
                  <a:moveTo>
                    <a:pt x="1035" y="0"/>
                  </a:moveTo>
                  <a:cubicBezTo>
                    <a:pt x="481" y="0"/>
                    <a:pt x="0" y="481"/>
                    <a:pt x="0" y="1072"/>
                  </a:cubicBezTo>
                  <a:lnTo>
                    <a:pt x="0" y="65032"/>
                  </a:lnTo>
                  <a:cubicBezTo>
                    <a:pt x="0" y="65586"/>
                    <a:pt x="481" y="66067"/>
                    <a:pt x="1035" y="66067"/>
                  </a:cubicBezTo>
                  <a:cubicBezTo>
                    <a:pt x="1627" y="66067"/>
                    <a:pt x="2108" y="65586"/>
                    <a:pt x="2108" y="65032"/>
                  </a:cubicBezTo>
                  <a:lnTo>
                    <a:pt x="2108" y="1072"/>
                  </a:lnTo>
                  <a:cubicBezTo>
                    <a:pt x="2108" y="481"/>
                    <a:pt x="1627" y="0"/>
                    <a:pt x="10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37"/>
            <p:cNvSpPr/>
            <p:nvPr/>
          </p:nvSpPr>
          <p:spPr>
            <a:xfrm>
              <a:off x="3700450" y="1836175"/>
              <a:ext cx="67500" cy="1666475"/>
            </a:xfrm>
            <a:custGeom>
              <a:avLst/>
              <a:gdLst/>
              <a:ahLst/>
              <a:cxnLst/>
              <a:rect l="l" t="t" r="r" b="b"/>
              <a:pathLst>
                <a:path w="2700" h="66659" extrusionOk="0">
                  <a:moveTo>
                    <a:pt x="1331" y="629"/>
                  </a:moveTo>
                  <a:cubicBezTo>
                    <a:pt x="1738" y="629"/>
                    <a:pt x="2071" y="962"/>
                    <a:pt x="2071" y="1368"/>
                  </a:cubicBezTo>
                  <a:lnTo>
                    <a:pt x="2071" y="65328"/>
                  </a:lnTo>
                  <a:cubicBezTo>
                    <a:pt x="2071" y="65734"/>
                    <a:pt x="1738" y="66067"/>
                    <a:pt x="1331" y="66067"/>
                  </a:cubicBezTo>
                  <a:cubicBezTo>
                    <a:pt x="925" y="66067"/>
                    <a:pt x="592" y="65734"/>
                    <a:pt x="592" y="65328"/>
                  </a:cubicBezTo>
                  <a:lnTo>
                    <a:pt x="592" y="1368"/>
                  </a:lnTo>
                  <a:cubicBezTo>
                    <a:pt x="592" y="962"/>
                    <a:pt x="925" y="629"/>
                    <a:pt x="1331" y="629"/>
                  </a:cubicBezTo>
                  <a:close/>
                  <a:moveTo>
                    <a:pt x="1331" y="0"/>
                  </a:moveTo>
                  <a:cubicBezTo>
                    <a:pt x="592" y="0"/>
                    <a:pt x="0" y="592"/>
                    <a:pt x="0" y="1368"/>
                  </a:cubicBezTo>
                  <a:lnTo>
                    <a:pt x="0" y="65328"/>
                  </a:lnTo>
                  <a:cubicBezTo>
                    <a:pt x="0" y="66067"/>
                    <a:pt x="592" y="66659"/>
                    <a:pt x="1331" y="66659"/>
                  </a:cubicBezTo>
                  <a:cubicBezTo>
                    <a:pt x="2108" y="66659"/>
                    <a:pt x="2699" y="66067"/>
                    <a:pt x="2699" y="65328"/>
                  </a:cubicBezTo>
                  <a:lnTo>
                    <a:pt x="2699" y="1368"/>
                  </a:lnTo>
                  <a:cubicBezTo>
                    <a:pt x="2699" y="592"/>
                    <a:pt x="2108" y="0"/>
                    <a:pt x="13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37"/>
            <p:cNvSpPr/>
            <p:nvPr/>
          </p:nvSpPr>
          <p:spPr>
            <a:xfrm>
              <a:off x="4015625" y="2157825"/>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37"/>
            <p:cNvSpPr/>
            <p:nvPr/>
          </p:nvSpPr>
          <p:spPr>
            <a:xfrm>
              <a:off x="3805825" y="2157825"/>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37"/>
            <p:cNvSpPr/>
            <p:nvPr/>
          </p:nvSpPr>
          <p:spPr>
            <a:xfrm>
              <a:off x="4256850" y="2234525"/>
              <a:ext cx="66575" cy="15750"/>
            </a:xfrm>
            <a:custGeom>
              <a:avLst/>
              <a:gdLst/>
              <a:ahLst/>
              <a:cxnLst/>
              <a:rect l="l" t="t" r="r" b="b"/>
              <a:pathLst>
                <a:path w="2663" h="630" extrusionOk="0">
                  <a:moveTo>
                    <a:pt x="334" y="1"/>
                  </a:moveTo>
                  <a:cubicBezTo>
                    <a:pt x="149" y="1"/>
                    <a:pt x="1" y="149"/>
                    <a:pt x="1" y="333"/>
                  </a:cubicBezTo>
                  <a:cubicBezTo>
                    <a:pt x="1" y="481"/>
                    <a:pt x="149" y="629"/>
                    <a:pt x="334" y="629"/>
                  </a:cubicBezTo>
                  <a:lnTo>
                    <a:pt x="2367" y="629"/>
                  </a:lnTo>
                  <a:cubicBezTo>
                    <a:pt x="2552" y="629"/>
                    <a:pt x="2663" y="481"/>
                    <a:pt x="2663" y="333"/>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37"/>
            <p:cNvSpPr/>
            <p:nvPr/>
          </p:nvSpPr>
          <p:spPr>
            <a:xfrm>
              <a:off x="4112675" y="2234525"/>
              <a:ext cx="118325" cy="15750"/>
            </a:xfrm>
            <a:custGeom>
              <a:avLst/>
              <a:gdLst/>
              <a:ahLst/>
              <a:cxnLst/>
              <a:rect l="l" t="t" r="r" b="b"/>
              <a:pathLst>
                <a:path w="4733" h="630" extrusionOk="0">
                  <a:moveTo>
                    <a:pt x="333" y="1"/>
                  </a:moveTo>
                  <a:cubicBezTo>
                    <a:pt x="148" y="1"/>
                    <a:pt x="0" y="149"/>
                    <a:pt x="0" y="333"/>
                  </a:cubicBezTo>
                  <a:cubicBezTo>
                    <a:pt x="0" y="481"/>
                    <a:pt x="148" y="629"/>
                    <a:pt x="333" y="629"/>
                  </a:cubicBezTo>
                  <a:lnTo>
                    <a:pt x="4400" y="629"/>
                  </a:lnTo>
                  <a:cubicBezTo>
                    <a:pt x="4585" y="629"/>
                    <a:pt x="4733" y="481"/>
                    <a:pt x="4733" y="333"/>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37"/>
            <p:cNvSpPr/>
            <p:nvPr/>
          </p:nvSpPr>
          <p:spPr>
            <a:xfrm>
              <a:off x="3805825" y="2234525"/>
              <a:ext cx="253275" cy="15750"/>
            </a:xfrm>
            <a:custGeom>
              <a:avLst/>
              <a:gdLst/>
              <a:ahLst/>
              <a:cxnLst/>
              <a:rect l="l" t="t" r="r" b="b"/>
              <a:pathLst>
                <a:path w="10131" h="630" extrusionOk="0">
                  <a:moveTo>
                    <a:pt x="333" y="1"/>
                  </a:moveTo>
                  <a:cubicBezTo>
                    <a:pt x="148" y="1"/>
                    <a:pt x="0" y="149"/>
                    <a:pt x="0" y="333"/>
                  </a:cubicBezTo>
                  <a:cubicBezTo>
                    <a:pt x="0" y="481"/>
                    <a:pt x="148" y="629"/>
                    <a:pt x="333" y="629"/>
                  </a:cubicBezTo>
                  <a:lnTo>
                    <a:pt x="9797" y="629"/>
                  </a:lnTo>
                  <a:cubicBezTo>
                    <a:pt x="9982" y="629"/>
                    <a:pt x="10130" y="481"/>
                    <a:pt x="10130" y="333"/>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37"/>
            <p:cNvSpPr/>
            <p:nvPr/>
          </p:nvSpPr>
          <p:spPr>
            <a:xfrm>
              <a:off x="4047975" y="2312175"/>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37"/>
            <p:cNvSpPr/>
            <p:nvPr/>
          </p:nvSpPr>
          <p:spPr>
            <a:xfrm>
              <a:off x="3805825" y="2312175"/>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37"/>
            <p:cNvSpPr/>
            <p:nvPr/>
          </p:nvSpPr>
          <p:spPr>
            <a:xfrm>
              <a:off x="4196775" y="2389800"/>
              <a:ext cx="126650" cy="14825"/>
            </a:xfrm>
            <a:custGeom>
              <a:avLst/>
              <a:gdLst/>
              <a:ahLst/>
              <a:cxnLst/>
              <a:rect l="l" t="t" r="r" b="b"/>
              <a:pathLst>
                <a:path w="5066" h="593" extrusionOk="0">
                  <a:moveTo>
                    <a:pt x="296" y="1"/>
                  </a:moveTo>
                  <a:cubicBezTo>
                    <a:pt x="149" y="1"/>
                    <a:pt x="1" y="112"/>
                    <a:pt x="1" y="297"/>
                  </a:cubicBezTo>
                  <a:cubicBezTo>
                    <a:pt x="1" y="444"/>
                    <a:pt x="149" y="592"/>
                    <a:pt x="296" y="592"/>
                  </a:cubicBezTo>
                  <a:lnTo>
                    <a:pt x="4770" y="592"/>
                  </a:lnTo>
                  <a:cubicBezTo>
                    <a:pt x="4955" y="592"/>
                    <a:pt x="5066" y="444"/>
                    <a:pt x="5066" y="297"/>
                  </a:cubicBezTo>
                  <a:cubicBezTo>
                    <a:pt x="5066" y="112"/>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37"/>
            <p:cNvSpPr/>
            <p:nvPr/>
          </p:nvSpPr>
          <p:spPr>
            <a:xfrm>
              <a:off x="3917650" y="2389800"/>
              <a:ext cx="247725" cy="14825"/>
            </a:xfrm>
            <a:custGeom>
              <a:avLst/>
              <a:gdLst/>
              <a:ahLst/>
              <a:cxnLst/>
              <a:rect l="l" t="t" r="r" b="b"/>
              <a:pathLst>
                <a:path w="9909" h="593" extrusionOk="0">
                  <a:moveTo>
                    <a:pt x="296" y="1"/>
                  </a:moveTo>
                  <a:cubicBezTo>
                    <a:pt x="148" y="1"/>
                    <a:pt x="1" y="112"/>
                    <a:pt x="1" y="297"/>
                  </a:cubicBezTo>
                  <a:cubicBezTo>
                    <a:pt x="1" y="444"/>
                    <a:pt x="148" y="592"/>
                    <a:pt x="296" y="592"/>
                  </a:cubicBezTo>
                  <a:lnTo>
                    <a:pt x="9613" y="592"/>
                  </a:lnTo>
                  <a:cubicBezTo>
                    <a:pt x="9798" y="592"/>
                    <a:pt x="9909" y="444"/>
                    <a:pt x="9909" y="297"/>
                  </a:cubicBezTo>
                  <a:cubicBezTo>
                    <a:pt x="9909" y="112"/>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37"/>
            <p:cNvSpPr/>
            <p:nvPr/>
          </p:nvSpPr>
          <p:spPr>
            <a:xfrm>
              <a:off x="3805825" y="2389800"/>
              <a:ext cx="75800" cy="14825"/>
            </a:xfrm>
            <a:custGeom>
              <a:avLst/>
              <a:gdLst/>
              <a:ahLst/>
              <a:cxnLst/>
              <a:rect l="l" t="t" r="r" b="b"/>
              <a:pathLst>
                <a:path w="3032" h="593" extrusionOk="0">
                  <a:moveTo>
                    <a:pt x="333" y="1"/>
                  </a:moveTo>
                  <a:cubicBezTo>
                    <a:pt x="148" y="1"/>
                    <a:pt x="0" y="112"/>
                    <a:pt x="0" y="297"/>
                  </a:cubicBezTo>
                  <a:cubicBezTo>
                    <a:pt x="0" y="444"/>
                    <a:pt x="148" y="592"/>
                    <a:pt x="333" y="592"/>
                  </a:cubicBezTo>
                  <a:lnTo>
                    <a:pt x="2736" y="592"/>
                  </a:lnTo>
                  <a:cubicBezTo>
                    <a:pt x="2921" y="592"/>
                    <a:pt x="3032" y="444"/>
                    <a:pt x="3032" y="297"/>
                  </a:cubicBezTo>
                  <a:cubicBezTo>
                    <a:pt x="3032" y="112"/>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37"/>
            <p:cNvSpPr/>
            <p:nvPr/>
          </p:nvSpPr>
          <p:spPr>
            <a:xfrm>
              <a:off x="4015625" y="2457275"/>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37"/>
            <p:cNvSpPr/>
            <p:nvPr/>
          </p:nvSpPr>
          <p:spPr>
            <a:xfrm>
              <a:off x="3805825" y="2457275"/>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37"/>
            <p:cNvSpPr/>
            <p:nvPr/>
          </p:nvSpPr>
          <p:spPr>
            <a:xfrm>
              <a:off x="4256850" y="2534000"/>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37"/>
            <p:cNvSpPr/>
            <p:nvPr/>
          </p:nvSpPr>
          <p:spPr>
            <a:xfrm>
              <a:off x="4112675" y="2534000"/>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37"/>
            <p:cNvSpPr/>
            <p:nvPr/>
          </p:nvSpPr>
          <p:spPr>
            <a:xfrm>
              <a:off x="3805825" y="2534000"/>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37"/>
            <p:cNvSpPr/>
            <p:nvPr/>
          </p:nvSpPr>
          <p:spPr>
            <a:xfrm>
              <a:off x="4047975" y="2611625"/>
              <a:ext cx="275450" cy="15750"/>
            </a:xfrm>
            <a:custGeom>
              <a:avLst/>
              <a:gdLst/>
              <a:ahLst/>
              <a:cxnLst/>
              <a:rect l="l" t="t" r="r" b="b"/>
              <a:pathLst>
                <a:path w="11018" h="630" extrusionOk="0">
                  <a:moveTo>
                    <a:pt x="296" y="1"/>
                  </a:moveTo>
                  <a:cubicBezTo>
                    <a:pt x="148" y="1"/>
                    <a:pt x="0" y="149"/>
                    <a:pt x="0" y="297"/>
                  </a:cubicBezTo>
                  <a:cubicBezTo>
                    <a:pt x="0" y="481"/>
                    <a:pt x="148" y="629"/>
                    <a:pt x="296" y="629"/>
                  </a:cubicBezTo>
                  <a:lnTo>
                    <a:pt x="10722" y="629"/>
                  </a:lnTo>
                  <a:cubicBezTo>
                    <a:pt x="10907" y="629"/>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37"/>
            <p:cNvSpPr/>
            <p:nvPr/>
          </p:nvSpPr>
          <p:spPr>
            <a:xfrm>
              <a:off x="3805825" y="2611625"/>
              <a:ext cx="201500" cy="15750"/>
            </a:xfrm>
            <a:custGeom>
              <a:avLst/>
              <a:gdLst/>
              <a:ahLst/>
              <a:cxnLst/>
              <a:rect l="l" t="t" r="r" b="b"/>
              <a:pathLst>
                <a:path w="8060" h="630" extrusionOk="0">
                  <a:moveTo>
                    <a:pt x="333" y="1"/>
                  </a:moveTo>
                  <a:cubicBezTo>
                    <a:pt x="148" y="1"/>
                    <a:pt x="0" y="149"/>
                    <a:pt x="0" y="297"/>
                  </a:cubicBezTo>
                  <a:cubicBezTo>
                    <a:pt x="0" y="481"/>
                    <a:pt x="148" y="629"/>
                    <a:pt x="333" y="629"/>
                  </a:cubicBezTo>
                  <a:lnTo>
                    <a:pt x="7764" y="629"/>
                  </a:lnTo>
                  <a:cubicBezTo>
                    <a:pt x="7949" y="629"/>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37"/>
            <p:cNvSpPr/>
            <p:nvPr/>
          </p:nvSpPr>
          <p:spPr>
            <a:xfrm>
              <a:off x="4196775" y="2688350"/>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37"/>
            <p:cNvSpPr/>
            <p:nvPr/>
          </p:nvSpPr>
          <p:spPr>
            <a:xfrm>
              <a:off x="3917650" y="2688350"/>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37"/>
            <p:cNvSpPr/>
            <p:nvPr/>
          </p:nvSpPr>
          <p:spPr>
            <a:xfrm>
              <a:off x="3805825" y="2688350"/>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37"/>
            <p:cNvSpPr/>
            <p:nvPr/>
          </p:nvSpPr>
          <p:spPr>
            <a:xfrm>
              <a:off x="4015625" y="2756750"/>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37"/>
            <p:cNvSpPr/>
            <p:nvPr/>
          </p:nvSpPr>
          <p:spPr>
            <a:xfrm>
              <a:off x="3805825" y="2756750"/>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37"/>
            <p:cNvSpPr/>
            <p:nvPr/>
          </p:nvSpPr>
          <p:spPr>
            <a:xfrm>
              <a:off x="4256850" y="2833450"/>
              <a:ext cx="66575" cy="15750"/>
            </a:xfrm>
            <a:custGeom>
              <a:avLst/>
              <a:gdLst/>
              <a:ahLst/>
              <a:cxnLst/>
              <a:rect l="l" t="t" r="r" b="b"/>
              <a:pathLst>
                <a:path w="2663" h="630" extrusionOk="0">
                  <a:moveTo>
                    <a:pt x="334" y="1"/>
                  </a:moveTo>
                  <a:cubicBezTo>
                    <a:pt x="149" y="1"/>
                    <a:pt x="1" y="149"/>
                    <a:pt x="1" y="334"/>
                  </a:cubicBezTo>
                  <a:cubicBezTo>
                    <a:pt x="1" y="481"/>
                    <a:pt x="149" y="629"/>
                    <a:pt x="334" y="629"/>
                  </a:cubicBezTo>
                  <a:lnTo>
                    <a:pt x="2367" y="629"/>
                  </a:lnTo>
                  <a:cubicBezTo>
                    <a:pt x="2552" y="629"/>
                    <a:pt x="2663" y="481"/>
                    <a:pt x="2663" y="334"/>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37"/>
            <p:cNvSpPr/>
            <p:nvPr/>
          </p:nvSpPr>
          <p:spPr>
            <a:xfrm>
              <a:off x="4112675" y="2833450"/>
              <a:ext cx="118325" cy="15750"/>
            </a:xfrm>
            <a:custGeom>
              <a:avLst/>
              <a:gdLst/>
              <a:ahLst/>
              <a:cxnLst/>
              <a:rect l="l" t="t" r="r" b="b"/>
              <a:pathLst>
                <a:path w="4733" h="630" extrusionOk="0">
                  <a:moveTo>
                    <a:pt x="333" y="1"/>
                  </a:moveTo>
                  <a:cubicBezTo>
                    <a:pt x="148" y="1"/>
                    <a:pt x="0" y="149"/>
                    <a:pt x="0" y="334"/>
                  </a:cubicBezTo>
                  <a:cubicBezTo>
                    <a:pt x="0" y="481"/>
                    <a:pt x="148" y="629"/>
                    <a:pt x="333" y="629"/>
                  </a:cubicBezTo>
                  <a:lnTo>
                    <a:pt x="4400" y="629"/>
                  </a:lnTo>
                  <a:cubicBezTo>
                    <a:pt x="4585" y="629"/>
                    <a:pt x="4733" y="481"/>
                    <a:pt x="4733" y="334"/>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37"/>
            <p:cNvSpPr/>
            <p:nvPr/>
          </p:nvSpPr>
          <p:spPr>
            <a:xfrm>
              <a:off x="3805825" y="2833450"/>
              <a:ext cx="253275" cy="15750"/>
            </a:xfrm>
            <a:custGeom>
              <a:avLst/>
              <a:gdLst/>
              <a:ahLst/>
              <a:cxnLst/>
              <a:rect l="l" t="t" r="r" b="b"/>
              <a:pathLst>
                <a:path w="10131" h="630" extrusionOk="0">
                  <a:moveTo>
                    <a:pt x="333" y="1"/>
                  </a:moveTo>
                  <a:cubicBezTo>
                    <a:pt x="148" y="1"/>
                    <a:pt x="0" y="149"/>
                    <a:pt x="0" y="334"/>
                  </a:cubicBezTo>
                  <a:cubicBezTo>
                    <a:pt x="0" y="481"/>
                    <a:pt x="148" y="629"/>
                    <a:pt x="333" y="629"/>
                  </a:cubicBezTo>
                  <a:lnTo>
                    <a:pt x="9797" y="629"/>
                  </a:lnTo>
                  <a:cubicBezTo>
                    <a:pt x="9982" y="629"/>
                    <a:pt x="10130" y="481"/>
                    <a:pt x="10130" y="334"/>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37"/>
            <p:cNvSpPr/>
            <p:nvPr/>
          </p:nvSpPr>
          <p:spPr>
            <a:xfrm>
              <a:off x="4047975" y="2911100"/>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37"/>
            <p:cNvSpPr/>
            <p:nvPr/>
          </p:nvSpPr>
          <p:spPr>
            <a:xfrm>
              <a:off x="3805825" y="2911100"/>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37"/>
            <p:cNvSpPr/>
            <p:nvPr/>
          </p:nvSpPr>
          <p:spPr>
            <a:xfrm>
              <a:off x="4196775" y="2987800"/>
              <a:ext cx="126650" cy="15750"/>
            </a:xfrm>
            <a:custGeom>
              <a:avLst/>
              <a:gdLst/>
              <a:ahLst/>
              <a:cxnLst/>
              <a:rect l="l" t="t" r="r" b="b"/>
              <a:pathLst>
                <a:path w="5066" h="630" extrusionOk="0">
                  <a:moveTo>
                    <a:pt x="296" y="1"/>
                  </a:moveTo>
                  <a:cubicBezTo>
                    <a:pt x="149" y="1"/>
                    <a:pt x="1" y="149"/>
                    <a:pt x="1" y="334"/>
                  </a:cubicBezTo>
                  <a:cubicBezTo>
                    <a:pt x="1" y="481"/>
                    <a:pt x="149" y="629"/>
                    <a:pt x="296" y="629"/>
                  </a:cubicBezTo>
                  <a:lnTo>
                    <a:pt x="4770" y="629"/>
                  </a:lnTo>
                  <a:cubicBezTo>
                    <a:pt x="4955" y="629"/>
                    <a:pt x="5066" y="481"/>
                    <a:pt x="5066" y="334"/>
                  </a:cubicBezTo>
                  <a:cubicBezTo>
                    <a:pt x="5066" y="149"/>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37"/>
            <p:cNvSpPr/>
            <p:nvPr/>
          </p:nvSpPr>
          <p:spPr>
            <a:xfrm>
              <a:off x="3917650" y="2987800"/>
              <a:ext cx="247725" cy="15750"/>
            </a:xfrm>
            <a:custGeom>
              <a:avLst/>
              <a:gdLst/>
              <a:ahLst/>
              <a:cxnLst/>
              <a:rect l="l" t="t" r="r" b="b"/>
              <a:pathLst>
                <a:path w="9909" h="630" extrusionOk="0">
                  <a:moveTo>
                    <a:pt x="296" y="1"/>
                  </a:moveTo>
                  <a:cubicBezTo>
                    <a:pt x="148" y="1"/>
                    <a:pt x="1" y="149"/>
                    <a:pt x="1" y="334"/>
                  </a:cubicBezTo>
                  <a:cubicBezTo>
                    <a:pt x="1" y="481"/>
                    <a:pt x="148" y="629"/>
                    <a:pt x="296" y="629"/>
                  </a:cubicBezTo>
                  <a:lnTo>
                    <a:pt x="9613" y="629"/>
                  </a:lnTo>
                  <a:cubicBezTo>
                    <a:pt x="9798" y="629"/>
                    <a:pt x="9909" y="481"/>
                    <a:pt x="9909" y="334"/>
                  </a:cubicBezTo>
                  <a:cubicBezTo>
                    <a:pt x="9909" y="149"/>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37"/>
            <p:cNvSpPr/>
            <p:nvPr/>
          </p:nvSpPr>
          <p:spPr>
            <a:xfrm>
              <a:off x="3805825" y="2987800"/>
              <a:ext cx="75800" cy="15750"/>
            </a:xfrm>
            <a:custGeom>
              <a:avLst/>
              <a:gdLst/>
              <a:ahLst/>
              <a:cxnLst/>
              <a:rect l="l" t="t" r="r" b="b"/>
              <a:pathLst>
                <a:path w="3032" h="630" extrusionOk="0">
                  <a:moveTo>
                    <a:pt x="333" y="1"/>
                  </a:moveTo>
                  <a:cubicBezTo>
                    <a:pt x="148" y="1"/>
                    <a:pt x="0" y="149"/>
                    <a:pt x="0" y="334"/>
                  </a:cubicBezTo>
                  <a:cubicBezTo>
                    <a:pt x="0" y="481"/>
                    <a:pt x="148" y="629"/>
                    <a:pt x="333" y="629"/>
                  </a:cubicBezTo>
                  <a:lnTo>
                    <a:pt x="2736" y="629"/>
                  </a:lnTo>
                  <a:cubicBezTo>
                    <a:pt x="2921" y="629"/>
                    <a:pt x="3032" y="481"/>
                    <a:pt x="3032" y="334"/>
                  </a:cubicBezTo>
                  <a:cubicBezTo>
                    <a:pt x="3032" y="149"/>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37"/>
            <p:cNvSpPr/>
            <p:nvPr/>
          </p:nvSpPr>
          <p:spPr>
            <a:xfrm>
              <a:off x="4015625" y="3056200"/>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37"/>
            <p:cNvSpPr/>
            <p:nvPr/>
          </p:nvSpPr>
          <p:spPr>
            <a:xfrm>
              <a:off x="3805825" y="3056200"/>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37"/>
            <p:cNvSpPr/>
            <p:nvPr/>
          </p:nvSpPr>
          <p:spPr>
            <a:xfrm>
              <a:off x="4256850" y="3132925"/>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37"/>
            <p:cNvSpPr/>
            <p:nvPr/>
          </p:nvSpPr>
          <p:spPr>
            <a:xfrm>
              <a:off x="4112675" y="3132925"/>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37"/>
            <p:cNvSpPr/>
            <p:nvPr/>
          </p:nvSpPr>
          <p:spPr>
            <a:xfrm>
              <a:off x="3805825" y="3132925"/>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37"/>
            <p:cNvSpPr/>
            <p:nvPr/>
          </p:nvSpPr>
          <p:spPr>
            <a:xfrm>
              <a:off x="4047975" y="3210550"/>
              <a:ext cx="275450" cy="14825"/>
            </a:xfrm>
            <a:custGeom>
              <a:avLst/>
              <a:gdLst/>
              <a:ahLst/>
              <a:cxnLst/>
              <a:rect l="l" t="t" r="r" b="b"/>
              <a:pathLst>
                <a:path w="11018" h="593" extrusionOk="0">
                  <a:moveTo>
                    <a:pt x="296" y="1"/>
                  </a:moveTo>
                  <a:cubicBezTo>
                    <a:pt x="148" y="1"/>
                    <a:pt x="0" y="149"/>
                    <a:pt x="0" y="297"/>
                  </a:cubicBezTo>
                  <a:cubicBezTo>
                    <a:pt x="0" y="481"/>
                    <a:pt x="148" y="592"/>
                    <a:pt x="296" y="592"/>
                  </a:cubicBezTo>
                  <a:lnTo>
                    <a:pt x="10722" y="592"/>
                  </a:lnTo>
                  <a:cubicBezTo>
                    <a:pt x="10907" y="592"/>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37"/>
            <p:cNvSpPr/>
            <p:nvPr/>
          </p:nvSpPr>
          <p:spPr>
            <a:xfrm>
              <a:off x="3805825" y="3210550"/>
              <a:ext cx="201500" cy="14825"/>
            </a:xfrm>
            <a:custGeom>
              <a:avLst/>
              <a:gdLst/>
              <a:ahLst/>
              <a:cxnLst/>
              <a:rect l="l" t="t" r="r" b="b"/>
              <a:pathLst>
                <a:path w="8060" h="593" extrusionOk="0">
                  <a:moveTo>
                    <a:pt x="333" y="1"/>
                  </a:moveTo>
                  <a:cubicBezTo>
                    <a:pt x="148" y="1"/>
                    <a:pt x="0" y="149"/>
                    <a:pt x="0" y="297"/>
                  </a:cubicBezTo>
                  <a:cubicBezTo>
                    <a:pt x="0" y="481"/>
                    <a:pt x="148" y="592"/>
                    <a:pt x="333" y="592"/>
                  </a:cubicBezTo>
                  <a:lnTo>
                    <a:pt x="7764" y="592"/>
                  </a:lnTo>
                  <a:cubicBezTo>
                    <a:pt x="7949" y="592"/>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37"/>
            <p:cNvSpPr/>
            <p:nvPr/>
          </p:nvSpPr>
          <p:spPr>
            <a:xfrm>
              <a:off x="4196775" y="3287275"/>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37"/>
            <p:cNvSpPr/>
            <p:nvPr/>
          </p:nvSpPr>
          <p:spPr>
            <a:xfrm>
              <a:off x="3917650" y="3287275"/>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37"/>
            <p:cNvSpPr/>
            <p:nvPr/>
          </p:nvSpPr>
          <p:spPr>
            <a:xfrm>
              <a:off x="3805825" y="3287275"/>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37"/>
            <p:cNvSpPr/>
            <p:nvPr/>
          </p:nvSpPr>
          <p:spPr>
            <a:xfrm>
              <a:off x="1700350" y="3333475"/>
              <a:ext cx="69325" cy="154400"/>
            </a:xfrm>
            <a:custGeom>
              <a:avLst/>
              <a:gdLst/>
              <a:ahLst/>
              <a:cxnLst/>
              <a:rect l="l" t="t" r="r" b="b"/>
              <a:pathLst>
                <a:path w="2773" h="6176" extrusionOk="0">
                  <a:moveTo>
                    <a:pt x="0" y="1"/>
                  </a:moveTo>
                  <a:lnTo>
                    <a:pt x="0" y="6175"/>
                  </a:lnTo>
                  <a:lnTo>
                    <a:pt x="2773" y="6175"/>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37"/>
            <p:cNvSpPr/>
            <p:nvPr/>
          </p:nvSpPr>
          <p:spPr>
            <a:xfrm>
              <a:off x="1838975" y="3401875"/>
              <a:ext cx="69350" cy="86000"/>
            </a:xfrm>
            <a:custGeom>
              <a:avLst/>
              <a:gdLst/>
              <a:ahLst/>
              <a:cxnLst/>
              <a:rect l="l" t="t" r="r" b="b"/>
              <a:pathLst>
                <a:path w="2774" h="3440" extrusionOk="0">
                  <a:moveTo>
                    <a:pt x="1" y="1"/>
                  </a:moveTo>
                  <a:lnTo>
                    <a:pt x="1" y="3439"/>
                  </a:lnTo>
                  <a:lnTo>
                    <a:pt x="2774" y="3439"/>
                  </a:lnTo>
                  <a:lnTo>
                    <a:pt x="2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37"/>
            <p:cNvSpPr/>
            <p:nvPr/>
          </p:nvSpPr>
          <p:spPr>
            <a:xfrm>
              <a:off x="1977625" y="3441625"/>
              <a:ext cx="69350" cy="46250"/>
            </a:xfrm>
            <a:custGeom>
              <a:avLst/>
              <a:gdLst/>
              <a:ahLst/>
              <a:cxnLst/>
              <a:rect l="l" t="t" r="r" b="b"/>
              <a:pathLst>
                <a:path w="2774" h="1850" extrusionOk="0">
                  <a:moveTo>
                    <a:pt x="0" y="0"/>
                  </a:moveTo>
                  <a:lnTo>
                    <a:pt x="0" y="1849"/>
                  </a:lnTo>
                  <a:lnTo>
                    <a:pt x="2773" y="1849"/>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37"/>
            <p:cNvSpPr/>
            <p:nvPr/>
          </p:nvSpPr>
          <p:spPr>
            <a:xfrm>
              <a:off x="2116250" y="3378775"/>
              <a:ext cx="69350" cy="109100"/>
            </a:xfrm>
            <a:custGeom>
              <a:avLst/>
              <a:gdLst/>
              <a:ahLst/>
              <a:cxnLst/>
              <a:rect l="l" t="t" r="r" b="b"/>
              <a:pathLst>
                <a:path w="2774" h="4364" extrusionOk="0">
                  <a:moveTo>
                    <a:pt x="1" y="0"/>
                  </a:moveTo>
                  <a:lnTo>
                    <a:pt x="1" y="4363"/>
                  </a:lnTo>
                  <a:lnTo>
                    <a:pt x="2774" y="4363"/>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37"/>
            <p:cNvSpPr/>
            <p:nvPr/>
          </p:nvSpPr>
          <p:spPr>
            <a:xfrm>
              <a:off x="2254900" y="3418525"/>
              <a:ext cx="69350" cy="69350"/>
            </a:xfrm>
            <a:custGeom>
              <a:avLst/>
              <a:gdLst/>
              <a:ahLst/>
              <a:cxnLst/>
              <a:rect l="l" t="t" r="r" b="b"/>
              <a:pathLst>
                <a:path w="2774" h="2774" extrusionOk="0">
                  <a:moveTo>
                    <a:pt x="0" y="0"/>
                  </a:moveTo>
                  <a:lnTo>
                    <a:pt x="0" y="2773"/>
                  </a:lnTo>
                  <a:lnTo>
                    <a:pt x="2773" y="2773"/>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37"/>
            <p:cNvSpPr/>
            <p:nvPr/>
          </p:nvSpPr>
          <p:spPr>
            <a:xfrm>
              <a:off x="2393550" y="3373225"/>
              <a:ext cx="69325" cy="114650"/>
            </a:xfrm>
            <a:custGeom>
              <a:avLst/>
              <a:gdLst/>
              <a:ahLst/>
              <a:cxnLst/>
              <a:rect l="l" t="t" r="r" b="b"/>
              <a:pathLst>
                <a:path w="2773" h="4586" extrusionOk="0">
                  <a:moveTo>
                    <a:pt x="0" y="1"/>
                  </a:moveTo>
                  <a:lnTo>
                    <a:pt x="0" y="4585"/>
                  </a:lnTo>
                  <a:lnTo>
                    <a:pt x="2773" y="458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37"/>
            <p:cNvSpPr/>
            <p:nvPr/>
          </p:nvSpPr>
          <p:spPr>
            <a:xfrm>
              <a:off x="2532175" y="3468425"/>
              <a:ext cx="69350" cy="19450"/>
            </a:xfrm>
            <a:custGeom>
              <a:avLst/>
              <a:gdLst/>
              <a:ahLst/>
              <a:cxnLst/>
              <a:rect l="l" t="t" r="r" b="b"/>
              <a:pathLst>
                <a:path w="2774" h="778" extrusionOk="0">
                  <a:moveTo>
                    <a:pt x="1" y="1"/>
                  </a:moveTo>
                  <a:lnTo>
                    <a:pt x="1" y="777"/>
                  </a:lnTo>
                  <a:lnTo>
                    <a:pt x="2773" y="777"/>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37"/>
            <p:cNvSpPr/>
            <p:nvPr/>
          </p:nvSpPr>
          <p:spPr>
            <a:xfrm>
              <a:off x="2670825" y="3333475"/>
              <a:ext cx="69350" cy="154400"/>
            </a:xfrm>
            <a:custGeom>
              <a:avLst/>
              <a:gdLst/>
              <a:ahLst/>
              <a:cxnLst/>
              <a:rect l="l" t="t" r="r" b="b"/>
              <a:pathLst>
                <a:path w="2774" h="6176" extrusionOk="0">
                  <a:moveTo>
                    <a:pt x="0" y="1"/>
                  </a:moveTo>
                  <a:lnTo>
                    <a:pt x="0"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37"/>
            <p:cNvSpPr/>
            <p:nvPr/>
          </p:nvSpPr>
          <p:spPr>
            <a:xfrm>
              <a:off x="2809450" y="3431450"/>
              <a:ext cx="69350" cy="56425"/>
            </a:xfrm>
            <a:custGeom>
              <a:avLst/>
              <a:gdLst/>
              <a:ahLst/>
              <a:cxnLst/>
              <a:rect l="l" t="t" r="r" b="b"/>
              <a:pathLst>
                <a:path w="2774" h="2257" extrusionOk="0">
                  <a:moveTo>
                    <a:pt x="1" y="1"/>
                  </a:moveTo>
                  <a:lnTo>
                    <a:pt x="1" y="2256"/>
                  </a:lnTo>
                  <a:lnTo>
                    <a:pt x="2774" y="2256"/>
                  </a:lnTo>
                  <a:lnTo>
                    <a:pt x="27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37"/>
            <p:cNvSpPr/>
            <p:nvPr/>
          </p:nvSpPr>
          <p:spPr>
            <a:xfrm>
              <a:off x="2948100" y="3465650"/>
              <a:ext cx="69350" cy="22225"/>
            </a:xfrm>
            <a:custGeom>
              <a:avLst/>
              <a:gdLst/>
              <a:ahLst/>
              <a:cxnLst/>
              <a:rect l="l" t="t" r="r" b="b"/>
              <a:pathLst>
                <a:path w="2774" h="889" extrusionOk="0">
                  <a:moveTo>
                    <a:pt x="0" y="1"/>
                  </a:moveTo>
                  <a:lnTo>
                    <a:pt x="0" y="888"/>
                  </a:lnTo>
                  <a:lnTo>
                    <a:pt x="2773" y="888"/>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37"/>
            <p:cNvSpPr/>
            <p:nvPr/>
          </p:nvSpPr>
          <p:spPr>
            <a:xfrm>
              <a:off x="3086750" y="3437000"/>
              <a:ext cx="69325" cy="50875"/>
            </a:xfrm>
            <a:custGeom>
              <a:avLst/>
              <a:gdLst/>
              <a:ahLst/>
              <a:cxnLst/>
              <a:rect l="l" t="t" r="r" b="b"/>
              <a:pathLst>
                <a:path w="2773" h="2035" extrusionOk="0">
                  <a:moveTo>
                    <a:pt x="0" y="1"/>
                  </a:moveTo>
                  <a:lnTo>
                    <a:pt x="0" y="2034"/>
                  </a:lnTo>
                  <a:lnTo>
                    <a:pt x="2773" y="2034"/>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37"/>
            <p:cNvSpPr/>
            <p:nvPr/>
          </p:nvSpPr>
          <p:spPr>
            <a:xfrm>
              <a:off x="3225375" y="3333475"/>
              <a:ext cx="69350" cy="154400"/>
            </a:xfrm>
            <a:custGeom>
              <a:avLst/>
              <a:gdLst/>
              <a:ahLst/>
              <a:cxnLst/>
              <a:rect l="l" t="t" r="r" b="b"/>
              <a:pathLst>
                <a:path w="2774" h="6176" extrusionOk="0">
                  <a:moveTo>
                    <a:pt x="1" y="1"/>
                  </a:moveTo>
                  <a:lnTo>
                    <a:pt x="1"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37"/>
            <p:cNvSpPr/>
            <p:nvPr/>
          </p:nvSpPr>
          <p:spPr>
            <a:xfrm>
              <a:off x="3364025" y="3364900"/>
              <a:ext cx="69325" cy="122975"/>
            </a:xfrm>
            <a:custGeom>
              <a:avLst/>
              <a:gdLst/>
              <a:ahLst/>
              <a:cxnLst/>
              <a:rect l="l" t="t" r="r" b="b"/>
              <a:pathLst>
                <a:path w="2773" h="4919" extrusionOk="0">
                  <a:moveTo>
                    <a:pt x="0" y="1"/>
                  </a:moveTo>
                  <a:lnTo>
                    <a:pt x="0" y="4918"/>
                  </a:lnTo>
                  <a:lnTo>
                    <a:pt x="2773" y="4918"/>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37"/>
            <p:cNvSpPr/>
            <p:nvPr/>
          </p:nvSpPr>
          <p:spPr>
            <a:xfrm>
              <a:off x="3502650" y="3386175"/>
              <a:ext cx="69350" cy="101700"/>
            </a:xfrm>
            <a:custGeom>
              <a:avLst/>
              <a:gdLst/>
              <a:ahLst/>
              <a:cxnLst/>
              <a:rect l="l" t="t" r="r" b="b"/>
              <a:pathLst>
                <a:path w="2774" h="4068" extrusionOk="0">
                  <a:moveTo>
                    <a:pt x="1" y="0"/>
                  </a:moveTo>
                  <a:lnTo>
                    <a:pt x="1" y="4067"/>
                  </a:lnTo>
                  <a:lnTo>
                    <a:pt x="2774" y="4067"/>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37"/>
            <p:cNvSpPr/>
            <p:nvPr/>
          </p:nvSpPr>
          <p:spPr>
            <a:xfrm>
              <a:off x="3855725" y="1244650"/>
              <a:ext cx="170100" cy="822625"/>
            </a:xfrm>
            <a:custGeom>
              <a:avLst/>
              <a:gdLst/>
              <a:ahLst/>
              <a:cxnLst/>
              <a:rect l="l" t="t" r="r" b="b"/>
              <a:pathLst>
                <a:path w="6804" h="32905" extrusionOk="0">
                  <a:moveTo>
                    <a:pt x="296" y="0"/>
                  </a:moveTo>
                  <a:cubicBezTo>
                    <a:pt x="222" y="0"/>
                    <a:pt x="148" y="37"/>
                    <a:pt x="111" y="74"/>
                  </a:cubicBezTo>
                  <a:cubicBezTo>
                    <a:pt x="38" y="148"/>
                    <a:pt x="1" y="222"/>
                    <a:pt x="1" y="296"/>
                  </a:cubicBezTo>
                  <a:lnTo>
                    <a:pt x="1" y="32571"/>
                  </a:lnTo>
                  <a:cubicBezTo>
                    <a:pt x="1" y="32756"/>
                    <a:pt x="148" y="32904"/>
                    <a:pt x="296" y="32904"/>
                  </a:cubicBezTo>
                  <a:cubicBezTo>
                    <a:pt x="481" y="32904"/>
                    <a:pt x="629" y="32756"/>
                    <a:pt x="629" y="32571"/>
                  </a:cubicBezTo>
                  <a:lnTo>
                    <a:pt x="629" y="629"/>
                  </a:lnTo>
                  <a:lnTo>
                    <a:pt x="6507" y="629"/>
                  </a:lnTo>
                  <a:cubicBezTo>
                    <a:pt x="6655" y="629"/>
                    <a:pt x="6803" y="481"/>
                    <a:pt x="6803" y="296"/>
                  </a:cubicBezTo>
                  <a:cubicBezTo>
                    <a:pt x="6803" y="148"/>
                    <a:pt x="6655" y="0"/>
                    <a:pt x="65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37"/>
            <p:cNvSpPr/>
            <p:nvPr/>
          </p:nvSpPr>
          <p:spPr>
            <a:xfrm>
              <a:off x="4130225" y="1239100"/>
              <a:ext cx="302275" cy="14800"/>
            </a:xfrm>
            <a:custGeom>
              <a:avLst/>
              <a:gdLst/>
              <a:ahLst/>
              <a:cxnLst/>
              <a:rect l="l" t="t" r="r" b="b"/>
              <a:pathLst>
                <a:path w="12091" h="592" extrusionOk="0">
                  <a:moveTo>
                    <a:pt x="334" y="0"/>
                  </a:moveTo>
                  <a:cubicBezTo>
                    <a:pt x="149" y="0"/>
                    <a:pt x="1" y="148"/>
                    <a:pt x="1" y="296"/>
                  </a:cubicBezTo>
                  <a:cubicBezTo>
                    <a:pt x="1" y="481"/>
                    <a:pt x="149" y="592"/>
                    <a:pt x="334" y="592"/>
                  </a:cubicBezTo>
                  <a:lnTo>
                    <a:pt x="11757" y="592"/>
                  </a:lnTo>
                  <a:cubicBezTo>
                    <a:pt x="11942" y="592"/>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37"/>
            <p:cNvSpPr/>
            <p:nvPr/>
          </p:nvSpPr>
          <p:spPr>
            <a:xfrm>
              <a:off x="4130225" y="13306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37"/>
            <p:cNvSpPr/>
            <p:nvPr/>
          </p:nvSpPr>
          <p:spPr>
            <a:xfrm>
              <a:off x="4130225" y="14221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37"/>
            <p:cNvSpPr/>
            <p:nvPr/>
          </p:nvSpPr>
          <p:spPr>
            <a:xfrm>
              <a:off x="1709575" y="4545200"/>
              <a:ext cx="317975" cy="15750"/>
            </a:xfrm>
            <a:custGeom>
              <a:avLst/>
              <a:gdLst/>
              <a:ahLst/>
              <a:cxnLst/>
              <a:rect l="l" t="t" r="r" b="b"/>
              <a:pathLst>
                <a:path w="12719" h="630" extrusionOk="0">
                  <a:moveTo>
                    <a:pt x="297" y="1"/>
                  </a:moveTo>
                  <a:cubicBezTo>
                    <a:pt x="112" y="1"/>
                    <a:pt x="1" y="148"/>
                    <a:pt x="1" y="296"/>
                  </a:cubicBezTo>
                  <a:cubicBezTo>
                    <a:pt x="1" y="481"/>
                    <a:pt x="112" y="629"/>
                    <a:pt x="297" y="629"/>
                  </a:cubicBezTo>
                  <a:lnTo>
                    <a:pt x="12423" y="629"/>
                  </a:lnTo>
                  <a:cubicBezTo>
                    <a:pt x="12608" y="629"/>
                    <a:pt x="12719" y="481"/>
                    <a:pt x="12719" y="296"/>
                  </a:cubicBezTo>
                  <a:cubicBezTo>
                    <a:pt x="12719" y="148"/>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37"/>
            <p:cNvSpPr/>
            <p:nvPr/>
          </p:nvSpPr>
          <p:spPr>
            <a:xfrm>
              <a:off x="1709575" y="4631150"/>
              <a:ext cx="317975" cy="15750"/>
            </a:xfrm>
            <a:custGeom>
              <a:avLst/>
              <a:gdLst/>
              <a:ahLst/>
              <a:cxnLst/>
              <a:rect l="l" t="t" r="r" b="b"/>
              <a:pathLst>
                <a:path w="12719" h="630" extrusionOk="0">
                  <a:moveTo>
                    <a:pt x="297" y="1"/>
                  </a:moveTo>
                  <a:cubicBezTo>
                    <a:pt x="112" y="1"/>
                    <a:pt x="1" y="149"/>
                    <a:pt x="1" y="297"/>
                  </a:cubicBezTo>
                  <a:cubicBezTo>
                    <a:pt x="1" y="481"/>
                    <a:pt x="112" y="629"/>
                    <a:pt x="297" y="629"/>
                  </a:cubicBezTo>
                  <a:lnTo>
                    <a:pt x="12423" y="629"/>
                  </a:lnTo>
                  <a:cubicBezTo>
                    <a:pt x="12608" y="629"/>
                    <a:pt x="12719" y="481"/>
                    <a:pt x="12719" y="297"/>
                  </a:cubicBezTo>
                  <a:cubicBezTo>
                    <a:pt x="12719" y="149"/>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37"/>
            <p:cNvSpPr/>
            <p:nvPr/>
          </p:nvSpPr>
          <p:spPr>
            <a:xfrm>
              <a:off x="1709575" y="4717125"/>
              <a:ext cx="317975" cy="15725"/>
            </a:xfrm>
            <a:custGeom>
              <a:avLst/>
              <a:gdLst/>
              <a:ahLst/>
              <a:cxnLst/>
              <a:rect l="l" t="t" r="r" b="b"/>
              <a:pathLst>
                <a:path w="12719" h="629" extrusionOk="0">
                  <a:moveTo>
                    <a:pt x="297" y="0"/>
                  </a:moveTo>
                  <a:cubicBezTo>
                    <a:pt x="112" y="0"/>
                    <a:pt x="1" y="148"/>
                    <a:pt x="1" y="296"/>
                  </a:cubicBezTo>
                  <a:cubicBezTo>
                    <a:pt x="1" y="481"/>
                    <a:pt x="112" y="629"/>
                    <a:pt x="297" y="629"/>
                  </a:cubicBezTo>
                  <a:lnTo>
                    <a:pt x="12423" y="629"/>
                  </a:lnTo>
                  <a:cubicBezTo>
                    <a:pt x="12608" y="629"/>
                    <a:pt x="12719" y="481"/>
                    <a:pt x="12719" y="296"/>
                  </a:cubicBezTo>
                  <a:cubicBezTo>
                    <a:pt x="12719" y="148"/>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37"/>
            <p:cNvSpPr/>
            <p:nvPr/>
          </p:nvSpPr>
          <p:spPr>
            <a:xfrm>
              <a:off x="1709575" y="4803075"/>
              <a:ext cx="317975" cy="14800"/>
            </a:xfrm>
            <a:custGeom>
              <a:avLst/>
              <a:gdLst/>
              <a:ahLst/>
              <a:cxnLst/>
              <a:rect l="l" t="t" r="r" b="b"/>
              <a:pathLst>
                <a:path w="12719" h="592" extrusionOk="0">
                  <a:moveTo>
                    <a:pt x="297" y="0"/>
                  </a:moveTo>
                  <a:cubicBezTo>
                    <a:pt x="112" y="0"/>
                    <a:pt x="1" y="111"/>
                    <a:pt x="1" y="296"/>
                  </a:cubicBezTo>
                  <a:cubicBezTo>
                    <a:pt x="1" y="481"/>
                    <a:pt x="112" y="592"/>
                    <a:pt x="297" y="592"/>
                  </a:cubicBezTo>
                  <a:lnTo>
                    <a:pt x="12423" y="592"/>
                  </a:lnTo>
                  <a:cubicBezTo>
                    <a:pt x="12608" y="592"/>
                    <a:pt x="12719" y="481"/>
                    <a:pt x="12719" y="296"/>
                  </a:cubicBezTo>
                  <a:cubicBezTo>
                    <a:pt x="12719" y="111"/>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37"/>
            <p:cNvSpPr/>
            <p:nvPr/>
          </p:nvSpPr>
          <p:spPr>
            <a:xfrm>
              <a:off x="2163400" y="3753100"/>
              <a:ext cx="949250" cy="949250"/>
            </a:xfrm>
            <a:custGeom>
              <a:avLst/>
              <a:gdLst/>
              <a:ahLst/>
              <a:cxnLst/>
              <a:rect l="l" t="t" r="r" b="b"/>
              <a:pathLst>
                <a:path w="37970" h="37970" extrusionOk="0">
                  <a:moveTo>
                    <a:pt x="19003" y="1"/>
                  </a:moveTo>
                  <a:cubicBezTo>
                    <a:pt x="8504" y="1"/>
                    <a:pt x="0" y="8504"/>
                    <a:pt x="0" y="19004"/>
                  </a:cubicBezTo>
                  <a:cubicBezTo>
                    <a:pt x="0" y="29466"/>
                    <a:pt x="8504" y="37970"/>
                    <a:pt x="19003" y="37970"/>
                  </a:cubicBezTo>
                  <a:cubicBezTo>
                    <a:pt x="29466" y="37970"/>
                    <a:pt x="37969" y="29466"/>
                    <a:pt x="37969" y="19004"/>
                  </a:cubicBezTo>
                  <a:cubicBezTo>
                    <a:pt x="37969" y="8504"/>
                    <a:pt x="29466" y="1"/>
                    <a:pt x="19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37"/>
            <p:cNvSpPr/>
            <p:nvPr/>
          </p:nvSpPr>
          <p:spPr>
            <a:xfrm>
              <a:off x="2155075" y="3744775"/>
              <a:ext cx="965875" cy="965900"/>
            </a:xfrm>
            <a:custGeom>
              <a:avLst/>
              <a:gdLst/>
              <a:ahLst/>
              <a:cxnLst/>
              <a:rect l="l" t="t" r="r" b="b"/>
              <a:pathLst>
                <a:path w="38635" h="38636" extrusionOk="0">
                  <a:moveTo>
                    <a:pt x="19336" y="629"/>
                  </a:moveTo>
                  <a:cubicBezTo>
                    <a:pt x="24475" y="629"/>
                    <a:pt x="29133" y="2737"/>
                    <a:pt x="32535" y="6101"/>
                  </a:cubicBezTo>
                  <a:cubicBezTo>
                    <a:pt x="35899" y="9502"/>
                    <a:pt x="38006" y="14161"/>
                    <a:pt x="38006" y="19337"/>
                  </a:cubicBezTo>
                  <a:cubicBezTo>
                    <a:pt x="38006" y="24476"/>
                    <a:pt x="35899" y="29171"/>
                    <a:pt x="32535" y="32535"/>
                  </a:cubicBezTo>
                  <a:cubicBezTo>
                    <a:pt x="29133" y="35936"/>
                    <a:pt x="24475" y="38007"/>
                    <a:pt x="19336" y="38007"/>
                  </a:cubicBezTo>
                  <a:cubicBezTo>
                    <a:pt x="14160" y="38007"/>
                    <a:pt x="9502" y="35936"/>
                    <a:pt x="6101" y="32535"/>
                  </a:cubicBezTo>
                  <a:cubicBezTo>
                    <a:pt x="2736" y="29171"/>
                    <a:pt x="629" y="24476"/>
                    <a:pt x="629" y="19337"/>
                  </a:cubicBezTo>
                  <a:cubicBezTo>
                    <a:pt x="629" y="14161"/>
                    <a:pt x="2736" y="9502"/>
                    <a:pt x="6101" y="6101"/>
                  </a:cubicBezTo>
                  <a:cubicBezTo>
                    <a:pt x="9502" y="2737"/>
                    <a:pt x="14160" y="629"/>
                    <a:pt x="19336" y="629"/>
                  </a:cubicBezTo>
                  <a:close/>
                  <a:moveTo>
                    <a:pt x="19336" y="1"/>
                  </a:moveTo>
                  <a:cubicBezTo>
                    <a:pt x="8652" y="1"/>
                    <a:pt x="1" y="8652"/>
                    <a:pt x="1" y="19337"/>
                  </a:cubicBezTo>
                  <a:cubicBezTo>
                    <a:pt x="1" y="29984"/>
                    <a:pt x="8652" y="38635"/>
                    <a:pt x="19336" y="38635"/>
                  </a:cubicBezTo>
                  <a:cubicBezTo>
                    <a:pt x="29984" y="38635"/>
                    <a:pt x="38635" y="29984"/>
                    <a:pt x="38635" y="19337"/>
                  </a:cubicBezTo>
                  <a:cubicBezTo>
                    <a:pt x="38635" y="8652"/>
                    <a:pt x="29984" y="1"/>
                    <a:pt x="19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37"/>
            <p:cNvSpPr/>
            <p:nvPr/>
          </p:nvSpPr>
          <p:spPr>
            <a:xfrm>
              <a:off x="2283550" y="3873250"/>
              <a:ext cx="708950" cy="708950"/>
            </a:xfrm>
            <a:custGeom>
              <a:avLst/>
              <a:gdLst/>
              <a:ahLst/>
              <a:cxnLst/>
              <a:rect l="l" t="t" r="r" b="b"/>
              <a:pathLst>
                <a:path w="28358" h="28358" extrusionOk="0">
                  <a:moveTo>
                    <a:pt x="14197" y="1"/>
                  </a:moveTo>
                  <a:cubicBezTo>
                    <a:pt x="6360" y="1"/>
                    <a:pt x="1" y="6360"/>
                    <a:pt x="1" y="14198"/>
                  </a:cubicBezTo>
                  <a:cubicBezTo>
                    <a:pt x="1" y="22035"/>
                    <a:pt x="6360" y="28357"/>
                    <a:pt x="14197" y="28357"/>
                  </a:cubicBezTo>
                  <a:cubicBezTo>
                    <a:pt x="22035" y="28357"/>
                    <a:pt x="28357" y="22035"/>
                    <a:pt x="28357" y="14198"/>
                  </a:cubicBezTo>
                  <a:cubicBezTo>
                    <a:pt x="28357" y="6360"/>
                    <a:pt x="22035" y="1"/>
                    <a:pt x="141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37"/>
            <p:cNvSpPr/>
            <p:nvPr/>
          </p:nvSpPr>
          <p:spPr>
            <a:xfrm>
              <a:off x="2275225" y="3864950"/>
              <a:ext cx="725575" cy="725575"/>
            </a:xfrm>
            <a:custGeom>
              <a:avLst/>
              <a:gdLst/>
              <a:ahLst/>
              <a:cxnLst/>
              <a:rect l="l" t="t" r="r" b="b"/>
              <a:pathLst>
                <a:path w="29023" h="29023" extrusionOk="0">
                  <a:moveTo>
                    <a:pt x="14530" y="629"/>
                  </a:moveTo>
                  <a:cubicBezTo>
                    <a:pt x="18338" y="629"/>
                    <a:pt x="21813" y="2181"/>
                    <a:pt x="24327" y="4695"/>
                  </a:cubicBezTo>
                  <a:cubicBezTo>
                    <a:pt x="26841" y="7209"/>
                    <a:pt x="28394" y="10685"/>
                    <a:pt x="28394" y="14530"/>
                  </a:cubicBezTo>
                  <a:cubicBezTo>
                    <a:pt x="28394" y="18338"/>
                    <a:pt x="26841" y="21813"/>
                    <a:pt x="24327" y="24327"/>
                  </a:cubicBezTo>
                  <a:cubicBezTo>
                    <a:pt x="21813" y="26841"/>
                    <a:pt x="18338" y="28394"/>
                    <a:pt x="14530" y="28394"/>
                  </a:cubicBezTo>
                  <a:cubicBezTo>
                    <a:pt x="10685" y="28394"/>
                    <a:pt x="7210" y="26841"/>
                    <a:pt x="4696" y="24327"/>
                  </a:cubicBezTo>
                  <a:cubicBezTo>
                    <a:pt x="2182" y="21813"/>
                    <a:pt x="629" y="18338"/>
                    <a:pt x="629" y="14530"/>
                  </a:cubicBezTo>
                  <a:cubicBezTo>
                    <a:pt x="629" y="10685"/>
                    <a:pt x="2182" y="7209"/>
                    <a:pt x="4696" y="4695"/>
                  </a:cubicBezTo>
                  <a:cubicBezTo>
                    <a:pt x="7210" y="2181"/>
                    <a:pt x="10685" y="629"/>
                    <a:pt x="14530" y="629"/>
                  </a:cubicBezTo>
                  <a:close/>
                  <a:moveTo>
                    <a:pt x="14530" y="0"/>
                  </a:moveTo>
                  <a:cubicBezTo>
                    <a:pt x="6508" y="0"/>
                    <a:pt x="1" y="6507"/>
                    <a:pt x="1" y="14530"/>
                  </a:cubicBezTo>
                  <a:cubicBezTo>
                    <a:pt x="1" y="22515"/>
                    <a:pt x="6508" y="29022"/>
                    <a:pt x="14530" y="29022"/>
                  </a:cubicBezTo>
                  <a:cubicBezTo>
                    <a:pt x="22516" y="29022"/>
                    <a:pt x="29023" y="22515"/>
                    <a:pt x="29023" y="14530"/>
                  </a:cubicBezTo>
                  <a:cubicBezTo>
                    <a:pt x="29023" y="6507"/>
                    <a:pt x="22516" y="0"/>
                    <a:pt x="14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37"/>
            <p:cNvSpPr/>
            <p:nvPr/>
          </p:nvSpPr>
          <p:spPr>
            <a:xfrm>
              <a:off x="2413875" y="4003575"/>
              <a:ext cx="448300" cy="448300"/>
            </a:xfrm>
            <a:custGeom>
              <a:avLst/>
              <a:gdLst/>
              <a:ahLst/>
              <a:cxnLst/>
              <a:rect l="l" t="t" r="r" b="b"/>
              <a:pathLst>
                <a:path w="17932" h="17932" extrusionOk="0">
                  <a:moveTo>
                    <a:pt x="8984" y="1"/>
                  </a:moveTo>
                  <a:cubicBezTo>
                    <a:pt x="4030" y="1"/>
                    <a:pt x="0" y="4030"/>
                    <a:pt x="0" y="8985"/>
                  </a:cubicBezTo>
                  <a:cubicBezTo>
                    <a:pt x="0" y="13902"/>
                    <a:pt x="4030" y="17931"/>
                    <a:pt x="8984" y="17931"/>
                  </a:cubicBezTo>
                  <a:cubicBezTo>
                    <a:pt x="13901" y="17931"/>
                    <a:pt x="17931" y="13902"/>
                    <a:pt x="17931" y="8985"/>
                  </a:cubicBezTo>
                  <a:cubicBezTo>
                    <a:pt x="17931" y="4030"/>
                    <a:pt x="13901" y="1"/>
                    <a:pt x="89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37"/>
            <p:cNvSpPr/>
            <p:nvPr/>
          </p:nvSpPr>
          <p:spPr>
            <a:xfrm>
              <a:off x="2406475" y="3996175"/>
              <a:ext cx="463075" cy="463100"/>
            </a:xfrm>
            <a:custGeom>
              <a:avLst/>
              <a:gdLst/>
              <a:ahLst/>
              <a:cxnLst/>
              <a:rect l="l" t="t" r="r" b="b"/>
              <a:pathLst>
                <a:path w="18523" h="18524" extrusionOk="0">
                  <a:moveTo>
                    <a:pt x="9280" y="592"/>
                  </a:moveTo>
                  <a:cubicBezTo>
                    <a:pt x="11646" y="592"/>
                    <a:pt x="13828" y="1591"/>
                    <a:pt x="15380" y="3143"/>
                  </a:cubicBezTo>
                  <a:cubicBezTo>
                    <a:pt x="16933" y="4696"/>
                    <a:pt x="17931" y="6877"/>
                    <a:pt x="17931" y="9281"/>
                  </a:cubicBezTo>
                  <a:cubicBezTo>
                    <a:pt x="17931" y="11647"/>
                    <a:pt x="16933" y="13828"/>
                    <a:pt x="15380" y="15381"/>
                  </a:cubicBezTo>
                  <a:cubicBezTo>
                    <a:pt x="13828" y="16934"/>
                    <a:pt x="11646" y="17932"/>
                    <a:pt x="9280" y="17932"/>
                  </a:cubicBezTo>
                  <a:cubicBezTo>
                    <a:pt x="6877" y="17932"/>
                    <a:pt x="4696" y="16934"/>
                    <a:pt x="3143" y="15381"/>
                  </a:cubicBezTo>
                  <a:cubicBezTo>
                    <a:pt x="1590" y="13828"/>
                    <a:pt x="592" y="11647"/>
                    <a:pt x="592" y="9281"/>
                  </a:cubicBezTo>
                  <a:cubicBezTo>
                    <a:pt x="592" y="6877"/>
                    <a:pt x="1590" y="4696"/>
                    <a:pt x="3143" y="3143"/>
                  </a:cubicBezTo>
                  <a:cubicBezTo>
                    <a:pt x="4696" y="1591"/>
                    <a:pt x="6877" y="592"/>
                    <a:pt x="9280" y="592"/>
                  </a:cubicBezTo>
                  <a:close/>
                  <a:moveTo>
                    <a:pt x="9280" y="1"/>
                  </a:moveTo>
                  <a:cubicBezTo>
                    <a:pt x="4141" y="1"/>
                    <a:pt x="1" y="4142"/>
                    <a:pt x="1" y="9281"/>
                  </a:cubicBezTo>
                  <a:cubicBezTo>
                    <a:pt x="1" y="14383"/>
                    <a:pt x="4141" y="18523"/>
                    <a:pt x="9280" y="18523"/>
                  </a:cubicBezTo>
                  <a:cubicBezTo>
                    <a:pt x="14382" y="18523"/>
                    <a:pt x="18523" y="14383"/>
                    <a:pt x="18523" y="9281"/>
                  </a:cubicBezTo>
                  <a:cubicBezTo>
                    <a:pt x="18523" y="4142"/>
                    <a:pt x="14382" y="1"/>
                    <a:pt x="9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37"/>
            <p:cNvSpPr/>
            <p:nvPr/>
          </p:nvSpPr>
          <p:spPr>
            <a:xfrm>
              <a:off x="1636575" y="3993425"/>
              <a:ext cx="469550" cy="468625"/>
            </a:xfrm>
            <a:custGeom>
              <a:avLst/>
              <a:gdLst/>
              <a:ahLst/>
              <a:cxnLst/>
              <a:rect l="l" t="t" r="r" b="b"/>
              <a:pathLst>
                <a:path w="18782" h="18745" extrusionOk="0">
                  <a:moveTo>
                    <a:pt x="9391" y="0"/>
                  </a:moveTo>
                  <a:cubicBezTo>
                    <a:pt x="4215" y="0"/>
                    <a:pt x="0" y="4178"/>
                    <a:pt x="0" y="9391"/>
                  </a:cubicBezTo>
                  <a:cubicBezTo>
                    <a:pt x="0" y="14566"/>
                    <a:pt x="4215" y="18744"/>
                    <a:pt x="9391" y="18744"/>
                  </a:cubicBezTo>
                  <a:cubicBezTo>
                    <a:pt x="14567" y="18744"/>
                    <a:pt x="18781" y="14566"/>
                    <a:pt x="18781" y="9391"/>
                  </a:cubicBezTo>
                  <a:cubicBezTo>
                    <a:pt x="18781" y="4178"/>
                    <a:pt x="14567" y="0"/>
                    <a:pt x="93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37"/>
            <p:cNvSpPr/>
            <p:nvPr/>
          </p:nvSpPr>
          <p:spPr>
            <a:xfrm>
              <a:off x="1629175" y="3985100"/>
              <a:ext cx="484325" cy="485250"/>
            </a:xfrm>
            <a:custGeom>
              <a:avLst/>
              <a:gdLst/>
              <a:ahLst/>
              <a:cxnLst/>
              <a:rect l="l" t="t" r="r" b="b"/>
              <a:pathLst>
                <a:path w="19373" h="19410" extrusionOk="0">
                  <a:moveTo>
                    <a:pt x="9687" y="629"/>
                  </a:moveTo>
                  <a:cubicBezTo>
                    <a:pt x="12201" y="629"/>
                    <a:pt x="14456" y="1664"/>
                    <a:pt x="16120" y="3291"/>
                  </a:cubicBezTo>
                  <a:cubicBezTo>
                    <a:pt x="17746" y="4917"/>
                    <a:pt x="18744" y="7210"/>
                    <a:pt x="18744" y="9724"/>
                  </a:cubicBezTo>
                  <a:cubicBezTo>
                    <a:pt x="18744" y="12201"/>
                    <a:pt x="17746" y="14493"/>
                    <a:pt x="16120" y="16120"/>
                  </a:cubicBezTo>
                  <a:cubicBezTo>
                    <a:pt x="14456" y="17783"/>
                    <a:pt x="12201" y="18781"/>
                    <a:pt x="9687" y="18781"/>
                  </a:cubicBezTo>
                  <a:cubicBezTo>
                    <a:pt x="7173" y="18781"/>
                    <a:pt x="4917" y="17783"/>
                    <a:pt x="3254" y="16120"/>
                  </a:cubicBezTo>
                  <a:cubicBezTo>
                    <a:pt x="1627" y="14493"/>
                    <a:pt x="592" y="12201"/>
                    <a:pt x="592" y="9724"/>
                  </a:cubicBezTo>
                  <a:cubicBezTo>
                    <a:pt x="592" y="7210"/>
                    <a:pt x="1627" y="4917"/>
                    <a:pt x="3254" y="3291"/>
                  </a:cubicBezTo>
                  <a:cubicBezTo>
                    <a:pt x="4917" y="1664"/>
                    <a:pt x="7173" y="629"/>
                    <a:pt x="9687" y="629"/>
                  </a:cubicBezTo>
                  <a:close/>
                  <a:moveTo>
                    <a:pt x="9687" y="0"/>
                  </a:moveTo>
                  <a:cubicBezTo>
                    <a:pt x="4326" y="0"/>
                    <a:pt x="0" y="4363"/>
                    <a:pt x="0" y="9724"/>
                  </a:cubicBezTo>
                  <a:cubicBezTo>
                    <a:pt x="0" y="15047"/>
                    <a:pt x="4326" y="19410"/>
                    <a:pt x="9687" y="19410"/>
                  </a:cubicBezTo>
                  <a:cubicBezTo>
                    <a:pt x="15047" y="19410"/>
                    <a:pt x="19373" y="15047"/>
                    <a:pt x="19373" y="9724"/>
                  </a:cubicBezTo>
                  <a:cubicBezTo>
                    <a:pt x="19373" y="4363"/>
                    <a:pt x="15047" y="0"/>
                    <a:pt x="96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37"/>
            <p:cNvSpPr/>
            <p:nvPr/>
          </p:nvSpPr>
          <p:spPr>
            <a:xfrm>
              <a:off x="1740075" y="4096925"/>
              <a:ext cx="262525" cy="262525"/>
            </a:xfrm>
            <a:custGeom>
              <a:avLst/>
              <a:gdLst/>
              <a:ahLst/>
              <a:cxnLst/>
              <a:rect l="l" t="t" r="r" b="b"/>
              <a:pathLst>
                <a:path w="10501" h="10501" extrusionOk="0">
                  <a:moveTo>
                    <a:pt x="5251" y="1"/>
                  </a:moveTo>
                  <a:cubicBezTo>
                    <a:pt x="2367" y="1"/>
                    <a:pt x="1" y="2330"/>
                    <a:pt x="1" y="5251"/>
                  </a:cubicBezTo>
                  <a:cubicBezTo>
                    <a:pt x="1" y="8134"/>
                    <a:pt x="2367" y="10500"/>
                    <a:pt x="5251" y="10500"/>
                  </a:cubicBezTo>
                  <a:cubicBezTo>
                    <a:pt x="8134" y="10500"/>
                    <a:pt x="10501" y="8134"/>
                    <a:pt x="10501" y="5251"/>
                  </a:cubicBezTo>
                  <a:cubicBezTo>
                    <a:pt x="10501" y="2330"/>
                    <a:pt x="8134" y="1"/>
                    <a:pt x="52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37"/>
            <p:cNvSpPr/>
            <p:nvPr/>
          </p:nvSpPr>
          <p:spPr>
            <a:xfrm>
              <a:off x="1732700" y="4088600"/>
              <a:ext cx="277300" cy="278250"/>
            </a:xfrm>
            <a:custGeom>
              <a:avLst/>
              <a:gdLst/>
              <a:ahLst/>
              <a:cxnLst/>
              <a:rect l="l" t="t" r="r" b="b"/>
              <a:pathLst>
                <a:path w="11092" h="11130" extrusionOk="0">
                  <a:moveTo>
                    <a:pt x="5546" y="629"/>
                  </a:moveTo>
                  <a:cubicBezTo>
                    <a:pt x="6914" y="629"/>
                    <a:pt x="8134" y="1184"/>
                    <a:pt x="9021" y="2071"/>
                  </a:cubicBezTo>
                  <a:cubicBezTo>
                    <a:pt x="9945" y="2959"/>
                    <a:pt x="10500" y="4216"/>
                    <a:pt x="10500" y="5584"/>
                  </a:cubicBezTo>
                  <a:cubicBezTo>
                    <a:pt x="10500" y="6915"/>
                    <a:pt x="9945" y="8172"/>
                    <a:pt x="9021" y="9059"/>
                  </a:cubicBezTo>
                  <a:cubicBezTo>
                    <a:pt x="8134" y="9946"/>
                    <a:pt x="6914" y="10501"/>
                    <a:pt x="5546" y="10501"/>
                  </a:cubicBezTo>
                  <a:cubicBezTo>
                    <a:pt x="4178" y="10501"/>
                    <a:pt x="2958" y="9946"/>
                    <a:pt x="2033" y="9059"/>
                  </a:cubicBezTo>
                  <a:cubicBezTo>
                    <a:pt x="1146" y="8172"/>
                    <a:pt x="592" y="6915"/>
                    <a:pt x="592" y="5584"/>
                  </a:cubicBezTo>
                  <a:cubicBezTo>
                    <a:pt x="592" y="4216"/>
                    <a:pt x="1146" y="2959"/>
                    <a:pt x="2033" y="2071"/>
                  </a:cubicBezTo>
                  <a:cubicBezTo>
                    <a:pt x="2958" y="1184"/>
                    <a:pt x="4178" y="629"/>
                    <a:pt x="5546" y="629"/>
                  </a:cubicBezTo>
                  <a:close/>
                  <a:moveTo>
                    <a:pt x="5546" y="1"/>
                  </a:moveTo>
                  <a:cubicBezTo>
                    <a:pt x="2477" y="1"/>
                    <a:pt x="0" y="2515"/>
                    <a:pt x="0" y="5584"/>
                  </a:cubicBezTo>
                  <a:cubicBezTo>
                    <a:pt x="0" y="8652"/>
                    <a:pt x="2477" y="11129"/>
                    <a:pt x="5546" y="11129"/>
                  </a:cubicBezTo>
                  <a:cubicBezTo>
                    <a:pt x="8614" y="11129"/>
                    <a:pt x="11091" y="8652"/>
                    <a:pt x="11091" y="5584"/>
                  </a:cubicBezTo>
                  <a:cubicBezTo>
                    <a:pt x="11091" y="2515"/>
                    <a:pt x="8614" y="1"/>
                    <a:pt x="5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37"/>
            <p:cNvSpPr/>
            <p:nvPr/>
          </p:nvSpPr>
          <p:spPr>
            <a:xfrm>
              <a:off x="1304750" y="4090450"/>
              <a:ext cx="274525" cy="274550"/>
            </a:xfrm>
            <a:custGeom>
              <a:avLst/>
              <a:gdLst/>
              <a:ahLst/>
              <a:cxnLst/>
              <a:rect l="l" t="t" r="r" b="b"/>
              <a:pathLst>
                <a:path w="10981" h="10982" extrusionOk="0">
                  <a:moveTo>
                    <a:pt x="5509" y="1"/>
                  </a:moveTo>
                  <a:cubicBezTo>
                    <a:pt x="2478" y="1"/>
                    <a:pt x="1" y="2478"/>
                    <a:pt x="1" y="5510"/>
                  </a:cubicBezTo>
                  <a:cubicBezTo>
                    <a:pt x="1" y="8541"/>
                    <a:pt x="2478" y="10981"/>
                    <a:pt x="5509" y="10981"/>
                  </a:cubicBezTo>
                  <a:cubicBezTo>
                    <a:pt x="8541" y="10981"/>
                    <a:pt x="10981" y="8541"/>
                    <a:pt x="10981" y="5510"/>
                  </a:cubicBezTo>
                  <a:cubicBezTo>
                    <a:pt x="10981" y="2478"/>
                    <a:pt x="8541" y="1"/>
                    <a:pt x="5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37"/>
            <p:cNvSpPr/>
            <p:nvPr/>
          </p:nvSpPr>
          <p:spPr>
            <a:xfrm>
              <a:off x="1297350" y="4083075"/>
              <a:ext cx="290250" cy="289300"/>
            </a:xfrm>
            <a:custGeom>
              <a:avLst/>
              <a:gdLst/>
              <a:ahLst/>
              <a:cxnLst/>
              <a:rect l="l" t="t" r="r" b="b"/>
              <a:pathLst>
                <a:path w="11610" h="11572" extrusionOk="0">
                  <a:moveTo>
                    <a:pt x="5805" y="592"/>
                  </a:moveTo>
                  <a:cubicBezTo>
                    <a:pt x="7210" y="592"/>
                    <a:pt x="8504" y="1183"/>
                    <a:pt x="9465" y="2108"/>
                  </a:cubicBezTo>
                  <a:cubicBezTo>
                    <a:pt x="10390" y="3069"/>
                    <a:pt x="10981" y="4363"/>
                    <a:pt x="10981" y="5805"/>
                  </a:cubicBezTo>
                  <a:cubicBezTo>
                    <a:pt x="10981" y="7209"/>
                    <a:pt x="10390" y="8503"/>
                    <a:pt x="9465" y="9465"/>
                  </a:cubicBezTo>
                  <a:cubicBezTo>
                    <a:pt x="8504" y="10389"/>
                    <a:pt x="7210" y="10980"/>
                    <a:pt x="5805" y="10980"/>
                  </a:cubicBezTo>
                  <a:cubicBezTo>
                    <a:pt x="4363" y="10980"/>
                    <a:pt x="3070" y="10389"/>
                    <a:pt x="2108" y="9465"/>
                  </a:cubicBezTo>
                  <a:cubicBezTo>
                    <a:pt x="1184" y="8503"/>
                    <a:pt x="592" y="7209"/>
                    <a:pt x="592" y="5805"/>
                  </a:cubicBezTo>
                  <a:cubicBezTo>
                    <a:pt x="592" y="4363"/>
                    <a:pt x="1184" y="3069"/>
                    <a:pt x="2108" y="2108"/>
                  </a:cubicBezTo>
                  <a:cubicBezTo>
                    <a:pt x="3070" y="1183"/>
                    <a:pt x="4363" y="592"/>
                    <a:pt x="5805" y="592"/>
                  </a:cubicBezTo>
                  <a:close/>
                  <a:moveTo>
                    <a:pt x="5805" y="0"/>
                  </a:moveTo>
                  <a:cubicBezTo>
                    <a:pt x="2589" y="0"/>
                    <a:pt x="1" y="2588"/>
                    <a:pt x="1" y="5805"/>
                  </a:cubicBezTo>
                  <a:cubicBezTo>
                    <a:pt x="1" y="8984"/>
                    <a:pt x="2589" y="11572"/>
                    <a:pt x="5805" y="11572"/>
                  </a:cubicBezTo>
                  <a:cubicBezTo>
                    <a:pt x="8985" y="11572"/>
                    <a:pt x="11610" y="8984"/>
                    <a:pt x="11610" y="5805"/>
                  </a:cubicBezTo>
                  <a:cubicBezTo>
                    <a:pt x="11610" y="2588"/>
                    <a:pt x="8985" y="0"/>
                    <a:pt x="5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37"/>
            <p:cNvSpPr/>
            <p:nvPr/>
          </p:nvSpPr>
          <p:spPr>
            <a:xfrm>
              <a:off x="1364825" y="4150550"/>
              <a:ext cx="154375" cy="154375"/>
            </a:xfrm>
            <a:custGeom>
              <a:avLst/>
              <a:gdLst/>
              <a:ahLst/>
              <a:cxnLst/>
              <a:rect l="l" t="t" r="r" b="b"/>
              <a:pathLst>
                <a:path w="6175" h="6175" extrusionOk="0">
                  <a:moveTo>
                    <a:pt x="3106" y="0"/>
                  </a:moveTo>
                  <a:cubicBezTo>
                    <a:pt x="1406" y="0"/>
                    <a:pt x="1" y="1405"/>
                    <a:pt x="1" y="3106"/>
                  </a:cubicBezTo>
                  <a:cubicBezTo>
                    <a:pt x="1" y="4806"/>
                    <a:pt x="1406" y="6174"/>
                    <a:pt x="3106" y="6174"/>
                  </a:cubicBezTo>
                  <a:cubicBezTo>
                    <a:pt x="4807" y="6174"/>
                    <a:pt x="6175" y="4806"/>
                    <a:pt x="6175" y="3106"/>
                  </a:cubicBezTo>
                  <a:cubicBezTo>
                    <a:pt x="6175" y="1405"/>
                    <a:pt x="4807" y="0"/>
                    <a:pt x="310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37"/>
            <p:cNvSpPr/>
            <p:nvPr/>
          </p:nvSpPr>
          <p:spPr>
            <a:xfrm>
              <a:off x="1357450" y="4143150"/>
              <a:ext cx="169150" cy="169150"/>
            </a:xfrm>
            <a:custGeom>
              <a:avLst/>
              <a:gdLst/>
              <a:ahLst/>
              <a:cxnLst/>
              <a:rect l="l" t="t" r="r" b="b"/>
              <a:pathLst>
                <a:path w="6766" h="6766" extrusionOk="0">
                  <a:moveTo>
                    <a:pt x="3401" y="629"/>
                  </a:moveTo>
                  <a:cubicBezTo>
                    <a:pt x="4141" y="629"/>
                    <a:pt x="4843" y="925"/>
                    <a:pt x="5361" y="1442"/>
                  </a:cubicBezTo>
                  <a:cubicBezTo>
                    <a:pt x="5841" y="1923"/>
                    <a:pt x="6174" y="2625"/>
                    <a:pt x="6174" y="3402"/>
                  </a:cubicBezTo>
                  <a:cubicBezTo>
                    <a:pt x="6174" y="4141"/>
                    <a:pt x="5841" y="4843"/>
                    <a:pt x="5361" y="5361"/>
                  </a:cubicBezTo>
                  <a:cubicBezTo>
                    <a:pt x="4843" y="5842"/>
                    <a:pt x="4141" y="6174"/>
                    <a:pt x="3401" y="6174"/>
                  </a:cubicBezTo>
                  <a:cubicBezTo>
                    <a:pt x="2625" y="6174"/>
                    <a:pt x="1923" y="5842"/>
                    <a:pt x="1442" y="5361"/>
                  </a:cubicBezTo>
                  <a:cubicBezTo>
                    <a:pt x="924" y="4843"/>
                    <a:pt x="629" y="4141"/>
                    <a:pt x="629" y="3402"/>
                  </a:cubicBezTo>
                  <a:cubicBezTo>
                    <a:pt x="629" y="2625"/>
                    <a:pt x="924" y="1923"/>
                    <a:pt x="1442" y="1442"/>
                  </a:cubicBezTo>
                  <a:cubicBezTo>
                    <a:pt x="1923" y="925"/>
                    <a:pt x="2625" y="629"/>
                    <a:pt x="3401" y="629"/>
                  </a:cubicBezTo>
                  <a:close/>
                  <a:moveTo>
                    <a:pt x="3401" y="0"/>
                  </a:moveTo>
                  <a:cubicBezTo>
                    <a:pt x="1516" y="0"/>
                    <a:pt x="0" y="1516"/>
                    <a:pt x="0" y="3402"/>
                  </a:cubicBezTo>
                  <a:cubicBezTo>
                    <a:pt x="0" y="5250"/>
                    <a:pt x="1516" y="6766"/>
                    <a:pt x="3401" y="6766"/>
                  </a:cubicBezTo>
                  <a:cubicBezTo>
                    <a:pt x="5250" y="6766"/>
                    <a:pt x="6766" y="5250"/>
                    <a:pt x="6766" y="3402"/>
                  </a:cubicBezTo>
                  <a:cubicBezTo>
                    <a:pt x="6766" y="1516"/>
                    <a:pt x="5250" y="0"/>
                    <a:pt x="3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37"/>
            <p:cNvSpPr/>
            <p:nvPr/>
          </p:nvSpPr>
          <p:spPr>
            <a:xfrm>
              <a:off x="1150400" y="4228175"/>
              <a:ext cx="1488100" cy="25"/>
            </a:xfrm>
            <a:custGeom>
              <a:avLst/>
              <a:gdLst/>
              <a:ahLst/>
              <a:cxnLst/>
              <a:rect l="l" t="t" r="r" b="b"/>
              <a:pathLst>
                <a:path w="59524" h="1" extrusionOk="0">
                  <a:moveTo>
                    <a:pt x="59523" y="1"/>
                  </a:moveTo>
                  <a:lnTo>
                    <a:pt x="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37"/>
            <p:cNvSpPr/>
            <p:nvPr/>
          </p:nvSpPr>
          <p:spPr>
            <a:xfrm>
              <a:off x="1143000" y="4219850"/>
              <a:ext cx="1502900" cy="15750"/>
            </a:xfrm>
            <a:custGeom>
              <a:avLst/>
              <a:gdLst/>
              <a:ahLst/>
              <a:cxnLst/>
              <a:rect l="l" t="t" r="r" b="b"/>
              <a:pathLst>
                <a:path w="60116" h="630" extrusionOk="0">
                  <a:moveTo>
                    <a:pt x="297" y="1"/>
                  </a:moveTo>
                  <a:cubicBezTo>
                    <a:pt x="112" y="1"/>
                    <a:pt x="1" y="149"/>
                    <a:pt x="1" y="334"/>
                  </a:cubicBezTo>
                  <a:cubicBezTo>
                    <a:pt x="1" y="481"/>
                    <a:pt x="112" y="629"/>
                    <a:pt x="297" y="629"/>
                  </a:cubicBezTo>
                  <a:lnTo>
                    <a:pt x="59819" y="629"/>
                  </a:lnTo>
                  <a:cubicBezTo>
                    <a:pt x="59967" y="629"/>
                    <a:pt x="60115" y="481"/>
                    <a:pt x="60115" y="334"/>
                  </a:cubicBezTo>
                  <a:cubicBezTo>
                    <a:pt x="60115" y="149"/>
                    <a:pt x="59967" y="1"/>
                    <a:pt x="598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37"/>
            <p:cNvSpPr/>
            <p:nvPr/>
          </p:nvSpPr>
          <p:spPr>
            <a:xfrm>
              <a:off x="2662500" y="939625"/>
              <a:ext cx="943700" cy="739450"/>
            </a:xfrm>
            <a:custGeom>
              <a:avLst/>
              <a:gdLst/>
              <a:ahLst/>
              <a:cxnLst/>
              <a:rect l="l" t="t" r="r" b="b"/>
              <a:pathLst>
                <a:path w="37748" h="29578" extrusionOk="0">
                  <a:moveTo>
                    <a:pt x="1" y="1"/>
                  </a:moveTo>
                  <a:lnTo>
                    <a:pt x="1" y="29577"/>
                  </a:lnTo>
                  <a:lnTo>
                    <a:pt x="3587" y="29577"/>
                  </a:lnTo>
                  <a:cubicBezTo>
                    <a:pt x="5472" y="27507"/>
                    <a:pt x="7653" y="25917"/>
                    <a:pt x="10093" y="24956"/>
                  </a:cubicBezTo>
                  <a:cubicBezTo>
                    <a:pt x="15454" y="22775"/>
                    <a:pt x="20260" y="21998"/>
                    <a:pt x="24623" y="21998"/>
                  </a:cubicBezTo>
                  <a:cubicBezTo>
                    <a:pt x="29503" y="21998"/>
                    <a:pt x="33829" y="22960"/>
                    <a:pt x="37747" y="24106"/>
                  </a:cubicBezTo>
                  <a:lnTo>
                    <a:pt x="377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37"/>
            <p:cNvSpPr/>
            <p:nvPr/>
          </p:nvSpPr>
          <p:spPr>
            <a:xfrm>
              <a:off x="2752150" y="1489575"/>
              <a:ext cx="854050" cy="189500"/>
            </a:xfrm>
            <a:custGeom>
              <a:avLst/>
              <a:gdLst/>
              <a:ahLst/>
              <a:cxnLst/>
              <a:rect l="l" t="t" r="r" b="b"/>
              <a:pathLst>
                <a:path w="34162" h="7580" extrusionOk="0">
                  <a:moveTo>
                    <a:pt x="21037" y="0"/>
                  </a:moveTo>
                  <a:cubicBezTo>
                    <a:pt x="16674" y="0"/>
                    <a:pt x="11868" y="777"/>
                    <a:pt x="6507" y="2958"/>
                  </a:cubicBezTo>
                  <a:cubicBezTo>
                    <a:pt x="4067" y="3919"/>
                    <a:pt x="1886" y="5509"/>
                    <a:pt x="1" y="7579"/>
                  </a:cubicBezTo>
                  <a:lnTo>
                    <a:pt x="34161" y="7579"/>
                  </a:lnTo>
                  <a:lnTo>
                    <a:pt x="34161" y="2108"/>
                  </a:lnTo>
                  <a:cubicBezTo>
                    <a:pt x="30243" y="962"/>
                    <a:pt x="25917" y="0"/>
                    <a:pt x="210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37"/>
            <p:cNvSpPr/>
            <p:nvPr/>
          </p:nvSpPr>
          <p:spPr>
            <a:xfrm>
              <a:off x="2662500" y="1694750"/>
              <a:ext cx="943700" cy="74900"/>
            </a:xfrm>
            <a:custGeom>
              <a:avLst/>
              <a:gdLst/>
              <a:ahLst/>
              <a:cxnLst/>
              <a:rect l="l" t="t" r="r" b="b"/>
              <a:pathLst>
                <a:path w="37748" h="2996" extrusionOk="0">
                  <a:moveTo>
                    <a:pt x="1" y="1"/>
                  </a:moveTo>
                  <a:lnTo>
                    <a:pt x="1" y="2995"/>
                  </a:lnTo>
                  <a:lnTo>
                    <a:pt x="37747" y="2995"/>
                  </a:lnTo>
                  <a:lnTo>
                    <a:pt x="377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37"/>
            <p:cNvSpPr/>
            <p:nvPr/>
          </p:nvSpPr>
          <p:spPr>
            <a:xfrm>
              <a:off x="2662500" y="1679050"/>
              <a:ext cx="943700" cy="15725"/>
            </a:xfrm>
            <a:custGeom>
              <a:avLst/>
              <a:gdLst/>
              <a:ahLst/>
              <a:cxnLst/>
              <a:rect l="l" t="t" r="r" b="b"/>
              <a:pathLst>
                <a:path w="37748" h="629" extrusionOk="0">
                  <a:moveTo>
                    <a:pt x="1" y="0"/>
                  </a:moveTo>
                  <a:lnTo>
                    <a:pt x="1" y="629"/>
                  </a:lnTo>
                  <a:lnTo>
                    <a:pt x="37747" y="629"/>
                  </a:lnTo>
                  <a:lnTo>
                    <a:pt x="377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37"/>
            <p:cNvSpPr/>
            <p:nvPr/>
          </p:nvSpPr>
          <p:spPr>
            <a:xfrm>
              <a:off x="2655100" y="932250"/>
              <a:ext cx="959425" cy="844800"/>
            </a:xfrm>
            <a:custGeom>
              <a:avLst/>
              <a:gdLst/>
              <a:ahLst/>
              <a:cxnLst/>
              <a:rect l="l" t="t" r="r" b="b"/>
              <a:pathLst>
                <a:path w="38377" h="33792" extrusionOk="0">
                  <a:moveTo>
                    <a:pt x="37748" y="629"/>
                  </a:moveTo>
                  <a:lnTo>
                    <a:pt x="37748" y="33200"/>
                  </a:lnTo>
                  <a:lnTo>
                    <a:pt x="592" y="33200"/>
                  </a:lnTo>
                  <a:lnTo>
                    <a:pt x="592" y="629"/>
                  </a:lnTo>
                  <a:close/>
                  <a:moveTo>
                    <a:pt x="297" y="0"/>
                  </a:moveTo>
                  <a:cubicBezTo>
                    <a:pt x="223" y="0"/>
                    <a:pt x="149" y="37"/>
                    <a:pt x="75" y="111"/>
                  </a:cubicBezTo>
                  <a:cubicBezTo>
                    <a:pt x="1" y="148"/>
                    <a:pt x="1" y="222"/>
                    <a:pt x="1" y="296"/>
                  </a:cubicBezTo>
                  <a:lnTo>
                    <a:pt x="1" y="33495"/>
                  </a:lnTo>
                  <a:cubicBezTo>
                    <a:pt x="1" y="33569"/>
                    <a:pt x="1" y="33643"/>
                    <a:pt x="75" y="33717"/>
                  </a:cubicBezTo>
                  <a:cubicBezTo>
                    <a:pt x="149" y="33791"/>
                    <a:pt x="223" y="33791"/>
                    <a:pt x="297" y="33791"/>
                  </a:cubicBezTo>
                  <a:lnTo>
                    <a:pt x="38043" y="33791"/>
                  </a:lnTo>
                  <a:cubicBezTo>
                    <a:pt x="38154" y="33791"/>
                    <a:pt x="38228" y="33791"/>
                    <a:pt x="38265" y="33717"/>
                  </a:cubicBezTo>
                  <a:cubicBezTo>
                    <a:pt x="38339" y="33643"/>
                    <a:pt x="38376" y="33569"/>
                    <a:pt x="38376" y="33495"/>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37"/>
            <p:cNvSpPr/>
            <p:nvPr/>
          </p:nvSpPr>
          <p:spPr>
            <a:xfrm>
              <a:off x="2662500" y="939625"/>
              <a:ext cx="943700" cy="141450"/>
            </a:xfrm>
            <a:custGeom>
              <a:avLst/>
              <a:gdLst/>
              <a:ahLst/>
              <a:cxnLst/>
              <a:rect l="l" t="t" r="r" b="b"/>
              <a:pathLst>
                <a:path w="37748" h="5658" extrusionOk="0">
                  <a:moveTo>
                    <a:pt x="1" y="1"/>
                  </a:moveTo>
                  <a:lnTo>
                    <a:pt x="1" y="5657"/>
                  </a:lnTo>
                  <a:lnTo>
                    <a:pt x="37747" y="5657"/>
                  </a:lnTo>
                  <a:lnTo>
                    <a:pt x="377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37"/>
            <p:cNvSpPr/>
            <p:nvPr/>
          </p:nvSpPr>
          <p:spPr>
            <a:xfrm>
              <a:off x="2655100" y="932250"/>
              <a:ext cx="959425" cy="156225"/>
            </a:xfrm>
            <a:custGeom>
              <a:avLst/>
              <a:gdLst/>
              <a:ahLst/>
              <a:cxnLst/>
              <a:rect l="l" t="t" r="r" b="b"/>
              <a:pathLst>
                <a:path w="38377" h="6249" extrusionOk="0">
                  <a:moveTo>
                    <a:pt x="37748" y="629"/>
                  </a:moveTo>
                  <a:lnTo>
                    <a:pt x="37748" y="5657"/>
                  </a:lnTo>
                  <a:lnTo>
                    <a:pt x="592" y="5657"/>
                  </a:lnTo>
                  <a:lnTo>
                    <a:pt x="592" y="629"/>
                  </a:lnTo>
                  <a:close/>
                  <a:moveTo>
                    <a:pt x="297" y="0"/>
                  </a:moveTo>
                  <a:cubicBezTo>
                    <a:pt x="223" y="0"/>
                    <a:pt x="149" y="37"/>
                    <a:pt x="75" y="111"/>
                  </a:cubicBezTo>
                  <a:cubicBezTo>
                    <a:pt x="1" y="148"/>
                    <a:pt x="1" y="222"/>
                    <a:pt x="1" y="296"/>
                  </a:cubicBezTo>
                  <a:lnTo>
                    <a:pt x="1" y="5952"/>
                  </a:lnTo>
                  <a:cubicBezTo>
                    <a:pt x="1" y="6026"/>
                    <a:pt x="1" y="6100"/>
                    <a:pt x="75" y="6174"/>
                  </a:cubicBezTo>
                  <a:cubicBezTo>
                    <a:pt x="149" y="6211"/>
                    <a:pt x="223" y="6248"/>
                    <a:pt x="297" y="6248"/>
                  </a:cubicBezTo>
                  <a:lnTo>
                    <a:pt x="38043" y="6248"/>
                  </a:lnTo>
                  <a:cubicBezTo>
                    <a:pt x="38154" y="6248"/>
                    <a:pt x="38228" y="6211"/>
                    <a:pt x="38265" y="6174"/>
                  </a:cubicBezTo>
                  <a:cubicBezTo>
                    <a:pt x="38339" y="6100"/>
                    <a:pt x="38376" y="6026"/>
                    <a:pt x="38376" y="5952"/>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37"/>
            <p:cNvSpPr/>
            <p:nvPr/>
          </p:nvSpPr>
          <p:spPr>
            <a:xfrm>
              <a:off x="2942550" y="1191950"/>
              <a:ext cx="389150" cy="389150"/>
            </a:xfrm>
            <a:custGeom>
              <a:avLst/>
              <a:gdLst/>
              <a:ahLst/>
              <a:cxnLst/>
              <a:rect l="l" t="t" r="r" b="b"/>
              <a:pathLst>
                <a:path w="15566" h="15566" extrusionOk="0">
                  <a:moveTo>
                    <a:pt x="7801" y="1"/>
                  </a:moveTo>
                  <a:cubicBezTo>
                    <a:pt x="3476" y="1"/>
                    <a:pt x="1" y="3476"/>
                    <a:pt x="1" y="7765"/>
                  </a:cubicBezTo>
                  <a:cubicBezTo>
                    <a:pt x="1" y="12090"/>
                    <a:pt x="3476" y="15565"/>
                    <a:pt x="7801" y="15565"/>
                  </a:cubicBezTo>
                  <a:cubicBezTo>
                    <a:pt x="12090" y="15565"/>
                    <a:pt x="15565" y="12090"/>
                    <a:pt x="15565" y="7765"/>
                  </a:cubicBezTo>
                  <a:cubicBezTo>
                    <a:pt x="15565" y="3476"/>
                    <a:pt x="12090" y="1"/>
                    <a:pt x="78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37"/>
            <p:cNvSpPr/>
            <p:nvPr/>
          </p:nvSpPr>
          <p:spPr>
            <a:xfrm>
              <a:off x="2935150" y="1183650"/>
              <a:ext cx="404850" cy="404850"/>
            </a:xfrm>
            <a:custGeom>
              <a:avLst/>
              <a:gdLst/>
              <a:ahLst/>
              <a:cxnLst/>
              <a:rect l="l" t="t" r="r" b="b"/>
              <a:pathLst>
                <a:path w="16194" h="16194" extrusionOk="0">
                  <a:moveTo>
                    <a:pt x="8097" y="629"/>
                  </a:moveTo>
                  <a:cubicBezTo>
                    <a:pt x="10168" y="629"/>
                    <a:pt x="12016" y="1479"/>
                    <a:pt x="13384" y="2810"/>
                  </a:cubicBezTo>
                  <a:cubicBezTo>
                    <a:pt x="14715" y="4178"/>
                    <a:pt x="15565" y="6026"/>
                    <a:pt x="15565" y="8097"/>
                  </a:cubicBezTo>
                  <a:cubicBezTo>
                    <a:pt x="15565" y="10167"/>
                    <a:pt x="14715" y="12052"/>
                    <a:pt x="13384" y="13383"/>
                  </a:cubicBezTo>
                  <a:cubicBezTo>
                    <a:pt x="12016" y="14751"/>
                    <a:pt x="10168" y="15565"/>
                    <a:pt x="8097" y="15565"/>
                  </a:cubicBezTo>
                  <a:cubicBezTo>
                    <a:pt x="6027" y="15565"/>
                    <a:pt x="4142" y="14751"/>
                    <a:pt x="2811" y="13383"/>
                  </a:cubicBezTo>
                  <a:cubicBezTo>
                    <a:pt x="1443" y="12052"/>
                    <a:pt x="629" y="10167"/>
                    <a:pt x="629" y="8097"/>
                  </a:cubicBezTo>
                  <a:cubicBezTo>
                    <a:pt x="629" y="6026"/>
                    <a:pt x="1443" y="4178"/>
                    <a:pt x="2811" y="2810"/>
                  </a:cubicBezTo>
                  <a:cubicBezTo>
                    <a:pt x="4142" y="1479"/>
                    <a:pt x="6027" y="629"/>
                    <a:pt x="8097" y="629"/>
                  </a:cubicBezTo>
                  <a:close/>
                  <a:moveTo>
                    <a:pt x="8097" y="0"/>
                  </a:moveTo>
                  <a:cubicBezTo>
                    <a:pt x="3624" y="0"/>
                    <a:pt x="1" y="3623"/>
                    <a:pt x="1" y="8097"/>
                  </a:cubicBezTo>
                  <a:cubicBezTo>
                    <a:pt x="1" y="12570"/>
                    <a:pt x="3624" y="16193"/>
                    <a:pt x="8097" y="16193"/>
                  </a:cubicBezTo>
                  <a:cubicBezTo>
                    <a:pt x="12571" y="16193"/>
                    <a:pt x="16194" y="12570"/>
                    <a:pt x="16194" y="8097"/>
                  </a:cubicBezTo>
                  <a:cubicBezTo>
                    <a:pt x="16194" y="3623"/>
                    <a:pt x="12571" y="0"/>
                    <a:pt x="80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37"/>
            <p:cNvSpPr/>
            <p:nvPr/>
          </p:nvSpPr>
          <p:spPr>
            <a:xfrm>
              <a:off x="3046075" y="1257575"/>
              <a:ext cx="228325" cy="263450"/>
            </a:xfrm>
            <a:custGeom>
              <a:avLst/>
              <a:gdLst/>
              <a:ahLst/>
              <a:cxnLst/>
              <a:rect l="l" t="t" r="r" b="b"/>
              <a:pathLst>
                <a:path w="9133" h="10538" extrusionOk="0">
                  <a:moveTo>
                    <a:pt x="0" y="1"/>
                  </a:moveTo>
                  <a:lnTo>
                    <a:pt x="0" y="10537"/>
                  </a:lnTo>
                  <a:lnTo>
                    <a:pt x="9132" y="5288"/>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37"/>
            <p:cNvSpPr/>
            <p:nvPr/>
          </p:nvSpPr>
          <p:spPr>
            <a:xfrm>
              <a:off x="3038675" y="1250425"/>
              <a:ext cx="243100" cy="278675"/>
            </a:xfrm>
            <a:custGeom>
              <a:avLst/>
              <a:gdLst/>
              <a:ahLst/>
              <a:cxnLst/>
              <a:rect l="l" t="t" r="r" b="b"/>
              <a:pathLst>
                <a:path w="9724" h="11147" extrusionOk="0">
                  <a:moveTo>
                    <a:pt x="592" y="838"/>
                  </a:moveTo>
                  <a:lnTo>
                    <a:pt x="8800" y="5574"/>
                  </a:lnTo>
                  <a:lnTo>
                    <a:pt x="592" y="10306"/>
                  </a:lnTo>
                  <a:lnTo>
                    <a:pt x="592" y="838"/>
                  </a:lnTo>
                  <a:close/>
                  <a:moveTo>
                    <a:pt x="310" y="0"/>
                  </a:moveTo>
                  <a:cubicBezTo>
                    <a:pt x="259" y="0"/>
                    <a:pt x="204" y="9"/>
                    <a:pt x="148" y="28"/>
                  </a:cubicBezTo>
                  <a:cubicBezTo>
                    <a:pt x="38" y="102"/>
                    <a:pt x="1" y="213"/>
                    <a:pt x="1" y="287"/>
                  </a:cubicBezTo>
                  <a:lnTo>
                    <a:pt x="1" y="10823"/>
                  </a:lnTo>
                  <a:cubicBezTo>
                    <a:pt x="1" y="10934"/>
                    <a:pt x="38" y="11045"/>
                    <a:pt x="148" y="11119"/>
                  </a:cubicBezTo>
                  <a:cubicBezTo>
                    <a:pt x="204" y="11138"/>
                    <a:pt x="259" y="11147"/>
                    <a:pt x="310" y="11147"/>
                  </a:cubicBezTo>
                  <a:cubicBezTo>
                    <a:pt x="361" y="11147"/>
                    <a:pt x="407" y="11138"/>
                    <a:pt x="444" y="11119"/>
                  </a:cubicBezTo>
                  <a:lnTo>
                    <a:pt x="9576" y="5832"/>
                  </a:lnTo>
                  <a:cubicBezTo>
                    <a:pt x="9687" y="5795"/>
                    <a:pt x="9724" y="5684"/>
                    <a:pt x="9724" y="5574"/>
                  </a:cubicBezTo>
                  <a:cubicBezTo>
                    <a:pt x="9724" y="5463"/>
                    <a:pt x="9687" y="5352"/>
                    <a:pt x="9576" y="5315"/>
                  </a:cubicBezTo>
                  <a:lnTo>
                    <a:pt x="444" y="28"/>
                  </a:lnTo>
                  <a:cubicBezTo>
                    <a:pt x="407" y="9"/>
                    <a:pt x="361" y="0"/>
                    <a:pt x="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 name="Google Shape;2106;p37"/>
          <p:cNvGrpSpPr/>
          <p:nvPr/>
        </p:nvGrpSpPr>
        <p:grpSpPr>
          <a:xfrm>
            <a:off x="731647" y="573573"/>
            <a:ext cx="635100" cy="734640"/>
            <a:chOff x="731647" y="573573"/>
            <a:chExt cx="635100" cy="734640"/>
          </a:xfrm>
        </p:grpSpPr>
        <p:grpSp>
          <p:nvGrpSpPr>
            <p:cNvPr id="2107" name="Google Shape;2107;p37"/>
            <p:cNvGrpSpPr/>
            <p:nvPr/>
          </p:nvGrpSpPr>
          <p:grpSpPr>
            <a:xfrm>
              <a:off x="731647" y="573573"/>
              <a:ext cx="635100" cy="635100"/>
              <a:chOff x="917231" y="750460"/>
              <a:chExt cx="635100" cy="635100"/>
            </a:xfrm>
          </p:grpSpPr>
          <p:sp>
            <p:nvSpPr>
              <p:cNvPr id="2108" name="Google Shape;2108;p37"/>
              <p:cNvSpPr/>
              <p:nvPr/>
            </p:nvSpPr>
            <p:spPr>
              <a:xfrm>
                <a:off x="917231" y="750460"/>
                <a:ext cx="635100" cy="635100"/>
              </a:xfrm>
              <a:prstGeom prst="ellipse">
                <a:avLst/>
              </a:prstGeom>
              <a:solidFill>
                <a:srgbClr val="FFFFFF"/>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37"/>
              <p:cNvSpPr/>
              <p:nvPr/>
            </p:nvSpPr>
            <p:spPr>
              <a:xfrm>
                <a:off x="1001943" y="835185"/>
                <a:ext cx="465600" cy="465600"/>
              </a:xfrm>
              <a:prstGeom prst="ellipse">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0" name="Google Shape;2110;p37"/>
            <p:cNvGrpSpPr/>
            <p:nvPr/>
          </p:nvGrpSpPr>
          <p:grpSpPr>
            <a:xfrm>
              <a:off x="961679" y="1281213"/>
              <a:ext cx="175013" cy="27000"/>
              <a:chOff x="5662375" y="212375"/>
              <a:chExt cx="175013" cy="27000"/>
            </a:xfrm>
          </p:grpSpPr>
          <p:sp>
            <p:nvSpPr>
              <p:cNvPr id="2111" name="Google Shape;2111;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2" name="Google Shape;2112;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3" name="Google Shape;2113;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14" name="Google Shape;2114;p37"/>
          <p:cNvGrpSpPr/>
          <p:nvPr/>
        </p:nvGrpSpPr>
        <p:grpSpPr>
          <a:xfrm>
            <a:off x="731647" y="1650460"/>
            <a:ext cx="635100" cy="733490"/>
            <a:chOff x="731647" y="1650460"/>
            <a:chExt cx="635100" cy="733490"/>
          </a:xfrm>
        </p:grpSpPr>
        <p:grpSp>
          <p:nvGrpSpPr>
            <p:cNvPr id="2115" name="Google Shape;2115;p37"/>
            <p:cNvGrpSpPr/>
            <p:nvPr/>
          </p:nvGrpSpPr>
          <p:grpSpPr>
            <a:xfrm>
              <a:off x="731647" y="1650460"/>
              <a:ext cx="635100" cy="635100"/>
              <a:chOff x="917231" y="1827973"/>
              <a:chExt cx="635100" cy="635100"/>
            </a:xfrm>
          </p:grpSpPr>
          <p:sp>
            <p:nvSpPr>
              <p:cNvPr id="2116" name="Google Shape;2116;p37"/>
              <p:cNvSpPr/>
              <p:nvPr/>
            </p:nvSpPr>
            <p:spPr>
              <a:xfrm>
                <a:off x="917231" y="1827973"/>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37"/>
              <p:cNvSpPr/>
              <p:nvPr/>
            </p:nvSpPr>
            <p:spPr>
              <a:xfrm>
                <a:off x="1001931" y="1912710"/>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8" name="Google Shape;2118;p37"/>
            <p:cNvGrpSpPr/>
            <p:nvPr/>
          </p:nvGrpSpPr>
          <p:grpSpPr>
            <a:xfrm>
              <a:off x="961679" y="2356951"/>
              <a:ext cx="175013" cy="27000"/>
              <a:chOff x="5662375" y="212375"/>
              <a:chExt cx="175013" cy="27000"/>
            </a:xfrm>
          </p:grpSpPr>
          <p:sp>
            <p:nvSpPr>
              <p:cNvPr id="2119" name="Google Shape;2119;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0" name="Google Shape;2120;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1" name="Google Shape;2121;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22" name="Google Shape;2122;p37"/>
          <p:cNvGrpSpPr/>
          <p:nvPr/>
        </p:nvGrpSpPr>
        <p:grpSpPr>
          <a:xfrm>
            <a:off x="731647" y="2728277"/>
            <a:ext cx="635100" cy="734984"/>
            <a:chOff x="731647" y="2728277"/>
            <a:chExt cx="635100" cy="734984"/>
          </a:xfrm>
        </p:grpSpPr>
        <p:grpSp>
          <p:nvGrpSpPr>
            <p:cNvPr id="2123" name="Google Shape;2123;p37"/>
            <p:cNvGrpSpPr/>
            <p:nvPr/>
          </p:nvGrpSpPr>
          <p:grpSpPr>
            <a:xfrm>
              <a:off x="731647" y="2728277"/>
              <a:ext cx="635100" cy="635100"/>
              <a:chOff x="917231" y="2905502"/>
              <a:chExt cx="635100" cy="635100"/>
            </a:xfrm>
          </p:grpSpPr>
          <p:sp>
            <p:nvSpPr>
              <p:cNvPr id="2124" name="Google Shape;2124;p37"/>
              <p:cNvSpPr/>
              <p:nvPr/>
            </p:nvSpPr>
            <p:spPr>
              <a:xfrm>
                <a:off x="917231" y="2905502"/>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37"/>
              <p:cNvSpPr/>
              <p:nvPr/>
            </p:nvSpPr>
            <p:spPr>
              <a:xfrm>
                <a:off x="1001931" y="2990252"/>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6" name="Google Shape;2126;p37"/>
            <p:cNvGrpSpPr/>
            <p:nvPr/>
          </p:nvGrpSpPr>
          <p:grpSpPr>
            <a:xfrm>
              <a:off x="961679" y="3436260"/>
              <a:ext cx="175013" cy="27000"/>
              <a:chOff x="5662375" y="212375"/>
              <a:chExt cx="175013" cy="27000"/>
            </a:xfrm>
          </p:grpSpPr>
          <p:sp>
            <p:nvSpPr>
              <p:cNvPr id="2127" name="Google Shape;2127;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8" name="Google Shape;2128;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9" name="Google Shape;2129;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30" name="Google Shape;2130;p37"/>
          <p:cNvGrpSpPr/>
          <p:nvPr/>
        </p:nvGrpSpPr>
        <p:grpSpPr>
          <a:xfrm>
            <a:off x="731647" y="3806675"/>
            <a:ext cx="635100" cy="734704"/>
            <a:chOff x="731647" y="3806675"/>
            <a:chExt cx="635100" cy="734704"/>
          </a:xfrm>
        </p:grpSpPr>
        <p:grpSp>
          <p:nvGrpSpPr>
            <p:cNvPr id="2131" name="Google Shape;2131;p37"/>
            <p:cNvGrpSpPr/>
            <p:nvPr/>
          </p:nvGrpSpPr>
          <p:grpSpPr>
            <a:xfrm>
              <a:off x="731647" y="3806675"/>
              <a:ext cx="635100" cy="635100"/>
              <a:chOff x="917231" y="3983097"/>
              <a:chExt cx="635100" cy="635100"/>
            </a:xfrm>
          </p:grpSpPr>
          <p:sp>
            <p:nvSpPr>
              <p:cNvPr id="2132" name="Google Shape;2132;p37"/>
              <p:cNvSpPr/>
              <p:nvPr/>
            </p:nvSpPr>
            <p:spPr>
              <a:xfrm>
                <a:off x="917231" y="3983097"/>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37"/>
              <p:cNvSpPr/>
              <p:nvPr/>
            </p:nvSpPr>
            <p:spPr>
              <a:xfrm>
                <a:off x="1001931" y="4067797"/>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4" name="Google Shape;2134;p37"/>
            <p:cNvGrpSpPr/>
            <p:nvPr/>
          </p:nvGrpSpPr>
          <p:grpSpPr>
            <a:xfrm>
              <a:off x="961679" y="4514379"/>
              <a:ext cx="175013" cy="27000"/>
              <a:chOff x="5662375" y="212375"/>
              <a:chExt cx="175013" cy="27000"/>
            </a:xfrm>
          </p:grpSpPr>
          <p:sp>
            <p:nvSpPr>
              <p:cNvPr id="2135" name="Google Shape;2135;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6" name="Google Shape;2136;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7" name="Google Shape;2137;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sp>
        <p:nvSpPr>
          <p:cNvPr id="2138" name="Google Shape;2138;p37"/>
          <p:cNvSpPr txBox="1">
            <a:spLocks noGrp="1"/>
          </p:cNvSpPr>
          <p:nvPr>
            <p:ph type="title"/>
          </p:nvPr>
        </p:nvSpPr>
        <p:spPr>
          <a:xfrm>
            <a:off x="5907024" y="356616"/>
            <a:ext cx="2615100" cy="5760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Table of Contents</a:t>
            </a:r>
            <a:endParaRPr/>
          </a:p>
        </p:txBody>
      </p:sp>
      <p:sp>
        <p:nvSpPr>
          <p:cNvPr id="2140" name="Google Shape;2140;p37"/>
          <p:cNvSpPr txBox="1">
            <a:spLocks noGrp="1"/>
          </p:cNvSpPr>
          <p:nvPr>
            <p:ph type="subTitle" idx="1"/>
          </p:nvPr>
        </p:nvSpPr>
        <p:spPr>
          <a:xfrm>
            <a:off x="1664208" y="685776"/>
            <a:ext cx="2615100" cy="3840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800" dirty="0">
                <a:solidFill>
                  <a:schemeClr val="accent1"/>
                </a:solidFill>
              </a:rPr>
              <a:t>Problem &amp; Solution</a:t>
            </a:r>
            <a:endParaRPr dirty="0"/>
          </a:p>
        </p:txBody>
      </p:sp>
      <p:sp>
        <p:nvSpPr>
          <p:cNvPr id="2141" name="Google Shape;2141;p37"/>
          <p:cNvSpPr txBox="1">
            <a:spLocks noGrp="1"/>
          </p:cNvSpPr>
          <p:nvPr>
            <p:ph type="subTitle" idx="3"/>
          </p:nvPr>
        </p:nvSpPr>
        <p:spPr>
          <a:xfrm>
            <a:off x="1664208" y="1716229"/>
            <a:ext cx="2615100" cy="3840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dirty="0"/>
              <a:t>Background Theory</a:t>
            </a:r>
            <a:endParaRPr dirty="0"/>
          </a:p>
        </p:txBody>
      </p:sp>
      <p:sp>
        <p:nvSpPr>
          <p:cNvPr id="2143" name="Google Shape;2143;p37"/>
          <p:cNvSpPr txBox="1">
            <a:spLocks noGrp="1"/>
          </p:cNvSpPr>
          <p:nvPr>
            <p:ph type="subTitle" idx="5"/>
          </p:nvPr>
        </p:nvSpPr>
        <p:spPr>
          <a:xfrm>
            <a:off x="1664208" y="2674546"/>
            <a:ext cx="2615100" cy="888179"/>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dirty="0"/>
              <a:t>Proposed Idea – Fed-TTSFUDA</a:t>
            </a:r>
            <a:endParaRPr dirty="0"/>
          </a:p>
        </p:txBody>
      </p:sp>
      <p:sp>
        <p:nvSpPr>
          <p:cNvPr id="2145" name="Google Shape;2145;p37"/>
          <p:cNvSpPr txBox="1">
            <a:spLocks noGrp="1"/>
          </p:cNvSpPr>
          <p:nvPr>
            <p:ph type="subTitle" idx="7"/>
          </p:nvPr>
        </p:nvSpPr>
        <p:spPr>
          <a:xfrm>
            <a:off x="1664208" y="3814703"/>
            <a:ext cx="2615100" cy="384000"/>
          </a:xfrm>
          <a:prstGeom prst="rect">
            <a:avLst/>
          </a:prstGeom>
        </p:spPr>
        <p:txBody>
          <a:bodyPr spcFirstLastPara="1" wrap="square" lIns="91425" tIns="91425" rIns="91425" bIns="91425" anchor="t" anchorCtr="0">
            <a:noAutofit/>
          </a:bodyPr>
          <a:lstStyle/>
          <a:p>
            <a:pPr lvl="0">
              <a:lnSpc>
                <a:spcPct val="115000"/>
              </a:lnSpc>
            </a:pPr>
            <a:r>
              <a:rPr lang="en-US" dirty="0"/>
              <a:t>Objectives, Scope &amp; Methodology</a:t>
            </a:r>
            <a:endParaRPr dirty="0"/>
          </a:p>
        </p:txBody>
      </p:sp>
      <p:sp>
        <p:nvSpPr>
          <p:cNvPr id="2147" name="Google Shape;2147;p37"/>
          <p:cNvSpPr txBox="1">
            <a:spLocks noGrp="1"/>
          </p:cNvSpPr>
          <p:nvPr>
            <p:ph type="title" idx="9"/>
          </p:nvPr>
        </p:nvSpPr>
        <p:spPr>
          <a:xfrm>
            <a:off x="813816" y="722376"/>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2148" name="Google Shape;2148;p37"/>
          <p:cNvSpPr txBox="1">
            <a:spLocks noGrp="1"/>
          </p:cNvSpPr>
          <p:nvPr>
            <p:ph type="title" idx="13"/>
          </p:nvPr>
        </p:nvSpPr>
        <p:spPr>
          <a:xfrm>
            <a:off x="813816" y="1801368"/>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2149" name="Google Shape;2149;p37"/>
          <p:cNvSpPr txBox="1">
            <a:spLocks noGrp="1"/>
          </p:cNvSpPr>
          <p:nvPr>
            <p:ph type="title" idx="14"/>
          </p:nvPr>
        </p:nvSpPr>
        <p:spPr>
          <a:xfrm>
            <a:off x="813816" y="2880360"/>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2150" name="Google Shape;2150;p37"/>
          <p:cNvSpPr txBox="1">
            <a:spLocks noGrp="1"/>
          </p:cNvSpPr>
          <p:nvPr>
            <p:ph type="title" idx="15"/>
          </p:nvPr>
        </p:nvSpPr>
        <p:spPr>
          <a:xfrm>
            <a:off x="813816" y="3959352"/>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161"/>
        <p:cNvGrpSpPr/>
        <p:nvPr/>
      </p:nvGrpSpPr>
      <p:grpSpPr>
        <a:xfrm>
          <a:off x="0" y="0"/>
          <a:ext cx="0" cy="0"/>
          <a:chOff x="0" y="0"/>
          <a:chExt cx="0" cy="0"/>
        </a:xfrm>
      </p:grpSpPr>
      <p:grpSp>
        <p:nvGrpSpPr>
          <p:cNvPr id="2166" name="Google Shape;2166;p39"/>
          <p:cNvGrpSpPr/>
          <p:nvPr/>
        </p:nvGrpSpPr>
        <p:grpSpPr>
          <a:xfrm>
            <a:off x="7445192" y="252161"/>
            <a:ext cx="591455" cy="590639"/>
            <a:chOff x="1190625" y="238125"/>
            <a:chExt cx="5238750" cy="5231525"/>
          </a:xfrm>
        </p:grpSpPr>
        <p:sp>
          <p:nvSpPr>
            <p:cNvPr id="2167" name="Google Shape;2167;p39"/>
            <p:cNvSpPr/>
            <p:nvPr/>
          </p:nvSpPr>
          <p:spPr>
            <a:xfrm>
              <a:off x="1190625" y="259325"/>
              <a:ext cx="5238750" cy="5210325"/>
            </a:xfrm>
            <a:custGeom>
              <a:avLst/>
              <a:gdLst/>
              <a:ahLst/>
              <a:cxnLst/>
              <a:rect l="l" t="t" r="r" b="b"/>
              <a:pathLst>
                <a:path w="209550" h="208413" extrusionOk="0">
                  <a:moveTo>
                    <a:pt x="149830" y="7449"/>
                  </a:moveTo>
                  <a:lnTo>
                    <a:pt x="163530" y="9379"/>
                  </a:lnTo>
                  <a:lnTo>
                    <a:pt x="162179" y="19412"/>
                  </a:lnTo>
                  <a:cubicBezTo>
                    <a:pt x="161311" y="25105"/>
                    <a:pt x="165267" y="30411"/>
                    <a:pt x="170959" y="31279"/>
                  </a:cubicBezTo>
                  <a:cubicBezTo>
                    <a:pt x="171435" y="31345"/>
                    <a:pt x="171909" y="31377"/>
                    <a:pt x="172378" y="31377"/>
                  </a:cubicBezTo>
                  <a:cubicBezTo>
                    <a:pt x="174663" y="31377"/>
                    <a:pt x="176836" y="30614"/>
                    <a:pt x="178677" y="29253"/>
                  </a:cubicBezTo>
                  <a:lnTo>
                    <a:pt x="186878" y="23175"/>
                  </a:lnTo>
                  <a:lnTo>
                    <a:pt x="195175" y="34270"/>
                  </a:lnTo>
                  <a:lnTo>
                    <a:pt x="187071" y="40348"/>
                  </a:lnTo>
                  <a:cubicBezTo>
                    <a:pt x="182440" y="43821"/>
                    <a:pt x="181475" y="50382"/>
                    <a:pt x="184948" y="54916"/>
                  </a:cubicBezTo>
                  <a:cubicBezTo>
                    <a:pt x="186588" y="57135"/>
                    <a:pt x="189097" y="58679"/>
                    <a:pt x="191798" y="59065"/>
                  </a:cubicBezTo>
                  <a:lnTo>
                    <a:pt x="201832" y="60415"/>
                  </a:lnTo>
                  <a:lnTo>
                    <a:pt x="199902" y="74212"/>
                  </a:lnTo>
                  <a:lnTo>
                    <a:pt x="189869" y="72765"/>
                  </a:lnTo>
                  <a:cubicBezTo>
                    <a:pt x="189391" y="72700"/>
                    <a:pt x="188917" y="72668"/>
                    <a:pt x="188447" y="72668"/>
                  </a:cubicBezTo>
                  <a:cubicBezTo>
                    <a:pt x="183318" y="72668"/>
                    <a:pt x="178797" y="76426"/>
                    <a:pt x="178002" y="81641"/>
                  </a:cubicBezTo>
                  <a:cubicBezTo>
                    <a:pt x="177616" y="84342"/>
                    <a:pt x="178388" y="87140"/>
                    <a:pt x="180028" y="89359"/>
                  </a:cubicBezTo>
                  <a:lnTo>
                    <a:pt x="186106" y="97463"/>
                  </a:lnTo>
                  <a:lnTo>
                    <a:pt x="175011" y="105760"/>
                  </a:lnTo>
                  <a:lnTo>
                    <a:pt x="168933" y="97656"/>
                  </a:lnTo>
                  <a:cubicBezTo>
                    <a:pt x="166888" y="94930"/>
                    <a:pt x="163773" y="93507"/>
                    <a:pt x="160632" y="93507"/>
                  </a:cubicBezTo>
                  <a:cubicBezTo>
                    <a:pt x="158437" y="93507"/>
                    <a:pt x="156230" y="94201"/>
                    <a:pt x="154365" y="95630"/>
                  </a:cubicBezTo>
                  <a:cubicBezTo>
                    <a:pt x="152146" y="97270"/>
                    <a:pt x="150698" y="99682"/>
                    <a:pt x="150216" y="102480"/>
                  </a:cubicBezTo>
                  <a:lnTo>
                    <a:pt x="148865" y="112514"/>
                  </a:lnTo>
                  <a:lnTo>
                    <a:pt x="135069" y="110584"/>
                  </a:lnTo>
                  <a:lnTo>
                    <a:pt x="136516" y="100454"/>
                  </a:lnTo>
                  <a:cubicBezTo>
                    <a:pt x="137385" y="94762"/>
                    <a:pt x="133429" y="89552"/>
                    <a:pt x="127737" y="88683"/>
                  </a:cubicBezTo>
                  <a:cubicBezTo>
                    <a:pt x="127260" y="88618"/>
                    <a:pt x="126787" y="88586"/>
                    <a:pt x="126318" y="88586"/>
                  </a:cubicBezTo>
                  <a:cubicBezTo>
                    <a:pt x="124033" y="88586"/>
                    <a:pt x="121860" y="89349"/>
                    <a:pt x="120019" y="90710"/>
                  </a:cubicBezTo>
                  <a:lnTo>
                    <a:pt x="111818" y="96788"/>
                  </a:lnTo>
                  <a:lnTo>
                    <a:pt x="103521" y="85693"/>
                  </a:lnTo>
                  <a:lnTo>
                    <a:pt x="111625" y="79615"/>
                  </a:lnTo>
                  <a:cubicBezTo>
                    <a:pt x="116256" y="76141"/>
                    <a:pt x="117221" y="69581"/>
                    <a:pt x="113747" y="64950"/>
                  </a:cubicBezTo>
                  <a:cubicBezTo>
                    <a:pt x="112107" y="62731"/>
                    <a:pt x="109599" y="61284"/>
                    <a:pt x="106898" y="60898"/>
                  </a:cubicBezTo>
                  <a:lnTo>
                    <a:pt x="96767" y="59451"/>
                  </a:lnTo>
                  <a:lnTo>
                    <a:pt x="98793" y="45751"/>
                  </a:lnTo>
                  <a:lnTo>
                    <a:pt x="108827" y="47198"/>
                  </a:lnTo>
                  <a:cubicBezTo>
                    <a:pt x="109304" y="47263"/>
                    <a:pt x="109779" y="47294"/>
                    <a:pt x="110248" y="47294"/>
                  </a:cubicBezTo>
                  <a:cubicBezTo>
                    <a:pt x="115377" y="47294"/>
                    <a:pt x="119890" y="43537"/>
                    <a:pt x="120597" y="38322"/>
                  </a:cubicBezTo>
                  <a:cubicBezTo>
                    <a:pt x="120983" y="35621"/>
                    <a:pt x="120308" y="32823"/>
                    <a:pt x="118668" y="30604"/>
                  </a:cubicBezTo>
                  <a:lnTo>
                    <a:pt x="112493" y="22500"/>
                  </a:lnTo>
                  <a:lnTo>
                    <a:pt x="123588" y="14106"/>
                  </a:lnTo>
                  <a:lnTo>
                    <a:pt x="129763" y="22307"/>
                  </a:lnTo>
                  <a:cubicBezTo>
                    <a:pt x="131820" y="24993"/>
                    <a:pt x="134928" y="26427"/>
                    <a:pt x="138082" y="26427"/>
                  </a:cubicBezTo>
                  <a:cubicBezTo>
                    <a:pt x="140252" y="26427"/>
                    <a:pt x="142444" y="25748"/>
                    <a:pt x="144331" y="24333"/>
                  </a:cubicBezTo>
                  <a:cubicBezTo>
                    <a:pt x="146550" y="22693"/>
                    <a:pt x="147997" y="20184"/>
                    <a:pt x="148383" y="17483"/>
                  </a:cubicBezTo>
                  <a:lnTo>
                    <a:pt x="149830" y="7449"/>
                  </a:lnTo>
                  <a:close/>
                  <a:moveTo>
                    <a:pt x="45248" y="107690"/>
                  </a:moveTo>
                  <a:cubicBezTo>
                    <a:pt x="48432" y="114540"/>
                    <a:pt x="52870" y="120811"/>
                    <a:pt x="58176" y="126213"/>
                  </a:cubicBezTo>
                  <a:cubicBezTo>
                    <a:pt x="56131" y="131893"/>
                    <a:pt x="50817" y="135433"/>
                    <a:pt x="45127" y="135433"/>
                  </a:cubicBezTo>
                  <a:cubicBezTo>
                    <a:pt x="43568" y="135433"/>
                    <a:pt x="41980" y="135167"/>
                    <a:pt x="40424" y="134607"/>
                  </a:cubicBezTo>
                  <a:cubicBezTo>
                    <a:pt x="33188" y="132002"/>
                    <a:pt x="29426" y="124091"/>
                    <a:pt x="32031" y="116855"/>
                  </a:cubicBezTo>
                  <a:cubicBezTo>
                    <a:pt x="34057" y="111356"/>
                    <a:pt x="39267" y="107690"/>
                    <a:pt x="45152" y="107690"/>
                  </a:cubicBezTo>
                  <a:close/>
                  <a:moveTo>
                    <a:pt x="39845" y="89166"/>
                  </a:moveTo>
                  <a:cubicBezTo>
                    <a:pt x="40328" y="93121"/>
                    <a:pt x="41293" y="97077"/>
                    <a:pt x="42547" y="100936"/>
                  </a:cubicBezTo>
                  <a:cubicBezTo>
                    <a:pt x="31162" y="102287"/>
                    <a:pt x="22962" y="112610"/>
                    <a:pt x="24312" y="124091"/>
                  </a:cubicBezTo>
                  <a:cubicBezTo>
                    <a:pt x="25565" y="134650"/>
                    <a:pt x="34620" y="142471"/>
                    <a:pt x="45011" y="142471"/>
                  </a:cubicBezTo>
                  <a:cubicBezTo>
                    <a:pt x="45822" y="142471"/>
                    <a:pt x="46642" y="142423"/>
                    <a:pt x="47467" y="142325"/>
                  </a:cubicBezTo>
                  <a:cubicBezTo>
                    <a:pt x="54414" y="141457"/>
                    <a:pt x="60395" y="137308"/>
                    <a:pt x="63579" y="131134"/>
                  </a:cubicBezTo>
                  <a:cubicBezTo>
                    <a:pt x="65412" y="132677"/>
                    <a:pt x="67438" y="134125"/>
                    <a:pt x="69464" y="135475"/>
                  </a:cubicBezTo>
                  <a:cubicBezTo>
                    <a:pt x="72744" y="137501"/>
                    <a:pt x="75253" y="140685"/>
                    <a:pt x="76507" y="144351"/>
                  </a:cubicBezTo>
                  <a:lnTo>
                    <a:pt x="69078" y="151780"/>
                  </a:lnTo>
                  <a:lnTo>
                    <a:pt x="61842" y="146763"/>
                  </a:lnTo>
                  <a:cubicBezTo>
                    <a:pt x="60637" y="145960"/>
                    <a:pt x="59266" y="145571"/>
                    <a:pt x="57911" y="145571"/>
                  </a:cubicBezTo>
                  <a:cubicBezTo>
                    <a:pt x="55689" y="145571"/>
                    <a:pt x="53513" y="146618"/>
                    <a:pt x="52195" y="148596"/>
                  </a:cubicBezTo>
                  <a:cubicBezTo>
                    <a:pt x="51616" y="149368"/>
                    <a:pt x="51326" y="150236"/>
                    <a:pt x="51133" y="151105"/>
                  </a:cubicBezTo>
                  <a:lnTo>
                    <a:pt x="49300" y="159788"/>
                  </a:lnTo>
                  <a:lnTo>
                    <a:pt x="41003" y="159788"/>
                  </a:lnTo>
                  <a:lnTo>
                    <a:pt x="39170" y="151105"/>
                  </a:lnTo>
                  <a:cubicBezTo>
                    <a:pt x="38495" y="147815"/>
                    <a:pt x="35608" y="145558"/>
                    <a:pt x="32379" y="145558"/>
                  </a:cubicBezTo>
                  <a:cubicBezTo>
                    <a:pt x="31914" y="145558"/>
                    <a:pt x="31443" y="145605"/>
                    <a:pt x="30969" y="145702"/>
                  </a:cubicBezTo>
                  <a:cubicBezTo>
                    <a:pt x="30101" y="145895"/>
                    <a:pt x="29233" y="146281"/>
                    <a:pt x="28461" y="146860"/>
                  </a:cubicBezTo>
                  <a:lnTo>
                    <a:pt x="21225" y="151780"/>
                  </a:lnTo>
                  <a:lnTo>
                    <a:pt x="14954" y="145509"/>
                  </a:lnTo>
                  <a:lnTo>
                    <a:pt x="19874" y="138273"/>
                  </a:lnTo>
                  <a:cubicBezTo>
                    <a:pt x="22093" y="135089"/>
                    <a:pt x="21322" y="130748"/>
                    <a:pt x="18138" y="128625"/>
                  </a:cubicBezTo>
                  <a:cubicBezTo>
                    <a:pt x="17366" y="128046"/>
                    <a:pt x="16498" y="127661"/>
                    <a:pt x="15629" y="127468"/>
                  </a:cubicBezTo>
                  <a:lnTo>
                    <a:pt x="6946" y="125731"/>
                  </a:lnTo>
                  <a:lnTo>
                    <a:pt x="6946" y="117434"/>
                  </a:lnTo>
                  <a:lnTo>
                    <a:pt x="15629" y="115601"/>
                  </a:lnTo>
                  <a:cubicBezTo>
                    <a:pt x="19392" y="114829"/>
                    <a:pt x="21708" y="111163"/>
                    <a:pt x="20936" y="107400"/>
                  </a:cubicBezTo>
                  <a:cubicBezTo>
                    <a:pt x="20743" y="106532"/>
                    <a:pt x="20453" y="105664"/>
                    <a:pt x="19874" y="104892"/>
                  </a:cubicBezTo>
                  <a:lnTo>
                    <a:pt x="14954" y="97656"/>
                  </a:lnTo>
                  <a:lnTo>
                    <a:pt x="21225" y="91385"/>
                  </a:lnTo>
                  <a:lnTo>
                    <a:pt x="28461" y="96305"/>
                  </a:lnTo>
                  <a:cubicBezTo>
                    <a:pt x="29670" y="97148"/>
                    <a:pt x="31045" y="97545"/>
                    <a:pt x="32403" y="97545"/>
                  </a:cubicBezTo>
                  <a:cubicBezTo>
                    <a:pt x="34621" y="97545"/>
                    <a:pt x="36792" y="96484"/>
                    <a:pt x="38109" y="94569"/>
                  </a:cubicBezTo>
                  <a:cubicBezTo>
                    <a:pt x="38688" y="93797"/>
                    <a:pt x="38977" y="92929"/>
                    <a:pt x="39170" y="92060"/>
                  </a:cubicBezTo>
                  <a:lnTo>
                    <a:pt x="39845" y="89166"/>
                  </a:lnTo>
                  <a:close/>
                  <a:moveTo>
                    <a:pt x="118957" y="177154"/>
                  </a:moveTo>
                  <a:lnTo>
                    <a:pt x="118957" y="184100"/>
                  </a:lnTo>
                  <a:lnTo>
                    <a:pt x="91172" y="184100"/>
                  </a:lnTo>
                  <a:lnTo>
                    <a:pt x="91172" y="177154"/>
                  </a:lnTo>
                  <a:close/>
                  <a:moveTo>
                    <a:pt x="118957" y="191047"/>
                  </a:moveTo>
                  <a:lnTo>
                    <a:pt x="118957" y="194520"/>
                  </a:lnTo>
                  <a:cubicBezTo>
                    <a:pt x="118957" y="198282"/>
                    <a:pt x="115870" y="201466"/>
                    <a:pt x="112011" y="201466"/>
                  </a:cubicBezTo>
                  <a:lnTo>
                    <a:pt x="98118" y="201466"/>
                  </a:lnTo>
                  <a:cubicBezTo>
                    <a:pt x="94355" y="201466"/>
                    <a:pt x="91172" y="198282"/>
                    <a:pt x="91172" y="194520"/>
                  </a:cubicBezTo>
                  <a:lnTo>
                    <a:pt x="91172" y="191047"/>
                  </a:lnTo>
                  <a:close/>
                  <a:moveTo>
                    <a:pt x="146950" y="1"/>
                  </a:moveTo>
                  <a:cubicBezTo>
                    <a:pt x="145260" y="1"/>
                    <a:pt x="143732" y="1213"/>
                    <a:pt x="143463" y="3011"/>
                  </a:cubicBezTo>
                  <a:lnTo>
                    <a:pt x="141533" y="16518"/>
                  </a:lnTo>
                  <a:cubicBezTo>
                    <a:pt x="141272" y="18262"/>
                    <a:pt x="139828" y="19454"/>
                    <a:pt x="138129" y="19454"/>
                  </a:cubicBezTo>
                  <a:cubicBezTo>
                    <a:pt x="137948" y="19454"/>
                    <a:pt x="137763" y="19440"/>
                    <a:pt x="137577" y="19412"/>
                  </a:cubicBezTo>
                  <a:cubicBezTo>
                    <a:pt x="136709" y="19316"/>
                    <a:pt x="135841" y="18833"/>
                    <a:pt x="135262" y="18062"/>
                  </a:cubicBezTo>
                  <a:lnTo>
                    <a:pt x="127061" y="7160"/>
                  </a:lnTo>
                  <a:cubicBezTo>
                    <a:pt x="126437" y="6251"/>
                    <a:pt x="125411" y="5777"/>
                    <a:pt x="124357" y="5777"/>
                  </a:cubicBezTo>
                  <a:cubicBezTo>
                    <a:pt x="123621" y="5777"/>
                    <a:pt x="122872" y="6008"/>
                    <a:pt x="122238" y="6484"/>
                  </a:cubicBezTo>
                  <a:lnTo>
                    <a:pt x="111818" y="14299"/>
                  </a:lnTo>
                  <a:cubicBezTo>
                    <a:pt x="109454" y="14058"/>
                    <a:pt x="107090" y="13937"/>
                    <a:pt x="104727" y="13937"/>
                  </a:cubicBezTo>
                  <a:cubicBezTo>
                    <a:pt x="102363" y="13937"/>
                    <a:pt x="99999" y="14058"/>
                    <a:pt x="97636" y="14299"/>
                  </a:cubicBezTo>
                  <a:cubicBezTo>
                    <a:pt x="66666" y="17869"/>
                    <a:pt x="42450" y="42471"/>
                    <a:pt x="39459" y="73440"/>
                  </a:cubicBezTo>
                  <a:cubicBezTo>
                    <a:pt x="39363" y="74501"/>
                    <a:pt x="39267" y="75466"/>
                    <a:pt x="39267" y="76431"/>
                  </a:cubicBezTo>
                  <a:lnTo>
                    <a:pt x="38205" y="76431"/>
                  </a:lnTo>
                  <a:cubicBezTo>
                    <a:pt x="36565" y="76431"/>
                    <a:pt x="35118" y="77589"/>
                    <a:pt x="34829" y="79229"/>
                  </a:cubicBezTo>
                  <a:lnTo>
                    <a:pt x="32417" y="90613"/>
                  </a:lnTo>
                  <a:lnTo>
                    <a:pt x="22769" y="83956"/>
                  </a:lnTo>
                  <a:cubicBezTo>
                    <a:pt x="22185" y="83539"/>
                    <a:pt x="21511" y="83338"/>
                    <a:pt x="20833" y="83338"/>
                  </a:cubicBezTo>
                  <a:cubicBezTo>
                    <a:pt x="19942" y="83338"/>
                    <a:pt x="19043" y="83685"/>
                    <a:pt x="18331" y="84342"/>
                  </a:cubicBezTo>
                  <a:lnTo>
                    <a:pt x="7911" y="94762"/>
                  </a:lnTo>
                  <a:cubicBezTo>
                    <a:pt x="6753" y="96016"/>
                    <a:pt x="6560" y="97849"/>
                    <a:pt x="7525" y="99200"/>
                  </a:cubicBezTo>
                  <a:lnTo>
                    <a:pt x="14182" y="108847"/>
                  </a:lnTo>
                  <a:lnTo>
                    <a:pt x="2701" y="111259"/>
                  </a:lnTo>
                  <a:cubicBezTo>
                    <a:pt x="1158" y="111549"/>
                    <a:pt x="0" y="112996"/>
                    <a:pt x="0" y="114636"/>
                  </a:cubicBezTo>
                  <a:lnTo>
                    <a:pt x="0" y="128529"/>
                  </a:lnTo>
                  <a:cubicBezTo>
                    <a:pt x="0" y="130169"/>
                    <a:pt x="1158" y="131616"/>
                    <a:pt x="2798" y="131906"/>
                  </a:cubicBezTo>
                  <a:lnTo>
                    <a:pt x="14182" y="134318"/>
                  </a:lnTo>
                  <a:lnTo>
                    <a:pt x="7622" y="143869"/>
                  </a:lnTo>
                  <a:cubicBezTo>
                    <a:pt x="6657" y="145316"/>
                    <a:pt x="6753" y="147149"/>
                    <a:pt x="8008" y="148307"/>
                  </a:cubicBezTo>
                  <a:lnTo>
                    <a:pt x="18427" y="158726"/>
                  </a:lnTo>
                  <a:cubicBezTo>
                    <a:pt x="19085" y="159384"/>
                    <a:pt x="19960" y="159730"/>
                    <a:pt x="20858" y="159730"/>
                  </a:cubicBezTo>
                  <a:cubicBezTo>
                    <a:pt x="21542" y="159730"/>
                    <a:pt x="22240" y="159529"/>
                    <a:pt x="22865" y="159112"/>
                  </a:cubicBezTo>
                  <a:lnTo>
                    <a:pt x="32417" y="152552"/>
                  </a:lnTo>
                  <a:lnTo>
                    <a:pt x="34829" y="163936"/>
                  </a:lnTo>
                  <a:cubicBezTo>
                    <a:pt x="35118" y="165576"/>
                    <a:pt x="36565" y="166734"/>
                    <a:pt x="38205" y="166734"/>
                  </a:cubicBezTo>
                  <a:lnTo>
                    <a:pt x="52098" y="166734"/>
                  </a:lnTo>
                  <a:cubicBezTo>
                    <a:pt x="53738" y="166734"/>
                    <a:pt x="55185" y="165576"/>
                    <a:pt x="55475" y="163936"/>
                  </a:cubicBezTo>
                  <a:lnTo>
                    <a:pt x="57887" y="152552"/>
                  </a:lnTo>
                  <a:lnTo>
                    <a:pt x="67535" y="159112"/>
                  </a:lnTo>
                  <a:cubicBezTo>
                    <a:pt x="68118" y="159529"/>
                    <a:pt x="68792" y="159730"/>
                    <a:pt x="69463" y="159730"/>
                  </a:cubicBezTo>
                  <a:cubicBezTo>
                    <a:pt x="70344" y="159730"/>
                    <a:pt x="71219" y="159384"/>
                    <a:pt x="71876" y="158726"/>
                  </a:cubicBezTo>
                  <a:lnTo>
                    <a:pt x="77279" y="153324"/>
                  </a:lnTo>
                  <a:lnTo>
                    <a:pt x="77279" y="163261"/>
                  </a:lnTo>
                  <a:cubicBezTo>
                    <a:pt x="77375" y="168181"/>
                    <a:pt x="79980" y="172716"/>
                    <a:pt x="84225" y="175224"/>
                  </a:cubicBezTo>
                  <a:lnTo>
                    <a:pt x="84225" y="194520"/>
                  </a:lnTo>
                  <a:cubicBezTo>
                    <a:pt x="84225" y="202142"/>
                    <a:pt x="90496" y="208413"/>
                    <a:pt x="98118" y="208413"/>
                  </a:cubicBezTo>
                  <a:lnTo>
                    <a:pt x="112011" y="208413"/>
                  </a:lnTo>
                  <a:cubicBezTo>
                    <a:pt x="119729" y="208413"/>
                    <a:pt x="125904" y="202142"/>
                    <a:pt x="125904" y="194520"/>
                  </a:cubicBezTo>
                  <a:lnTo>
                    <a:pt x="125904" y="175224"/>
                  </a:lnTo>
                  <a:cubicBezTo>
                    <a:pt x="130245" y="172716"/>
                    <a:pt x="132850" y="168181"/>
                    <a:pt x="132850" y="163261"/>
                  </a:cubicBezTo>
                  <a:lnTo>
                    <a:pt x="132850" y="149465"/>
                  </a:lnTo>
                  <a:cubicBezTo>
                    <a:pt x="132947" y="143676"/>
                    <a:pt x="136034" y="138370"/>
                    <a:pt x="140954" y="135282"/>
                  </a:cubicBezTo>
                  <a:cubicBezTo>
                    <a:pt x="143752" y="133449"/>
                    <a:pt x="146550" y="131327"/>
                    <a:pt x="149058" y="129108"/>
                  </a:cubicBezTo>
                  <a:lnTo>
                    <a:pt x="144427" y="123898"/>
                  </a:lnTo>
                  <a:cubicBezTo>
                    <a:pt x="142208" y="125924"/>
                    <a:pt x="139700" y="127854"/>
                    <a:pt x="137095" y="129494"/>
                  </a:cubicBezTo>
                  <a:cubicBezTo>
                    <a:pt x="130245" y="133835"/>
                    <a:pt x="126000" y="141360"/>
                    <a:pt x="125904" y="149465"/>
                  </a:cubicBezTo>
                  <a:lnTo>
                    <a:pt x="125904" y="163261"/>
                  </a:lnTo>
                  <a:cubicBezTo>
                    <a:pt x="125904" y="167024"/>
                    <a:pt x="122816" y="170207"/>
                    <a:pt x="118957" y="170207"/>
                  </a:cubicBezTo>
                  <a:lnTo>
                    <a:pt x="91172" y="170207"/>
                  </a:lnTo>
                  <a:cubicBezTo>
                    <a:pt x="87409" y="170207"/>
                    <a:pt x="84225" y="167024"/>
                    <a:pt x="84225" y="163261"/>
                  </a:cubicBezTo>
                  <a:lnTo>
                    <a:pt x="84225" y="149175"/>
                  </a:lnTo>
                  <a:cubicBezTo>
                    <a:pt x="84225" y="141167"/>
                    <a:pt x="79980" y="133835"/>
                    <a:pt x="73227" y="129590"/>
                  </a:cubicBezTo>
                  <a:cubicBezTo>
                    <a:pt x="45731" y="112321"/>
                    <a:pt x="37433" y="75948"/>
                    <a:pt x="54703" y="48452"/>
                  </a:cubicBezTo>
                  <a:cubicBezTo>
                    <a:pt x="65412" y="31376"/>
                    <a:pt x="84225" y="20956"/>
                    <a:pt x="104389" y="20860"/>
                  </a:cubicBezTo>
                  <a:lnTo>
                    <a:pt x="104389" y="20860"/>
                  </a:lnTo>
                  <a:lnTo>
                    <a:pt x="104196" y="21245"/>
                  </a:lnTo>
                  <a:cubicBezTo>
                    <a:pt x="104100" y="22210"/>
                    <a:pt x="104293" y="23079"/>
                    <a:pt x="104871" y="23850"/>
                  </a:cubicBezTo>
                  <a:lnTo>
                    <a:pt x="113072" y="34752"/>
                  </a:lnTo>
                  <a:cubicBezTo>
                    <a:pt x="113940" y="35910"/>
                    <a:pt x="114037" y="37454"/>
                    <a:pt x="113265" y="38611"/>
                  </a:cubicBezTo>
                  <a:cubicBezTo>
                    <a:pt x="112694" y="39672"/>
                    <a:pt x="111572" y="40318"/>
                    <a:pt x="110423" y="40318"/>
                  </a:cubicBezTo>
                  <a:cubicBezTo>
                    <a:pt x="110212" y="40318"/>
                    <a:pt x="110001" y="40296"/>
                    <a:pt x="109792" y="40252"/>
                  </a:cubicBezTo>
                  <a:lnTo>
                    <a:pt x="96285" y="38322"/>
                  </a:lnTo>
                  <a:cubicBezTo>
                    <a:pt x="96154" y="38309"/>
                    <a:pt x="96024" y="38302"/>
                    <a:pt x="95895" y="38302"/>
                  </a:cubicBezTo>
                  <a:cubicBezTo>
                    <a:pt x="94126" y="38302"/>
                    <a:pt x="92599" y="39514"/>
                    <a:pt x="92329" y="41313"/>
                  </a:cubicBezTo>
                  <a:lnTo>
                    <a:pt x="89435" y="61959"/>
                  </a:lnTo>
                  <a:cubicBezTo>
                    <a:pt x="89146" y="63792"/>
                    <a:pt x="90496" y="65625"/>
                    <a:pt x="92329" y="65915"/>
                  </a:cubicBezTo>
                  <a:lnTo>
                    <a:pt x="105836" y="67844"/>
                  </a:lnTo>
                  <a:cubicBezTo>
                    <a:pt x="107766" y="68037"/>
                    <a:pt x="109117" y="69870"/>
                    <a:pt x="108827" y="71703"/>
                  </a:cubicBezTo>
                  <a:cubicBezTo>
                    <a:pt x="108731" y="72668"/>
                    <a:pt x="108248" y="73440"/>
                    <a:pt x="107476" y="74019"/>
                  </a:cubicBezTo>
                  <a:lnTo>
                    <a:pt x="96574" y="82219"/>
                  </a:lnTo>
                  <a:cubicBezTo>
                    <a:pt x="95031" y="83377"/>
                    <a:pt x="94741" y="85500"/>
                    <a:pt x="95899" y="87043"/>
                  </a:cubicBezTo>
                  <a:lnTo>
                    <a:pt x="108345" y="103734"/>
                  </a:lnTo>
                  <a:cubicBezTo>
                    <a:pt x="109026" y="104643"/>
                    <a:pt x="110076" y="105117"/>
                    <a:pt x="111139" y="105117"/>
                  </a:cubicBezTo>
                  <a:cubicBezTo>
                    <a:pt x="111881" y="105117"/>
                    <a:pt x="112630" y="104886"/>
                    <a:pt x="113265" y="104409"/>
                  </a:cubicBezTo>
                  <a:lnTo>
                    <a:pt x="124167" y="96209"/>
                  </a:lnTo>
                  <a:cubicBezTo>
                    <a:pt x="124776" y="95752"/>
                    <a:pt x="125475" y="95536"/>
                    <a:pt x="126169" y="95536"/>
                  </a:cubicBezTo>
                  <a:cubicBezTo>
                    <a:pt x="127235" y="95536"/>
                    <a:pt x="128290" y="96046"/>
                    <a:pt x="128991" y="96981"/>
                  </a:cubicBezTo>
                  <a:cubicBezTo>
                    <a:pt x="129570" y="97656"/>
                    <a:pt x="129763" y="98621"/>
                    <a:pt x="129666" y="99489"/>
                  </a:cubicBezTo>
                  <a:lnTo>
                    <a:pt x="127737" y="112996"/>
                  </a:lnTo>
                  <a:cubicBezTo>
                    <a:pt x="127447" y="114925"/>
                    <a:pt x="128798" y="116662"/>
                    <a:pt x="130631" y="116952"/>
                  </a:cubicBezTo>
                  <a:lnTo>
                    <a:pt x="151277" y="119942"/>
                  </a:lnTo>
                  <a:lnTo>
                    <a:pt x="151760" y="119942"/>
                  </a:lnTo>
                  <a:cubicBezTo>
                    <a:pt x="153496" y="119942"/>
                    <a:pt x="154944" y="118688"/>
                    <a:pt x="155233" y="116952"/>
                  </a:cubicBezTo>
                  <a:lnTo>
                    <a:pt x="157163" y="103445"/>
                  </a:lnTo>
                  <a:cubicBezTo>
                    <a:pt x="157432" y="101646"/>
                    <a:pt x="158959" y="100434"/>
                    <a:pt x="160728" y="100434"/>
                  </a:cubicBezTo>
                  <a:cubicBezTo>
                    <a:pt x="160857" y="100434"/>
                    <a:pt x="160987" y="100441"/>
                    <a:pt x="161118" y="100454"/>
                  </a:cubicBezTo>
                  <a:cubicBezTo>
                    <a:pt x="161986" y="100647"/>
                    <a:pt x="162855" y="101129"/>
                    <a:pt x="163337" y="101804"/>
                  </a:cubicBezTo>
                  <a:lnTo>
                    <a:pt x="171538" y="112803"/>
                  </a:lnTo>
                  <a:cubicBezTo>
                    <a:pt x="172232" y="113671"/>
                    <a:pt x="173309" y="114158"/>
                    <a:pt x="174393" y="114158"/>
                  </a:cubicBezTo>
                  <a:cubicBezTo>
                    <a:pt x="175115" y="114158"/>
                    <a:pt x="175841" y="113941"/>
                    <a:pt x="176458" y="113478"/>
                  </a:cubicBezTo>
                  <a:lnTo>
                    <a:pt x="193052" y="100936"/>
                  </a:lnTo>
                  <a:cubicBezTo>
                    <a:pt x="194596" y="99778"/>
                    <a:pt x="194982" y="97656"/>
                    <a:pt x="193824" y="96112"/>
                  </a:cubicBezTo>
                  <a:lnTo>
                    <a:pt x="185623" y="85210"/>
                  </a:lnTo>
                  <a:cubicBezTo>
                    <a:pt x="184755" y="84053"/>
                    <a:pt x="184659" y="82509"/>
                    <a:pt x="185431" y="81351"/>
                  </a:cubicBezTo>
                  <a:cubicBezTo>
                    <a:pt x="186029" y="80239"/>
                    <a:pt x="187159" y="79582"/>
                    <a:pt x="188417" y="79582"/>
                  </a:cubicBezTo>
                  <a:cubicBezTo>
                    <a:pt x="188577" y="79582"/>
                    <a:pt x="188740" y="79593"/>
                    <a:pt x="188904" y="79615"/>
                  </a:cubicBezTo>
                  <a:lnTo>
                    <a:pt x="202411" y="81544"/>
                  </a:lnTo>
                  <a:cubicBezTo>
                    <a:pt x="202587" y="81572"/>
                    <a:pt x="202764" y="81586"/>
                    <a:pt x="202939" y="81586"/>
                  </a:cubicBezTo>
                  <a:cubicBezTo>
                    <a:pt x="204582" y="81586"/>
                    <a:pt x="206095" y="80393"/>
                    <a:pt x="206270" y="78650"/>
                  </a:cubicBezTo>
                  <a:lnTo>
                    <a:pt x="209261" y="58004"/>
                  </a:lnTo>
                  <a:cubicBezTo>
                    <a:pt x="209550" y="56074"/>
                    <a:pt x="208199" y="54337"/>
                    <a:pt x="206270" y="54048"/>
                  </a:cubicBezTo>
                  <a:lnTo>
                    <a:pt x="192763" y="52118"/>
                  </a:lnTo>
                  <a:cubicBezTo>
                    <a:pt x="190930" y="51829"/>
                    <a:pt x="189579" y="50092"/>
                    <a:pt x="189869" y="48259"/>
                  </a:cubicBezTo>
                  <a:cubicBezTo>
                    <a:pt x="189965" y="47294"/>
                    <a:pt x="190447" y="46523"/>
                    <a:pt x="191219" y="45944"/>
                  </a:cubicBezTo>
                  <a:lnTo>
                    <a:pt x="202121" y="37743"/>
                  </a:lnTo>
                  <a:cubicBezTo>
                    <a:pt x="203665" y="36585"/>
                    <a:pt x="203954" y="34366"/>
                    <a:pt x="202797" y="32919"/>
                  </a:cubicBezTo>
                  <a:lnTo>
                    <a:pt x="190351" y="16229"/>
                  </a:lnTo>
                  <a:cubicBezTo>
                    <a:pt x="189669" y="15320"/>
                    <a:pt x="188620" y="14846"/>
                    <a:pt x="187557" y="14846"/>
                  </a:cubicBezTo>
                  <a:cubicBezTo>
                    <a:pt x="186814" y="14846"/>
                    <a:pt x="186065" y="15077"/>
                    <a:pt x="185431" y="15553"/>
                  </a:cubicBezTo>
                  <a:lnTo>
                    <a:pt x="174529" y="23657"/>
                  </a:lnTo>
                  <a:cubicBezTo>
                    <a:pt x="173892" y="24175"/>
                    <a:pt x="173157" y="24413"/>
                    <a:pt x="172432" y="24413"/>
                  </a:cubicBezTo>
                  <a:cubicBezTo>
                    <a:pt x="171398" y="24413"/>
                    <a:pt x="170385" y="23929"/>
                    <a:pt x="169705" y="23079"/>
                  </a:cubicBezTo>
                  <a:cubicBezTo>
                    <a:pt x="169126" y="22307"/>
                    <a:pt x="168836" y="21342"/>
                    <a:pt x="169029" y="20474"/>
                  </a:cubicBezTo>
                  <a:lnTo>
                    <a:pt x="170959" y="6967"/>
                  </a:lnTo>
                  <a:cubicBezTo>
                    <a:pt x="171152" y="5037"/>
                    <a:pt x="169898" y="3301"/>
                    <a:pt x="167968" y="3011"/>
                  </a:cubicBezTo>
                  <a:lnTo>
                    <a:pt x="147322" y="20"/>
                  </a:lnTo>
                  <a:cubicBezTo>
                    <a:pt x="147197" y="7"/>
                    <a:pt x="147073" y="1"/>
                    <a:pt x="1469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68" name="Google Shape;2168;p39"/>
            <p:cNvSpPr/>
            <p:nvPr/>
          </p:nvSpPr>
          <p:spPr>
            <a:xfrm>
              <a:off x="4202861" y="1284806"/>
              <a:ext cx="1389300" cy="1389300"/>
            </a:xfrm>
            <a:custGeom>
              <a:avLst/>
              <a:gdLst/>
              <a:ahLst/>
              <a:cxnLst/>
              <a:rect l="l" t="t" r="r" b="b"/>
              <a:pathLst>
                <a:path w="55572" h="55572" extrusionOk="0">
                  <a:moveTo>
                    <a:pt x="27786" y="6947"/>
                  </a:moveTo>
                  <a:cubicBezTo>
                    <a:pt x="39267" y="6947"/>
                    <a:pt x="48625" y="16305"/>
                    <a:pt x="48625" y="27786"/>
                  </a:cubicBezTo>
                  <a:cubicBezTo>
                    <a:pt x="48625" y="39363"/>
                    <a:pt x="39267" y="48625"/>
                    <a:pt x="27786" y="48625"/>
                  </a:cubicBezTo>
                  <a:cubicBezTo>
                    <a:pt x="16305" y="48625"/>
                    <a:pt x="6947" y="39363"/>
                    <a:pt x="6947" y="27786"/>
                  </a:cubicBezTo>
                  <a:cubicBezTo>
                    <a:pt x="6947" y="16305"/>
                    <a:pt x="16305" y="6947"/>
                    <a:pt x="27786" y="6947"/>
                  </a:cubicBezTo>
                  <a:close/>
                  <a:moveTo>
                    <a:pt x="27786" y="0"/>
                  </a:moveTo>
                  <a:cubicBezTo>
                    <a:pt x="12446" y="0"/>
                    <a:pt x="0" y="12446"/>
                    <a:pt x="0" y="27786"/>
                  </a:cubicBezTo>
                  <a:cubicBezTo>
                    <a:pt x="0" y="43126"/>
                    <a:pt x="12446" y="55572"/>
                    <a:pt x="27786" y="55572"/>
                  </a:cubicBezTo>
                  <a:cubicBezTo>
                    <a:pt x="43126" y="55572"/>
                    <a:pt x="55571" y="43126"/>
                    <a:pt x="55571" y="27786"/>
                  </a:cubicBezTo>
                  <a:cubicBezTo>
                    <a:pt x="55571" y="12446"/>
                    <a:pt x="43126" y="97"/>
                    <a:pt x="277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69" name="Google Shape;2169;p39"/>
            <p:cNvSpPr/>
            <p:nvPr/>
          </p:nvSpPr>
          <p:spPr>
            <a:xfrm>
              <a:off x="3730400" y="4080350"/>
              <a:ext cx="173675" cy="260500"/>
            </a:xfrm>
            <a:custGeom>
              <a:avLst/>
              <a:gdLst/>
              <a:ahLst/>
              <a:cxnLst/>
              <a:rect l="l" t="t" r="r" b="b"/>
              <a:pathLst>
                <a:path w="6947" h="10420" extrusionOk="0">
                  <a:moveTo>
                    <a:pt x="0" y="0"/>
                  </a:moveTo>
                  <a:lnTo>
                    <a:pt x="0" y="10420"/>
                  </a:lnTo>
                  <a:lnTo>
                    <a:pt x="6947" y="10420"/>
                  </a:lnTo>
                  <a:lnTo>
                    <a:pt x="69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70" name="Google Shape;2170;p39"/>
            <p:cNvSpPr/>
            <p:nvPr/>
          </p:nvSpPr>
          <p:spPr>
            <a:xfrm>
              <a:off x="2430350" y="1227000"/>
              <a:ext cx="1473725" cy="2679700"/>
            </a:xfrm>
            <a:custGeom>
              <a:avLst/>
              <a:gdLst/>
              <a:ahLst/>
              <a:cxnLst/>
              <a:rect l="l" t="t" r="r" b="b"/>
              <a:pathLst>
                <a:path w="58949" h="107188" extrusionOk="0">
                  <a:moveTo>
                    <a:pt x="29619" y="1"/>
                  </a:moveTo>
                  <a:cubicBezTo>
                    <a:pt x="6851" y="14376"/>
                    <a:pt x="1" y="44381"/>
                    <a:pt x="14376" y="67053"/>
                  </a:cubicBezTo>
                  <a:cubicBezTo>
                    <a:pt x="19875" y="75929"/>
                    <a:pt x="28076" y="82683"/>
                    <a:pt x="37820" y="86445"/>
                  </a:cubicBezTo>
                  <a:cubicBezTo>
                    <a:pt x="46407" y="89725"/>
                    <a:pt x="52002" y="98022"/>
                    <a:pt x="52002" y="107188"/>
                  </a:cubicBezTo>
                  <a:lnTo>
                    <a:pt x="58949" y="107188"/>
                  </a:lnTo>
                  <a:cubicBezTo>
                    <a:pt x="58949" y="95128"/>
                    <a:pt x="51616" y="84323"/>
                    <a:pt x="40328" y="79981"/>
                  </a:cubicBezTo>
                  <a:cubicBezTo>
                    <a:pt x="18910" y="71588"/>
                    <a:pt x="8298" y="47468"/>
                    <a:pt x="16691" y="26050"/>
                  </a:cubicBezTo>
                  <a:cubicBezTo>
                    <a:pt x="19875" y="17753"/>
                    <a:pt x="25760" y="10710"/>
                    <a:pt x="33286" y="5886"/>
                  </a:cubicBezTo>
                  <a:lnTo>
                    <a:pt x="296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71" name="Google Shape;2171;p39"/>
            <p:cNvSpPr/>
            <p:nvPr/>
          </p:nvSpPr>
          <p:spPr>
            <a:xfrm>
              <a:off x="5467000" y="3472525"/>
              <a:ext cx="607825" cy="173700"/>
            </a:xfrm>
            <a:custGeom>
              <a:avLst/>
              <a:gdLst/>
              <a:ahLst/>
              <a:cxnLst/>
              <a:rect l="l" t="t" r="r" b="b"/>
              <a:pathLst>
                <a:path w="24313" h="6948" extrusionOk="0">
                  <a:moveTo>
                    <a:pt x="0" y="1"/>
                  </a:moveTo>
                  <a:lnTo>
                    <a:pt x="0" y="6947"/>
                  </a:lnTo>
                  <a:lnTo>
                    <a:pt x="24313" y="6947"/>
                  </a:lnTo>
                  <a:lnTo>
                    <a:pt x="243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72" name="Google Shape;2172;p39"/>
            <p:cNvSpPr/>
            <p:nvPr/>
          </p:nvSpPr>
          <p:spPr>
            <a:xfrm>
              <a:off x="5324700" y="3925975"/>
              <a:ext cx="631950" cy="566850"/>
            </a:xfrm>
            <a:custGeom>
              <a:avLst/>
              <a:gdLst/>
              <a:ahLst/>
              <a:cxnLst/>
              <a:rect l="l" t="t" r="r" b="b"/>
              <a:pathLst>
                <a:path w="25278" h="22674" extrusionOk="0">
                  <a:moveTo>
                    <a:pt x="4438" y="1"/>
                  </a:moveTo>
                  <a:lnTo>
                    <a:pt x="0" y="5307"/>
                  </a:lnTo>
                  <a:lnTo>
                    <a:pt x="20839" y="22673"/>
                  </a:lnTo>
                  <a:lnTo>
                    <a:pt x="25277" y="17367"/>
                  </a:lnTo>
                  <a:lnTo>
                    <a:pt x="44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73" name="Google Shape;2173;p39"/>
            <p:cNvSpPr/>
            <p:nvPr/>
          </p:nvSpPr>
          <p:spPr>
            <a:xfrm>
              <a:off x="4946025" y="4167175"/>
              <a:ext cx="173675" cy="607825"/>
            </a:xfrm>
            <a:custGeom>
              <a:avLst/>
              <a:gdLst/>
              <a:ahLst/>
              <a:cxnLst/>
              <a:rect l="l" t="t" r="r" b="b"/>
              <a:pathLst>
                <a:path w="6947" h="24313" extrusionOk="0">
                  <a:moveTo>
                    <a:pt x="0" y="1"/>
                  </a:moveTo>
                  <a:lnTo>
                    <a:pt x="0" y="24313"/>
                  </a:lnTo>
                  <a:lnTo>
                    <a:pt x="6947" y="24313"/>
                  </a:lnTo>
                  <a:lnTo>
                    <a:pt x="69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74" name="Google Shape;2174;p39"/>
            <p:cNvSpPr/>
            <p:nvPr/>
          </p:nvSpPr>
          <p:spPr>
            <a:xfrm>
              <a:off x="1279850" y="1564675"/>
              <a:ext cx="735675" cy="342525"/>
            </a:xfrm>
            <a:custGeom>
              <a:avLst/>
              <a:gdLst/>
              <a:ahLst/>
              <a:cxnLst/>
              <a:rect l="l" t="t" r="r" b="b"/>
              <a:pathLst>
                <a:path w="29427" h="13701" extrusionOk="0">
                  <a:moveTo>
                    <a:pt x="27786" y="1"/>
                  </a:moveTo>
                  <a:lnTo>
                    <a:pt x="1" y="6947"/>
                  </a:lnTo>
                  <a:lnTo>
                    <a:pt x="1641" y="13701"/>
                  </a:lnTo>
                  <a:lnTo>
                    <a:pt x="29426" y="6754"/>
                  </a:lnTo>
                  <a:lnTo>
                    <a:pt x="277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75" name="Google Shape;2175;p39"/>
            <p:cNvSpPr/>
            <p:nvPr/>
          </p:nvSpPr>
          <p:spPr>
            <a:xfrm>
              <a:off x="1424575" y="710850"/>
              <a:ext cx="706725" cy="574075"/>
            </a:xfrm>
            <a:custGeom>
              <a:avLst/>
              <a:gdLst/>
              <a:ahLst/>
              <a:cxnLst/>
              <a:rect l="l" t="t" r="r" b="b"/>
              <a:pathLst>
                <a:path w="28269" h="22963" extrusionOk="0">
                  <a:moveTo>
                    <a:pt x="3956" y="1"/>
                  </a:moveTo>
                  <a:lnTo>
                    <a:pt x="0" y="5596"/>
                  </a:lnTo>
                  <a:lnTo>
                    <a:pt x="24313" y="22962"/>
                  </a:lnTo>
                  <a:lnTo>
                    <a:pt x="28268" y="17367"/>
                  </a:lnTo>
                  <a:lnTo>
                    <a:pt x="395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76" name="Google Shape;2176;p39"/>
            <p:cNvSpPr/>
            <p:nvPr/>
          </p:nvSpPr>
          <p:spPr>
            <a:xfrm>
              <a:off x="2167450" y="238125"/>
              <a:ext cx="344925" cy="738075"/>
            </a:xfrm>
            <a:custGeom>
              <a:avLst/>
              <a:gdLst/>
              <a:ahLst/>
              <a:cxnLst/>
              <a:rect l="l" t="t" r="r" b="b"/>
              <a:pathLst>
                <a:path w="13797" h="29523" extrusionOk="0">
                  <a:moveTo>
                    <a:pt x="6754" y="0"/>
                  </a:moveTo>
                  <a:lnTo>
                    <a:pt x="1" y="1737"/>
                  </a:lnTo>
                  <a:lnTo>
                    <a:pt x="7140" y="29522"/>
                  </a:lnTo>
                  <a:lnTo>
                    <a:pt x="13797" y="27786"/>
                  </a:lnTo>
                  <a:lnTo>
                    <a:pt x="675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sp>
        <p:nvSpPr>
          <p:cNvPr id="2178" name="Google Shape;2178;p39"/>
          <p:cNvSpPr txBox="1">
            <a:spLocks noGrp="1"/>
          </p:cNvSpPr>
          <p:nvPr>
            <p:ph type="subTitle" idx="1"/>
          </p:nvPr>
        </p:nvSpPr>
        <p:spPr>
          <a:xfrm>
            <a:off x="1259078" y="1311233"/>
            <a:ext cx="6186114" cy="3030700"/>
          </a:xfrm>
          <a:prstGeom prst="rect">
            <a:avLst/>
          </a:prstGeom>
        </p:spPr>
        <p:txBody>
          <a:bodyPr spcFirstLastPara="1" wrap="square" lIns="91425" tIns="91425" rIns="91425" bIns="91425" anchor="t" anchorCtr="0">
            <a:noAutofit/>
          </a:bodyPr>
          <a:lstStyle/>
          <a:p>
            <a:pPr lvl="0" algn="l"/>
            <a:r>
              <a:rPr lang="vi-VN" sz="1600" b="1" dirty="0"/>
              <a:t>Hạn chế của phương pháp truyền thống:</a:t>
            </a:r>
            <a:r>
              <a:rPr lang="vi-VN" sz="1600" dirty="0"/>
              <a:t> Các thuật toán Semantic Segmentation thông thường đòi hỏi lượng lớn dữ liệu có nhãn đồng nhất.</a:t>
            </a:r>
            <a:endParaRPr lang="en-US" sz="1600" dirty="0"/>
          </a:p>
          <a:p>
            <a:pPr lvl="0" algn="l"/>
            <a:endParaRPr lang="en-US" sz="1600" dirty="0"/>
          </a:p>
          <a:p>
            <a:pPr lvl="0" algn="l"/>
            <a:r>
              <a:rPr lang="vi-VN" b="1" dirty="0"/>
              <a:t>Vấn đề Domain Shift:</a:t>
            </a:r>
            <a:r>
              <a:rPr lang="vi-VN" dirty="0"/>
              <a:t> Khi mô hình áp dụng sang một miền dữ liệu mới, độ chính xác thường bị sụt giảm nghiêm trọng.</a:t>
            </a:r>
            <a:endParaRPr lang="en-US" dirty="0"/>
          </a:p>
          <a:p>
            <a:pPr lvl="0" algn="l"/>
            <a:endParaRPr lang="en-US" dirty="0"/>
          </a:p>
          <a:p>
            <a:pPr lvl="0" algn="l"/>
            <a:r>
              <a:rPr lang="vi-VN" b="1" dirty="0"/>
              <a:t>Rào cản chia sẻ dữ liệu:</a:t>
            </a:r>
            <a:r>
              <a:rPr lang="vi-VN" dirty="0"/>
              <a:t> Việc huấn luyện mô hình quy mô lớn bị cản trở bởi yêu cầu bảo vệ quyền riêng tư (như đạo luật GDPR) giữa các đơn vị sở hữu dữ liệu đích.</a:t>
            </a:r>
            <a:endParaRPr lang="en-US" dirty="0"/>
          </a:p>
          <a:p>
            <a:pPr lvl="0" algn="l"/>
            <a:endParaRPr lang="en-US" dirty="0"/>
          </a:p>
          <a:p>
            <a:pPr lvl="0" algn="l"/>
            <a:r>
              <a:rPr lang="vi-VN" b="1" dirty="0"/>
              <a:t>Nguy cơ rò rỉ bản quyền:</a:t>
            </a:r>
            <a:r>
              <a:rPr lang="vi-VN" dirty="0"/>
              <a:t> Có nguy cơ rò rỉ dữ liệu nguồn từ phía các nhà phát triển mô hình.</a:t>
            </a:r>
            <a:endParaRPr dirty="0">
              <a:latin typeface="Barlow Semi Condensed"/>
              <a:ea typeface="Barlow Semi Condensed"/>
              <a:cs typeface="Barlow Semi Condensed"/>
              <a:sym typeface="Barlow Semi Condensed"/>
            </a:endParaRPr>
          </a:p>
        </p:txBody>
      </p:sp>
      <p:sp>
        <p:nvSpPr>
          <p:cNvPr id="2155" name="Google Shape;2155;p38"/>
          <p:cNvSpPr txBox="1">
            <a:spLocks noGrp="1"/>
          </p:cNvSpPr>
          <p:nvPr>
            <p:ph type="title"/>
          </p:nvPr>
        </p:nvSpPr>
        <p:spPr>
          <a:xfrm>
            <a:off x="2193925" y="406751"/>
            <a:ext cx="4756150" cy="804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4000" dirty="0"/>
              <a:t>01 Problem &amp; Solution</a:t>
            </a:r>
            <a:endParaRPr sz="40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82"/>
        <p:cNvGrpSpPr/>
        <p:nvPr/>
      </p:nvGrpSpPr>
      <p:grpSpPr>
        <a:xfrm>
          <a:off x="0" y="0"/>
          <a:ext cx="0" cy="0"/>
          <a:chOff x="0" y="0"/>
          <a:chExt cx="0" cy="0"/>
        </a:xfrm>
      </p:grpSpPr>
      <p:sp>
        <p:nvSpPr>
          <p:cNvPr id="2195" name="Google Shape;2195;p40"/>
          <p:cNvSpPr txBox="1">
            <a:spLocks noGrp="1"/>
          </p:cNvSpPr>
          <p:nvPr>
            <p:ph type="title"/>
          </p:nvPr>
        </p:nvSpPr>
        <p:spPr>
          <a:xfrm>
            <a:off x="1719072" y="338328"/>
            <a:ext cx="5577900" cy="1271058"/>
          </a:xfrm>
          <a:prstGeom prst="rect">
            <a:avLst/>
          </a:prstGeom>
        </p:spPr>
        <p:txBody>
          <a:bodyPr spcFirstLastPara="1" wrap="square" lIns="91425" tIns="91425" rIns="91425" bIns="91425" anchor="t" anchorCtr="0">
            <a:noAutofit/>
          </a:bodyPr>
          <a:lstStyle/>
          <a:p>
            <a:r>
              <a:rPr lang="en" dirty="0"/>
              <a:t>02</a:t>
            </a:r>
            <a:br>
              <a:rPr lang="en" dirty="0"/>
            </a:br>
            <a:r>
              <a:rPr lang="en-US" dirty="0"/>
              <a:t>Background Theory</a:t>
            </a:r>
            <a:br>
              <a:rPr lang="en-US" dirty="0"/>
            </a:br>
            <a:endParaRPr dirty="0"/>
          </a:p>
        </p:txBody>
      </p:sp>
      <p:sp>
        <p:nvSpPr>
          <p:cNvPr id="2196" name="Google Shape;2196;p40"/>
          <p:cNvSpPr txBox="1">
            <a:spLocks noGrp="1"/>
          </p:cNvSpPr>
          <p:nvPr>
            <p:ph type="subTitle" idx="1"/>
          </p:nvPr>
        </p:nvSpPr>
        <p:spPr>
          <a:xfrm>
            <a:off x="5230504" y="2396672"/>
            <a:ext cx="1764900" cy="329100"/>
          </a:xfrm>
          <a:prstGeom prst="rect">
            <a:avLst/>
          </a:prstGeom>
        </p:spPr>
        <p:txBody>
          <a:bodyPr spcFirstLastPara="1" wrap="square" lIns="91425" tIns="91425" rIns="91425" bIns="91425" anchor="t" anchorCtr="0">
            <a:noAutofit/>
          </a:bodyPr>
          <a:lstStyle/>
          <a:p>
            <a:pPr lvl="0"/>
            <a:r>
              <a:rPr lang="en-US" dirty="0"/>
              <a:t>TT-SFUDA</a:t>
            </a:r>
            <a:endParaRPr dirty="0"/>
          </a:p>
        </p:txBody>
      </p:sp>
      <p:sp>
        <p:nvSpPr>
          <p:cNvPr id="2197" name="Google Shape;2197;p40"/>
          <p:cNvSpPr txBox="1">
            <a:spLocks noGrp="1"/>
          </p:cNvSpPr>
          <p:nvPr>
            <p:ph type="subTitle" idx="2"/>
          </p:nvPr>
        </p:nvSpPr>
        <p:spPr>
          <a:xfrm>
            <a:off x="1551847" y="2407200"/>
            <a:ext cx="2474361" cy="329100"/>
          </a:xfrm>
          <a:prstGeom prst="rect">
            <a:avLst/>
          </a:prstGeom>
        </p:spPr>
        <p:txBody>
          <a:bodyPr spcFirstLastPara="1" wrap="square" lIns="91425" tIns="91425" rIns="91425" bIns="91425" anchor="t" anchorCtr="0">
            <a:noAutofit/>
          </a:bodyPr>
          <a:lstStyle/>
          <a:p>
            <a:pPr lvl="0"/>
            <a:r>
              <a:rPr lang="en-US" dirty="0"/>
              <a:t>Federated Learning - FL</a:t>
            </a:r>
            <a:endParaRPr dirty="0"/>
          </a:p>
        </p:txBody>
      </p:sp>
      <p:grpSp>
        <p:nvGrpSpPr>
          <p:cNvPr id="2206" name="Google Shape;2206;p40"/>
          <p:cNvGrpSpPr/>
          <p:nvPr/>
        </p:nvGrpSpPr>
        <p:grpSpPr>
          <a:xfrm>
            <a:off x="5917355" y="1966962"/>
            <a:ext cx="420796" cy="421770"/>
            <a:chOff x="-3137650" y="2408950"/>
            <a:chExt cx="291450" cy="292125"/>
          </a:xfrm>
        </p:grpSpPr>
        <p:sp>
          <p:nvSpPr>
            <p:cNvPr id="2207" name="Google Shape;2207;p40"/>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08" name="Google Shape;2208;p40"/>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09" name="Google Shape;2209;p40"/>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0" name="Google Shape;2210;p40"/>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1" name="Google Shape;2211;p40"/>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grpSp>
      <p:grpSp>
        <p:nvGrpSpPr>
          <p:cNvPr id="2212" name="Google Shape;2212;p40"/>
          <p:cNvGrpSpPr/>
          <p:nvPr/>
        </p:nvGrpSpPr>
        <p:grpSpPr>
          <a:xfrm>
            <a:off x="2578070" y="2015835"/>
            <a:ext cx="421914" cy="420759"/>
            <a:chOff x="-2571737" y="2403625"/>
            <a:chExt cx="292225" cy="291425"/>
          </a:xfrm>
        </p:grpSpPr>
        <p:sp>
          <p:nvSpPr>
            <p:cNvPr id="2213" name="Google Shape;2213;p40"/>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4" name="Google Shape;2214;p40"/>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5" name="Google Shape;2215;p40"/>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6" name="Google Shape;2216;p40"/>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7" name="Google Shape;2217;p40"/>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8" name="Google Shape;2218;p40"/>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sp>
          <p:nvSpPr>
            <p:cNvPr id="2219" name="Google Shape;2219;p40"/>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94949"/>
                </a:solidFill>
              </a:endParaR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240">
          <a:extLst>
            <a:ext uri="{FF2B5EF4-FFF2-40B4-BE49-F238E27FC236}">
              <a16:creationId xmlns:a16="http://schemas.microsoft.com/office/drawing/2014/main" id="{D283934E-5884-B515-9D7C-16584B55D63B}"/>
            </a:ext>
          </a:extLst>
        </p:cNvPr>
        <p:cNvGrpSpPr/>
        <p:nvPr/>
      </p:nvGrpSpPr>
      <p:grpSpPr>
        <a:xfrm>
          <a:off x="0" y="0"/>
          <a:ext cx="0" cy="0"/>
          <a:chOff x="0" y="0"/>
          <a:chExt cx="0" cy="0"/>
        </a:xfrm>
      </p:grpSpPr>
      <p:sp>
        <p:nvSpPr>
          <p:cNvPr id="2241" name="Google Shape;2241;p42">
            <a:extLst>
              <a:ext uri="{FF2B5EF4-FFF2-40B4-BE49-F238E27FC236}">
                <a16:creationId xmlns:a16="http://schemas.microsoft.com/office/drawing/2014/main" id="{3D49725F-3D8D-2AF5-14CB-53D90EA4ED10}"/>
              </a:ext>
            </a:extLst>
          </p:cNvPr>
          <p:cNvSpPr txBox="1">
            <a:spLocks noGrp="1"/>
          </p:cNvSpPr>
          <p:nvPr>
            <p:ph type="title"/>
          </p:nvPr>
        </p:nvSpPr>
        <p:spPr>
          <a:xfrm>
            <a:off x="3087807" y="136395"/>
            <a:ext cx="2968386" cy="62855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TT-SFUDA</a:t>
            </a:r>
            <a:endParaRPr dirty="0"/>
          </a:p>
        </p:txBody>
      </p:sp>
      <p:sp>
        <p:nvSpPr>
          <p:cNvPr id="3" name="TextBox 2">
            <a:extLst>
              <a:ext uri="{FF2B5EF4-FFF2-40B4-BE49-F238E27FC236}">
                <a16:creationId xmlns:a16="http://schemas.microsoft.com/office/drawing/2014/main" id="{173DEE92-2E40-BCFA-EF65-74A22BAFA6C6}"/>
              </a:ext>
            </a:extLst>
          </p:cNvPr>
          <p:cNvSpPr txBox="1"/>
          <p:nvPr/>
        </p:nvSpPr>
        <p:spPr>
          <a:xfrm>
            <a:off x="2827619" y="764949"/>
            <a:ext cx="4572000" cy="307777"/>
          </a:xfrm>
          <a:prstGeom prst="rect">
            <a:avLst/>
          </a:prstGeom>
          <a:noFill/>
        </p:spPr>
        <p:txBody>
          <a:bodyPr wrap="square">
            <a:spAutoFit/>
          </a:bodyPr>
          <a:lstStyle/>
          <a:p>
            <a:r>
              <a:rPr lang="vi-VN" b="1" dirty="0"/>
              <a:t>Giai đoạn 1 (Target-specific Adaptation)</a:t>
            </a:r>
            <a:endParaRPr lang="en-US" dirty="0"/>
          </a:p>
        </p:txBody>
      </p:sp>
      <p:sp>
        <p:nvSpPr>
          <p:cNvPr id="2" name="Rectangle 1">
            <a:extLst>
              <a:ext uri="{FF2B5EF4-FFF2-40B4-BE49-F238E27FC236}">
                <a16:creationId xmlns:a16="http://schemas.microsoft.com/office/drawing/2014/main" id="{AFEC5231-E424-A9FB-0540-D722D9AB54C6}"/>
              </a:ext>
            </a:extLst>
          </p:cNvPr>
          <p:cNvSpPr>
            <a:spLocks noChangeArrowheads="1"/>
          </p:cNvSpPr>
          <p:nvPr/>
        </p:nvSpPr>
        <p:spPr bwMode="auto">
          <a:xfrm>
            <a:off x="1353670" y="1222980"/>
            <a:ext cx="6436660"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Arial" panose="020B0604020202020204" pitchFamily="34" charset="0"/>
              </a:rPr>
              <a:t>Module Data Augmenter (</a:t>
            </a:r>
            <a:r>
              <a:rPr kumimoji="0" lang="en-US" altLang="en-US" sz="1600" b="1" i="0" u="none" strike="noStrike" cap="none" normalizeH="0" baseline="0" dirty="0" err="1">
                <a:ln>
                  <a:noFill/>
                </a:ln>
                <a:solidFill>
                  <a:schemeClr val="tx1"/>
                </a:solidFill>
                <a:effectLst/>
                <a:latin typeface="Arial" panose="020B0604020202020204" pitchFamily="34" charset="0"/>
              </a:rPr>
              <a:t>Bộ</a:t>
            </a:r>
            <a:r>
              <a:rPr kumimoji="0" lang="en-US" altLang="en-US" sz="1600" b="1"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err="1">
                <a:ln>
                  <a:noFill/>
                </a:ln>
                <a:solidFill>
                  <a:schemeClr val="tx1"/>
                </a:solidFill>
                <a:effectLst/>
                <a:latin typeface="Arial" panose="020B0604020202020204" pitchFamily="34" charset="0"/>
              </a:rPr>
              <a:t>tăng</a:t>
            </a:r>
            <a:r>
              <a:rPr kumimoji="0" lang="en-US" altLang="en-US" sz="1600" b="1"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err="1">
                <a:ln>
                  <a:noFill/>
                </a:ln>
                <a:solidFill>
                  <a:schemeClr val="tx1"/>
                </a:solidFill>
                <a:effectLst/>
                <a:latin typeface="Arial" panose="020B0604020202020204" pitchFamily="34" charset="0"/>
              </a:rPr>
              <a:t>cường</a:t>
            </a:r>
            <a:r>
              <a:rPr kumimoji="0" lang="en-US" altLang="en-US" sz="1600" b="1"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err="1">
                <a:ln>
                  <a:noFill/>
                </a:ln>
                <a:solidFill>
                  <a:schemeClr val="tx1"/>
                </a:solidFill>
                <a:effectLst/>
                <a:latin typeface="Arial" panose="020B0604020202020204" pitchFamily="34" charset="0"/>
              </a:rPr>
              <a:t>dữ</a:t>
            </a:r>
            <a:r>
              <a:rPr kumimoji="0" lang="en-US" altLang="en-US" sz="1600" b="1"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err="1">
                <a:ln>
                  <a:noFill/>
                </a:ln>
                <a:solidFill>
                  <a:schemeClr val="tx1"/>
                </a:solidFill>
                <a:effectLst/>
                <a:latin typeface="Arial" panose="020B0604020202020204" pitchFamily="34" charset="0"/>
              </a:rPr>
              <a:t>liệu</a:t>
            </a:r>
            <a:r>
              <a:rPr kumimoji="0" lang="en-US" altLang="en-US" sz="1600" b="1" i="0" u="none" strike="noStrike" cap="none" normalizeH="0" baseline="0" dirty="0">
                <a:ln>
                  <a:noFill/>
                </a:ln>
                <a:solidFill>
                  <a:schemeClr val="tx1"/>
                </a:solidFill>
                <a:effectLst/>
                <a:latin typeface="Arial" panose="020B0604020202020204" pitchFamily="34" charset="0"/>
              </a:rPr>
              <a:t>):</a:t>
            </a: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a:ln>
                  <a:noFill/>
                </a:ln>
                <a:solidFill>
                  <a:schemeClr val="tx1"/>
                </a:solidFill>
                <a:effectLst/>
                <a:latin typeface="Arial" panose="020B0604020202020204" pitchFamily="34" charset="0"/>
              </a:rPr>
              <a:t> Input:</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Ảnh</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gốc</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từ</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tập</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dữ</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liệu</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đích</a:t>
            </a:r>
            <a:r>
              <a:rPr kumimoji="0" lang="en-US" altLang="en-US" sz="1600" b="0" i="0" u="none" strike="noStrike" cap="none" normalizeH="0" baseline="0" dirty="0">
                <a:ln>
                  <a:noFill/>
                </a:ln>
                <a:solidFill>
                  <a:schemeClr val="tx1"/>
                </a:solidFill>
                <a:effectLst/>
                <a:latin typeface="Arial" panose="020B0604020202020204" pitchFamily="34" charset="0"/>
              </a:rPr>
              <a:t> (Target Domain).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a:ln>
                  <a:noFill/>
                </a:ln>
                <a:solidFill>
                  <a:schemeClr val="tx1"/>
                </a:solidFill>
                <a:effectLst/>
                <a:latin typeface="Arial" panose="020B0604020202020204" pitchFamily="34" charset="0"/>
              </a:rPr>
              <a:t> </a:t>
            </a:r>
            <a:r>
              <a:rPr kumimoji="0" lang="en-US" altLang="en-US" sz="1600" b="0" i="1" u="none" strike="noStrike" cap="none" normalizeH="0" baseline="0" dirty="0" err="1">
                <a:ln>
                  <a:noFill/>
                </a:ln>
                <a:solidFill>
                  <a:schemeClr val="tx1"/>
                </a:solidFill>
                <a:effectLst/>
                <a:latin typeface="Arial" panose="020B0604020202020204" pitchFamily="34" charset="0"/>
              </a:rPr>
              <a:t>Nhiệm</a:t>
            </a:r>
            <a:r>
              <a:rPr kumimoji="0" lang="en-US" altLang="en-US" sz="1600" b="0" i="1" u="none" strike="noStrike" cap="none" normalizeH="0" baseline="0" dirty="0">
                <a:ln>
                  <a:noFill/>
                </a:ln>
                <a:solidFill>
                  <a:schemeClr val="tx1"/>
                </a:solidFill>
                <a:effectLst/>
                <a:latin typeface="Arial" panose="020B0604020202020204" pitchFamily="34" charset="0"/>
              </a:rPr>
              <a:t> </a:t>
            </a:r>
            <a:r>
              <a:rPr kumimoji="0" lang="en-US" altLang="en-US" sz="1600" b="0" i="1" u="none" strike="noStrike" cap="none" normalizeH="0" baseline="0" dirty="0" err="1">
                <a:ln>
                  <a:noFill/>
                </a:ln>
                <a:solidFill>
                  <a:schemeClr val="tx1"/>
                </a:solidFill>
                <a:effectLst/>
                <a:latin typeface="Arial" panose="020B0604020202020204" pitchFamily="34" charset="0"/>
              </a:rPr>
              <a:t>vụ</a:t>
            </a:r>
            <a:r>
              <a:rPr kumimoji="0" lang="en-US" altLang="en-US" sz="1600" b="0" i="1" u="none" strike="noStrike" cap="none" normalizeH="0" baseline="0" dirty="0">
                <a:ln>
                  <a:noFill/>
                </a:ln>
                <a:solidFill>
                  <a:schemeClr val="tx1"/>
                </a:solidFill>
                <a:effectLst/>
                <a:latin typeface="Arial" panose="020B0604020202020204" pitchFamily="34" charset="0"/>
              </a:rPr>
              <a:t>:</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Áp</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dụng</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các</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phép</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biến</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đổi</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màu</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sắc</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độ</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sáng</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để</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tạo</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ra</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nhiều</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phiên</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bản</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của</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cùng</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một</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bức</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ảnh</a:t>
            </a:r>
            <a:r>
              <a:rPr kumimoji="0" lang="en-US" altLang="en-US" sz="16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a:ln>
                  <a:noFill/>
                </a:ln>
                <a:solidFill>
                  <a:schemeClr val="tx1"/>
                </a:solidFill>
                <a:effectLst/>
                <a:latin typeface="Arial" panose="020B0604020202020204" pitchFamily="34" charset="0"/>
              </a:rPr>
              <a:t> Output:</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Một</a:t>
            </a:r>
            <a:r>
              <a:rPr kumimoji="0" lang="en-US" altLang="en-US" sz="1600" b="0" i="0" u="none" strike="noStrike" cap="none" normalizeH="0" baseline="0" dirty="0">
                <a:ln>
                  <a:noFill/>
                </a:ln>
                <a:solidFill>
                  <a:schemeClr val="tx1"/>
                </a:solidFill>
                <a:effectLst/>
                <a:latin typeface="Arial" panose="020B0604020202020204" pitchFamily="34" charset="0"/>
              </a:rPr>
              <a:t> batch </a:t>
            </a:r>
            <a:r>
              <a:rPr kumimoji="0" lang="en-US" altLang="en-US" sz="1600" b="0" i="0" u="none" strike="noStrike" cap="none" normalizeH="0" baseline="0" dirty="0" err="1">
                <a:ln>
                  <a:noFill/>
                </a:ln>
                <a:solidFill>
                  <a:schemeClr val="tx1"/>
                </a:solidFill>
                <a:effectLst/>
                <a:latin typeface="Arial" panose="020B0604020202020204" pitchFamily="34" charset="0"/>
              </a:rPr>
              <a:t>các</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ảnh</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đã</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được</a:t>
            </a:r>
            <a:r>
              <a:rPr kumimoji="0" lang="en-US" altLang="en-US" sz="1600" b="0" i="0" u="none" strike="noStrike" cap="none" normalizeH="0" baseline="0" dirty="0">
                <a:ln>
                  <a:noFill/>
                </a:ln>
                <a:solidFill>
                  <a:schemeClr val="tx1"/>
                </a:solidFill>
                <a:effectLst/>
                <a:latin typeface="Arial" panose="020B0604020202020204" pitchFamily="34" charset="0"/>
              </a:rPr>
              <a:t> augment.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p:txBody>
      </p:sp>
      <p:sp>
        <p:nvSpPr>
          <p:cNvPr id="5" name="Rectangle 2">
            <a:extLst>
              <a:ext uri="{FF2B5EF4-FFF2-40B4-BE49-F238E27FC236}">
                <a16:creationId xmlns:a16="http://schemas.microsoft.com/office/drawing/2014/main" id="{16ADBB30-2DAD-7B4E-27C9-1DAA70075ECD}"/>
              </a:ext>
            </a:extLst>
          </p:cNvPr>
          <p:cNvSpPr>
            <a:spLocks noChangeArrowheads="1"/>
          </p:cNvSpPr>
          <p:nvPr/>
        </p:nvSpPr>
        <p:spPr bwMode="auto">
          <a:xfrm>
            <a:off x="1353670" y="2821891"/>
            <a:ext cx="6903999" cy="20621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Arial" panose="020B0604020202020204" pitchFamily="34" charset="0"/>
              </a:rPr>
              <a:t>Module Selective Voting (</a:t>
            </a:r>
            <a:r>
              <a:rPr kumimoji="0" lang="en-US" altLang="en-US" sz="1600" b="1" i="0" u="none" strike="noStrike" cap="none" normalizeH="0" baseline="0" dirty="0" err="1">
                <a:ln>
                  <a:noFill/>
                </a:ln>
                <a:solidFill>
                  <a:schemeClr val="tx1"/>
                </a:solidFill>
                <a:effectLst/>
                <a:latin typeface="Arial" panose="020B0604020202020204" pitchFamily="34" charset="0"/>
              </a:rPr>
              <a:t>Bầu</a:t>
            </a:r>
            <a:r>
              <a:rPr kumimoji="0" lang="en-US" altLang="en-US" sz="1600" b="1"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err="1">
                <a:ln>
                  <a:noFill/>
                </a:ln>
                <a:solidFill>
                  <a:schemeClr val="tx1"/>
                </a:solidFill>
                <a:effectLst/>
                <a:latin typeface="Arial" panose="020B0604020202020204" pitchFamily="34" charset="0"/>
              </a:rPr>
              <a:t>chọn</a:t>
            </a:r>
            <a:r>
              <a:rPr kumimoji="0" lang="en-US" altLang="en-US" sz="1600" b="1"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err="1">
                <a:ln>
                  <a:noFill/>
                </a:ln>
                <a:solidFill>
                  <a:schemeClr val="tx1"/>
                </a:solidFill>
                <a:effectLst/>
                <a:latin typeface="Arial" panose="020B0604020202020204" pitchFamily="34" charset="0"/>
              </a:rPr>
              <a:t>có</a:t>
            </a:r>
            <a:r>
              <a:rPr kumimoji="0" lang="en-US" altLang="en-US" sz="1600" b="1"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err="1">
                <a:ln>
                  <a:noFill/>
                </a:ln>
                <a:solidFill>
                  <a:schemeClr val="tx1"/>
                </a:solidFill>
                <a:effectLst/>
                <a:latin typeface="Arial" panose="020B0604020202020204" pitchFamily="34" charset="0"/>
              </a:rPr>
              <a:t>chọn</a:t>
            </a:r>
            <a:r>
              <a:rPr kumimoji="0" lang="en-US" altLang="en-US" sz="1600" b="1"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err="1">
                <a:ln>
                  <a:noFill/>
                </a:ln>
                <a:solidFill>
                  <a:schemeClr val="tx1"/>
                </a:solidFill>
                <a:effectLst/>
                <a:latin typeface="Arial" panose="020B0604020202020204" pitchFamily="34" charset="0"/>
              </a:rPr>
              <a:t>lọc</a:t>
            </a:r>
            <a:r>
              <a:rPr kumimoji="0" lang="en-US" altLang="en-US" sz="1600" b="1" i="0" u="none" strike="noStrike" cap="none" normalizeH="0" baseline="0" dirty="0">
                <a:ln>
                  <a:noFill/>
                </a:ln>
                <a:solidFill>
                  <a:schemeClr val="tx1"/>
                </a:solidFill>
                <a:effectLst/>
                <a:latin typeface="Arial" panose="020B0604020202020204" pitchFamily="34" charset="0"/>
              </a:rPr>
              <a:t>):</a:t>
            </a: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a:ln>
                  <a:noFill/>
                </a:ln>
                <a:solidFill>
                  <a:schemeClr val="tx1"/>
                </a:solidFill>
                <a:effectLst/>
                <a:latin typeface="Arial" panose="020B0604020202020204" pitchFamily="34" charset="0"/>
              </a:rPr>
              <a:t> Input:</a:t>
            </a:r>
            <a:r>
              <a:rPr kumimoji="0" lang="en-US" altLang="en-US" sz="1600" b="0" i="0" u="none" strike="noStrike" cap="none" normalizeH="0" baseline="0" dirty="0">
                <a:ln>
                  <a:noFill/>
                </a:ln>
                <a:solidFill>
                  <a:schemeClr val="tx1"/>
                </a:solidFill>
                <a:effectLst/>
                <a:latin typeface="Arial" panose="020B0604020202020204" pitchFamily="34" charset="0"/>
              </a:rPr>
              <a:t> Pseudo label </a:t>
            </a:r>
            <a:r>
              <a:rPr kumimoji="0" lang="en-US" altLang="en-US" sz="1600" b="0" i="0" u="none" strike="noStrike" cap="none" normalizeH="0" baseline="0" dirty="0" err="1">
                <a:ln>
                  <a:noFill/>
                </a:ln>
                <a:solidFill>
                  <a:schemeClr val="tx1"/>
                </a:solidFill>
                <a:effectLst/>
                <a:latin typeface="Arial" panose="020B0604020202020204" pitchFamily="34" charset="0"/>
              </a:rPr>
              <a:t>và</a:t>
            </a:r>
            <a:r>
              <a:rPr kumimoji="0" lang="en-US" altLang="en-US" sz="1600" b="0" i="0" u="none" strike="noStrike" cap="none" normalizeH="0" baseline="0" dirty="0">
                <a:ln>
                  <a:noFill/>
                </a:ln>
                <a:solidFill>
                  <a:schemeClr val="tx1"/>
                </a:solidFill>
                <a:effectLst/>
                <a:latin typeface="Arial" panose="020B0604020202020204" pitchFamily="34" charset="0"/>
              </a:rPr>
              <a:t> Entropy map.</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a:ln>
                  <a:noFill/>
                </a:ln>
                <a:solidFill>
                  <a:schemeClr val="tx1"/>
                </a:solidFill>
                <a:effectLst/>
                <a:latin typeface="Arial" panose="020B0604020202020204" pitchFamily="34" charset="0"/>
              </a:rPr>
              <a:t> </a:t>
            </a:r>
            <a:r>
              <a:rPr kumimoji="0" lang="en-US" altLang="en-US" sz="1600" b="0" i="1" u="none" strike="noStrike" cap="none" normalizeH="0" baseline="0" dirty="0" err="1">
                <a:ln>
                  <a:noFill/>
                </a:ln>
                <a:solidFill>
                  <a:schemeClr val="tx1"/>
                </a:solidFill>
                <a:effectLst/>
                <a:latin typeface="Arial" panose="020B0604020202020204" pitchFamily="34" charset="0"/>
              </a:rPr>
              <a:t>Nhiệm</a:t>
            </a:r>
            <a:r>
              <a:rPr kumimoji="0" lang="en-US" altLang="en-US" sz="1600" b="0" i="1" u="none" strike="noStrike" cap="none" normalizeH="0" baseline="0" dirty="0">
                <a:ln>
                  <a:noFill/>
                </a:ln>
                <a:solidFill>
                  <a:schemeClr val="tx1"/>
                </a:solidFill>
                <a:effectLst/>
                <a:latin typeface="Arial" panose="020B0604020202020204" pitchFamily="34" charset="0"/>
              </a:rPr>
              <a:t> </a:t>
            </a:r>
            <a:r>
              <a:rPr kumimoji="0" lang="en-US" altLang="en-US" sz="1600" b="0" i="1" u="none" strike="noStrike" cap="none" normalizeH="0" baseline="0" dirty="0" err="1">
                <a:ln>
                  <a:noFill/>
                </a:ln>
                <a:solidFill>
                  <a:schemeClr val="tx1"/>
                </a:solidFill>
                <a:effectLst/>
                <a:latin typeface="Arial" panose="020B0604020202020204" pitchFamily="34" charset="0"/>
              </a:rPr>
              <a:t>vụ</a:t>
            </a:r>
            <a:r>
              <a:rPr kumimoji="0" lang="en-US" altLang="en-US" sz="1600" b="0" i="1" u="none" strike="noStrike" cap="none" normalizeH="0" baseline="0" dirty="0">
                <a:ln>
                  <a:noFill/>
                </a:ln>
                <a:solidFill>
                  <a:schemeClr val="tx1"/>
                </a:solidFill>
                <a:effectLst/>
                <a:latin typeface="Arial" panose="020B0604020202020204" pitchFamily="34" charset="0"/>
              </a:rPr>
              <a:t>:</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Đóng</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vai</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trò</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như</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một</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bộ</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lọc</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nhiễu</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Nó</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tìm</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các</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vùng</a:t>
            </a:r>
            <a:r>
              <a:rPr kumimoji="0" lang="en-US" altLang="en-US" sz="1600" b="0" i="0" u="none" strike="noStrike" cap="none" normalizeH="0" baseline="0" dirty="0">
                <a:ln>
                  <a:noFill/>
                </a:ln>
                <a:solidFill>
                  <a:schemeClr val="tx1"/>
                </a:solidFill>
                <a:effectLst/>
                <a:latin typeface="Arial" panose="020B0604020202020204" pitchFamily="34" charset="0"/>
              </a:rPr>
              <a:t> pixel </a:t>
            </a:r>
            <a:r>
              <a:rPr kumimoji="0" lang="en-US" altLang="en-US" sz="1600" b="0" i="0" u="none" strike="noStrike" cap="none" normalizeH="0" baseline="0" dirty="0" err="1">
                <a:ln>
                  <a:noFill/>
                </a:ln>
                <a:solidFill>
                  <a:schemeClr val="tx1"/>
                </a:solidFill>
                <a:effectLst/>
                <a:latin typeface="Arial" panose="020B0604020202020204" pitchFamily="34" charset="0"/>
              </a:rPr>
              <a:t>mà</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mô</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hình</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có</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độ</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tự</a:t>
            </a:r>
            <a:r>
              <a:rPr kumimoji="0" lang="en-US" altLang="en-US" sz="1600" b="0" i="0" u="none" strike="noStrike" cap="none" normalizeH="0" baseline="0" dirty="0">
                <a:ln>
                  <a:noFill/>
                </a:ln>
                <a:solidFill>
                  <a:schemeClr val="tx1"/>
                </a:solidFill>
                <a:effectLst/>
                <a:latin typeface="Arial" panose="020B0604020202020204" pitchFamily="34" charset="0"/>
              </a:rPr>
              <a:t> tin </a:t>
            </a:r>
            <a:r>
              <a:rPr kumimoji="0" lang="en-US" altLang="en-US" sz="1600" b="0" i="0" u="none" strike="noStrike" cap="none" normalizeH="0" baseline="0" dirty="0" err="1">
                <a:ln>
                  <a:noFill/>
                </a:ln>
                <a:solidFill>
                  <a:schemeClr val="tx1"/>
                </a:solidFill>
                <a:effectLst/>
                <a:latin typeface="Arial" panose="020B0604020202020204" pitchFamily="34" charset="0"/>
              </a:rPr>
              <a:t>cao</a:t>
            </a:r>
            <a:r>
              <a:rPr kumimoji="0" lang="en-US" altLang="en-US" sz="1600" b="0" i="0" u="none" strike="noStrike" cap="none" normalizeH="0" baseline="0" dirty="0">
                <a:ln>
                  <a:noFill/>
                </a:ln>
                <a:solidFill>
                  <a:schemeClr val="tx1"/>
                </a:solidFill>
                <a:effectLst/>
                <a:latin typeface="Arial" panose="020B0604020202020204" pitchFamily="34" charset="0"/>
              </a:rPr>
              <a:t> (Entropy </a:t>
            </a:r>
            <a:r>
              <a:rPr kumimoji="0" lang="en-US" altLang="en-US" sz="1600" b="0" i="0" u="none" strike="noStrike" cap="none" normalizeH="0" baseline="0" dirty="0" err="1">
                <a:ln>
                  <a:noFill/>
                </a:ln>
                <a:solidFill>
                  <a:schemeClr val="tx1"/>
                </a:solidFill>
                <a:effectLst/>
                <a:latin typeface="Arial" panose="020B0604020202020204" pitchFamily="34" charset="0"/>
              </a:rPr>
              <a:t>thấp</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và</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loại</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bỏ</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các</a:t>
            </a:r>
            <a:r>
              <a:rPr kumimoji="0" lang="en-US" altLang="en-US" sz="1600" b="0" i="0" u="none" strike="noStrike" cap="none" normalizeH="0" baseline="0" dirty="0">
                <a:ln>
                  <a:noFill/>
                </a:ln>
                <a:solidFill>
                  <a:schemeClr val="tx1"/>
                </a:solidFill>
                <a:effectLst/>
                <a:latin typeface="Arial" panose="020B0604020202020204" pitchFamily="34" charset="0"/>
              </a:rPr>
              <a:t> pixel </a:t>
            </a:r>
            <a:r>
              <a:rPr kumimoji="0" lang="en-US" altLang="en-US" sz="1600" b="0" i="0" u="none" strike="noStrike" cap="none" normalizeH="0" baseline="0" dirty="0" err="1">
                <a:ln>
                  <a:noFill/>
                </a:ln>
                <a:solidFill>
                  <a:schemeClr val="tx1"/>
                </a:solidFill>
                <a:effectLst/>
                <a:latin typeface="Arial" panose="020B0604020202020204" pitchFamily="34" charset="0"/>
              </a:rPr>
              <a:t>mập</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mờ</a:t>
            </a:r>
            <a:r>
              <a:rPr kumimoji="0" lang="en-US" altLang="en-US" sz="1600" b="0" i="0" u="none" strike="noStrike" cap="none" normalizeH="0" baseline="0" dirty="0">
                <a:ln>
                  <a:noFill/>
                </a:ln>
                <a:solidFill>
                  <a:schemeClr val="tx1"/>
                </a:solidFill>
                <a:effectLst/>
                <a:latin typeface="Arial" panose="020B0604020202020204" pitchFamily="34" charset="0"/>
              </a:rPr>
              <a:t> ở </a:t>
            </a:r>
            <a:r>
              <a:rPr kumimoji="0" lang="en-US" altLang="en-US" sz="1600" b="0" i="0" u="none" strike="noStrike" cap="none" normalizeH="0" baseline="0" dirty="0" err="1">
                <a:ln>
                  <a:noFill/>
                </a:ln>
                <a:solidFill>
                  <a:schemeClr val="tx1"/>
                </a:solidFill>
                <a:effectLst/>
                <a:latin typeface="Arial" panose="020B0604020202020204" pitchFamily="34" charset="0"/>
              </a:rPr>
              <a:t>vùng</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biên</a:t>
            </a:r>
            <a:r>
              <a:rPr kumimoji="0" lang="en-US" altLang="en-US" sz="16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a:ln>
                  <a:noFill/>
                </a:ln>
                <a:solidFill>
                  <a:schemeClr val="tx1"/>
                </a:solidFill>
                <a:effectLst/>
                <a:latin typeface="Arial" panose="020B0604020202020204" pitchFamily="34" charset="0"/>
              </a:rPr>
              <a:t> Output:</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a:ln>
                  <a:noFill/>
                </a:ln>
                <a:solidFill>
                  <a:schemeClr val="tx1"/>
                </a:solidFill>
                <a:effectLst/>
                <a:latin typeface="Arial" panose="020B0604020202020204" pitchFamily="34" charset="0"/>
              </a:rPr>
              <a:t>Enhanced Pseudo GT</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Nhãn</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giả</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đã</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được</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tinh</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lọc</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chất</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lượng</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cao</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0" i="0" u="none" strike="noStrike" cap="none" normalizeH="0" baseline="0" dirty="0" err="1">
                <a:ln>
                  <a:noFill/>
                </a:ln>
                <a:solidFill>
                  <a:schemeClr val="tx1"/>
                </a:solidFill>
                <a:effectLst/>
                <a:latin typeface="Arial" panose="020B0604020202020204" pitchFamily="34" charset="0"/>
              </a:rPr>
              <a:t>hơn</a:t>
            </a:r>
            <a:r>
              <a:rPr kumimoji="0" lang="en-US" altLang="en-US" sz="16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6204427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40">
          <a:extLst>
            <a:ext uri="{FF2B5EF4-FFF2-40B4-BE49-F238E27FC236}">
              <a16:creationId xmlns:a16="http://schemas.microsoft.com/office/drawing/2014/main" id="{26EEC969-9813-1323-4276-BAF31896DE32}"/>
            </a:ext>
          </a:extLst>
        </p:cNvPr>
        <p:cNvGrpSpPr/>
        <p:nvPr/>
      </p:nvGrpSpPr>
      <p:grpSpPr>
        <a:xfrm>
          <a:off x="0" y="0"/>
          <a:ext cx="0" cy="0"/>
          <a:chOff x="0" y="0"/>
          <a:chExt cx="0" cy="0"/>
        </a:xfrm>
      </p:grpSpPr>
      <p:sp>
        <p:nvSpPr>
          <p:cNvPr id="2241" name="Google Shape;2241;p42">
            <a:extLst>
              <a:ext uri="{FF2B5EF4-FFF2-40B4-BE49-F238E27FC236}">
                <a16:creationId xmlns:a16="http://schemas.microsoft.com/office/drawing/2014/main" id="{643312DB-3802-BB17-1F0C-69E83F3C32DF}"/>
              </a:ext>
            </a:extLst>
          </p:cNvPr>
          <p:cNvSpPr txBox="1">
            <a:spLocks noGrp="1"/>
          </p:cNvSpPr>
          <p:nvPr>
            <p:ph type="title"/>
          </p:nvPr>
        </p:nvSpPr>
        <p:spPr>
          <a:xfrm>
            <a:off x="3087807" y="136395"/>
            <a:ext cx="2968386" cy="62855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TT-SFUDA</a:t>
            </a:r>
            <a:endParaRPr dirty="0"/>
          </a:p>
        </p:txBody>
      </p:sp>
      <p:sp>
        <p:nvSpPr>
          <p:cNvPr id="3" name="TextBox 2">
            <a:extLst>
              <a:ext uri="{FF2B5EF4-FFF2-40B4-BE49-F238E27FC236}">
                <a16:creationId xmlns:a16="http://schemas.microsoft.com/office/drawing/2014/main" id="{7496626F-6E42-7DFD-A819-B0E483165EA5}"/>
              </a:ext>
            </a:extLst>
          </p:cNvPr>
          <p:cNvSpPr txBox="1"/>
          <p:nvPr/>
        </p:nvSpPr>
        <p:spPr>
          <a:xfrm>
            <a:off x="2827619" y="764949"/>
            <a:ext cx="4572000" cy="307777"/>
          </a:xfrm>
          <a:prstGeom prst="rect">
            <a:avLst/>
          </a:prstGeom>
          <a:noFill/>
        </p:spPr>
        <p:txBody>
          <a:bodyPr wrap="square">
            <a:spAutoFit/>
          </a:bodyPr>
          <a:lstStyle/>
          <a:p>
            <a:r>
              <a:rPr lang="vi-VN" b="1" dirty="0"/>
              <a:t>Giai đoạn 1 (Target-specific Adaptation)</a:t>
            </a:r>
            <a:endParaRPr lang="en-US" dirty="0"/>
          </a:p>
        </p:txBody>
      </p:sp>
      <p:sp>
        <p:nvSpPr>
          <p:cNvPr id="4" name="Rectangle 1">
            <a:extLst>
              <a:ext uri="{FF2B5EF4-FFF2-40B4-BE49-F238E27FC236}">
                <a16:creationId xmlns:a16="http://schemas.microsoft.com/office/drawing/2014/main" id="{11E143F6-F179-E026-BA24-F872289A1394}"/>
              </a:ext>
            </a:extLst>
          </p:cNvPr>
          <p:cNvSpPr>
            <a:spLocks noChangeArrowheads="1"/>
          </p:cNvSpPr>
          <p:nvPr/>
        </p:nvSpPr>
        <p:spPr bwMode="auto">
          <a:xfrm>
            <a:off x="1151964" y="2004758"/>
            <a:ext cx="6840071" cy="17697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mj-lt"/>
              </a:rPr>
              <a:t>Module Target Model (</a:t>
            </a:r>
            <a:r>
              <a:rPr kumimoji="0" lang="en-US" altLang="en-US" sz="1600" b="1" i="0" u="none" strike="noStrike" cap="none" normalizeH="0" baseline="0" dirty="0" err="1">
                <a:ln>
                  <a:noFill/>
                </a:ln>
                <a:solidFill>
                  <a:schemeClr val="tx1"/>
                </a:solidFill>
                <a:effectLst/>
                <a:latin typeface="+mj-lt"/>
              </a:rPr>
              <a:t>Mô</a:t>
            </a:r>
            <a:r>
              <a:rPr kumimoji="0" lang="en-US" altLang="en-US" sz="1600" b="1" i="0" u="none" strike="noStrike" cap="none" normalizeH="0" baseline="0" dirty="0">
                <a:ln>
                  <a:noFill/>
                </a:ln>
                <a:solidFill>
                  <a:schemeClr val="tx1"/>
                </a:solidFill>
                <a:effectLst/>
                <a:latin typeface="+mj-lt"/>
              </a:rPr>
              <a:t> </a:t>
            </a:r>
            <a:r>
              <a:rPr kumimoji="0" lang="en-US" altLang="en-US" sz="1600" b="1" i="0" u="none" strike="noStrike" cap="none" normalizeH="0" baseline="0" dirty="0" err="1">
                <a:ln>
                  <a:noFill/>
                </a:ln>
                <a:solidFill>
                  <a:schemeClr val="tx1"/>
                </a:solidFill>
                <a:effectLst/>
                <a:latin typeface="+mj-lt"/>
              </a:rPr>
              <a:t>hình</a:t>
            </a:r>
            <a:r>
              <a:rPr kumimoji="0" lang="en-US" altLang="en-US" sz="1600" b="1" i="0" u="none" strike="noStrike" cap="none" normalizeH="0" baseline="0" dirty="0">
                <a:ln>
                  <a:noFill/>
                </a:ln>
                <a:solidFill>
                  <a:schemeClr val="tx1"/>
                </a:solidFill>
                <a:effectLst/>
                <a:latin typeface="+mj-lt"/>
              </a:rPr>
              <a:t> </a:t>
            </a:r>
            <a:r>
              <a:rPr kumimoji="0" lang="en-US" altLang="en-US" sz="1600" b="1" i="0" u="none" strike="noStrike" cap="none" normalizeH="0" baseline="0" dirty="0" err="1">
                <a:ln>
                  <a:noFill/>
                </a:ln>
                <a:solidFill>
                  <a:schemeClr val="tx1"/>
                </a:solidFill>
                <a:effectLst/>
                <a:latin typeface="+mj-lt"/>
              </a:rPr>
              <a:t>Đích</a:t>
            </a:r>
            <a:r>
              <a:rPr kumimoji="0" lang="en-US" altLang="en-US" sz="1600" b="1" i="0" u="none" strike="noStrike" cap="none" normalizeH="0" baseline="0" dirty="0">
                <a:ln>
                  <a:noFill/>
                </a:ln>
                <a:solidFill>
                  <a:schemeClr val="tx1"/>
                </a:solidFill>
                <a:effectLst/>
                <a:latin typeface="+mj-lt"/>
              </a:rPr>
              <a:t> - </a:t>
            </a:r>
            <a:r>
              <a:rPr kumimoji="0" lang="en-US" altLang="en-US" sz="1600" b="1" i="0" u="none" strike="noStrike" cap="none" normalizeH="0" baseline="0" dirty="0" err="1">
                <a:ln>
                  <a:noFill/>
                </a:ln>
                <a:solidFill>
                  <a:schemeClr val="tx1"/>
                </a:solidFill>
                <a:effectLst/>
                <a:latin typeface="+mj-lt"/>
              </a:rPr>
              <a:t>Đang</a:t>
            </a:r>
            <a:r>
              <a:rPr kumimoji="0" lang="en-US" altLang="en-US" sz="1600" b="1" i="0" u="none" strike="noStrike" cap="none" normalizeH="0" baseline="0" dirty="0">
                <a:ln>
                  <a:noFill/>
                </a:ln>
                <a:solidFill>
                  <a:schemeClr val="tx1"/>
                </a:solidFill>
                <a:effectLst/>
                <a:latin typeface="+mj-lt"/>
              </a:rPr>
              <a:t> </a:t>
            </a:r>
            <a:r>
              <a:rPr kumimoji="0" lang="en-US" altLang="en-US" sz="1600" b="1" i="0" u="none" strike="noStrike" cap="none" normalizeH="0" baseline="0" dirty="0" err="1">
                <a:ln>
                  <a:noFill/>
                </a:ln>
                <a:solidFill>
                  <a:schemeClr val="tx1"/>
                </a:solidFill>
                <a:effectLst/>
                <a:latin typeface="+mj-lt"/>
              </a:rPr>
              <a:t>học</a:t>
            </a:r>
            <a:r>
              <a:rPr kumimoji="0" lang="en-US" altLang="en-US" sz="1600" b="1" i="0" u="none" strike="noStrike" cap="none" normalizeH="0" baseline="0" dirty="0">
                <a:ln>
                  <a:noFill/>
                </a:ln>
                <a:solidFill>
                  <a:schemeClr val="tx1"/>
                </a:solidFill>
                <a:effectLst/>
                <a:latin typeface="+mj-lt"/>
              </a:rPr>
              <a:t>):</a:t>
            </a:r>
            <a:endParaRPr kumimoji="0" lang="en-US" altLang="en-US" sz="16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a:ln>
                  <a:noFill/>
                </a:ln>
                <a:solidFill>
                  <a:schemeClr val="tx1"/>
                </a:solidFill>
                <a:effectLst/>
                <a:latin typeface="+mj-lt"/>
              </a:rPr>
              <a:t>Input: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Cùng</a:t>
            </a:r>
            <a:r>
              <a:rPr kumimoji="0" lang="en-US" altLang="en-US" sz="1600" b="0" i="0" u="none" strike="noStrike" cap="none" normalizeH="0" baseline="0" dirty="0">
                <a:ln>
                  <a:noFill/>
                </a:ln>
                <a:solidFill>
                  <a:schemeClr val="tx1"/>
                </a:solidFill>
                <a:effectLst/>
                <a:latin typeface="+mj-lt"/>
              </a:rPr>
              <a:t> </a:t>
            </a:r>
            <a:r>
              <a:rPr lang="en-US" altLang="en-US" sz="1600" dirty="0">
                <a:solidFill>
                  <a:schemeClr val="tx1"/>
                </a:solidFill>
                <a:latin typeface="+mj-lt"/>
              </a:rPr>
              <a:t>batch</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ảnh</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đầu</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vào</a:t>
            </a:r>
            <a:r>
              <a:rPr kumimoji="0" lang="en-US" altLang="en-US" sz="1600" b="0" i="0" u="none" strike="noStrike" cap="none" normalizeH="0" baseline="0" dirty="0">
                <a:ln>
                  <a:noFill/>
                </a:ln>
                <a:solidFill>
                  <a:schemeClr val="tx1"/>
                </a:solidFill>
                <a:effectLst/>
                <a:latin typeface="+mj-lt"/>
              </a:rPr>
              <a:t>.</a:t>
            </a:r>
          </a:p>
          <a:p>
            <a:pPr lvl="0" eaLnBrk="0" fontAlgn="base" hangingPunct="0">
              <a:spcBef>
                <a:spcPct val="0"/>
              </a:spcBef>
              <a:spcAft>
                <a:spcPct val="0"/>
              </a:spcAft>
              <a:buClrTx/>
              <a:buFontTx/>
              <a:buChar char="•"/>
            </a:pPr>
            <a:r>
              <a:rPr kumimoji="0" lang="en-US" altLang="en-US" sz="1600" b="0" i="1" u="none" strike="noStrike" cap="none" normalizeH="0" baseline="0" dirty="0" err="1">
                <a:ln>
                  <a:noFill/>
                </a:ln>
                <a:solidFill>
                  <a:schemeClr val="tx1"/>
                </a:solidFill>
                <a:effectLst/>
                <a:latin typeface="+mj-lt"/>
              </a:rPr>
              <a:t>Nhiệm</a:t>
            </a:r>
            <a:r>
              <a:rPr kumimoji="0" lang="en-US" altLang="en-US" sz="1600" b="0" i="1" u="none" strike="noStrike" cap="none" normalizeH="0" baseline="0" dirty="0">
                <a:ln>
                  <a:noFill/>
                </a:ln>
                <a:solidFill>
                  <a:schemeClr val="tx1"/>
                </a:solidFill>
                <a:effectLst/>
                <a:latin typeface="+mj-lt"/>
              </a:rPr>
              <a:t> </a:t>
            </a:r>
            <a:r>
              <a:rPr kumimoji="0" lang="en-US" altLang="en-US" sz="1600" b="0" i="1" u="none" strike="noStrike" cap="none" normalizeH="0" baseline="0" dirty="0" err="1">
                <a:ln>
                  <a:noFill/>
                </a:ln>
                <a:solidFill>
                  <a:schemeClr val="tx1"/>
                </a:solidFill>
                <a:effectLst/>
                <a:latin typeface="+mj-lt"/>
              </a:rPr>
              <a:t>vụ</a:t>
            </a:r>
            <a:r>
              <a:rPr kumimoji="0" lang="en-US" altLang="en-US" sz="1600" b="0" i="1" u="none" strike="noStrike" cap="none" normalizeH="0" baseline="0" dirty="0">
                <a:ln>
                  <a:noFill/>
                </a:ln>
                <a:solidFill>
                  <a:schemeClr val="tx1"/>
                </a:solidFill>
                <a:effectLst/>
                <a:latin typeface="+mj-lt"/>
              </a:rPr>
              <a: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Cập</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nhật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trọng</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số</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thông</a:t>
            </a:r>
            <a:r>
              <a:rPr kumimoji="0" lang="en-US" altLang="en-US" sz="1600" b="0" i="0" u="none" strike="noStrike" cap="none" normalizeH="0" baseline="0" dirty="0">
                <a:ln>
                  <a:noFill/>
                </a:ln>
                <a:solidFill>
                  <a:schemeClr val="tx1"/>
                </a:solidFill>
                <a:effectLst/>
                <a:latin typeface="+mj-lt"/>
              </a:rPr>
              <a:t> qua Backpropagation (Lan </a:t>
            </a:r>
            <a:r>
              <a:rPr kumimoji="0" lang="en-US" altLang="en-US" sz="1600" b="0" i="0" u="none" strike="noStrike" cap="none" normalizeH="0" baseline="0" dirty="0" err="1">
                <a:ln>
                  <a:noFill/>
                </a:ln>
                <a:solidFill>
                  <a:schemeClr val="tx1"/>
                </a:solidFill>
                <a:effectLst/>
                <a:latin typeface="+mj-lt"/>
              </a:rPr>
              <a:t>truyền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ngược</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Nó</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học</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cách</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dự</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đoán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sao</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cho</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giống</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với</a:t>
            </a:r>
            <a:r>
              <a:rPr kumimoji="0" lang="en-US" altLang="en-US" sz="1600" b="0" i="0" u="none" strike="noStrike" cap="none" normalizeH="0" baseline="0" dirty="0">
                <a:ln>
                  <a:noFill/>
                </a:ln>
                <a:solidFill>
                  <a:schemeClr val="tx1"/>
                </a:solidFill>
                <a:effectLst/>
                <a:latin typeface="+mj-lt"/>
              </a:rPr>
              <a:t> </a:t>
            </a:r>
            <a:r>
              <a:rPr kumimoji="0" lang="en-US" altLang="en-US" sz="1600" b="0" i="1" u="none" strike="noStrike" cap="none" normalizeH="0" baseline="0" dirty="0">
                <a:ln>
                  <a:noFill/>
                </a:ln>
                <a:solidFill>
                  <a:schemeClr val="tx1"/>
                </a:solidFill>
                <a:effectLst/>
                <a:latin typeface="+mj-lt"/>
              </a:rPr>
              <a:t>Enhanced Pseudo GT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thông</a:t>
            </a:r>
            <a:r>
              <a:rPr kumimoji="0" lang="en-US" altLang="en-US" sz="1600" b="0" i="0" u="none" strike="noStrike" cap="none" normalizeH="0" baseline="0" dirty="0">
                <a:ln>
                  <a:noFill/>
                </a:ln>
                <a:solidFill>
                  <a:schemeClr val="tx1"/>
                </a:solidFill>
                <a:effectLst/>
                <a:latin typeface="+mj-lt"/>
              </a:rPr>
              <a:t> qua </a:t>
            </a:r>
            <a:r>
              <a:rPr kumimoji="0" lang="en-US" altLang="en-US" sz="1600" b="0" i="0" u="none" strike="noStrike" cap="none" normalizeH="0" baseline="0" dirty="0" err="1">
                <a:ln>
                  <a:noFill/>
                </a:ln>
                <a:solidFill>
                  <a:schemeClr val="tx1"/>
                </a:solidFill>
                <a:effectLst/>
                <a:latin typeface="+mj-lt"/>
              </a:rPr>
              <a:t>hàm</a:t>
            </a:r>
            <a:r>
              <a:rPr kumimoji="0" lang="en-US" altLang="en-US" sz="1600" b="0" i="0" u="none" strike="noStrike" cap="none" normalizeH="0" baseline="0" dirty="0">
                <a:ln>
                  <a:noFill/>
                </a:ln>
                <a:solidFill>
                  <a:schemeClr val="tx1"/>
                </a:solidFill>
                <a:effectLst/>
                <a:latin typeface="+mj-lt"/>
              </a:rPr>
              <a:t> </a:t>
            </a:r>
            <a:r>
              <a:rPr lang="en-US" altLang="en-US" sz="1600" dirty="0" err="1">
                <a:solidFill>
                  <a:schemeClr val="tx1"/>
                </a:solidFill>
                <a:latin typeface="+mj-lt"/>
              </a:rPr>
              <a:t>L</a:t>
            </a:r>
            <a:r>
              <a:rPr lang="en-US" altLang="en-US" sz="1600" baseline="-25000" dirty="0" err="1">
                <a:solidFill>
                  <a:schemeClr val="tx1"/>
                </a:solidFill>
                <a:latin typeface="+mj-lt"/>
              </a:rPr>
              <a:t>Seg</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và</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đồng</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thời</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ép</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bản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thân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phải</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tự</a:t>
            </a:r>
            <a:r>
              <a:rPr kumimoji="0" lang="en-US" altLang="en-US" sz="1600" b="0" i="0" u="none" strike="noStrike" cap="none" normalizeH="0" baseline="0" dirty="0">
                <a:ln>
                  <a:noFill/>
                </a:ln>
                <a:solidFill>
                  <a:schemeClr val="tx1"/>
                </a:solidFill>
                <a:effectLst/>
                <a:latin typeface="+mj-lt"/>
              </a:rPr>
              <a:t> tin </a:t>
            </a:r>
            <a:r>
              <a:rPr kumimoji="0" lang="en-US" altLang="en-US" sz="1600" b="0" i="0" u="none" strike="noStrike" cap="none" normalizeH="0" baseline="0" dirty="0" err="1">
                <a:ln>
                  <a:noFill/>
                </a:ln>
                <a:solidFill>
                  <a:schemeClr val="tx1"/>
                </a:solidFill>
                <a:effectLst/>
                <a:latin typeface="+mj-lt"/>
              </a:rPr>
              <a:t>hơn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trên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các</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vùng</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ảnh</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đáng</a:t>
            </a:r>
            <a:r>
              <a:rPr kumimoji="0" lang="en-US" altLang="en-US" sz="1600" b="0" i="0" u="none" strike="noStrike" cap="none" normalizeH="0" baseline="0" dirty="0">
                <a:ln>
                  <a:noFill/>
                </a:ln>
                <a:solidFill>
                  <a:schemeClr val="tx1"/>
                </a:solidFill>
                <a:effectLst/>
                <a:latin typeface="+mj-lt"/>
              </a:rPr>
              <a:t> tin </a:t>
            </a:r>
            <a:r>
              <a:rPr kumimoji="0" lang="en-US" altLang="en-US" sz="1600" b="0" i="0" u="none" strike="noStrike" cap="none" normalizeH="0" baseline="0" dirty="0" err="1">
                <a:ln>
                  <a:noFill/>
                </a:ln>
                <a:solidFill>
                  <a:schemeClr val="tx1"/>
                </a:solidFill>
                <a:effectLst/>
                <a:latin typeface="+mj-lt"/>
              </a:rPr>
              <a:t>cậy</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thông</a:t>
            </a:r>
            <a:r>
              <a:rPr kumimoji="0" lang="en-US" altLang="en-US" sz="1600" b="0" i="0" u="none" strike="noStrike" cap="none" normalizeH="0" baseline="0" dirty="0">
                <a:ln>
                  <a:noFill/>
                </a:ln>
                <a:solidFill>
                  <a:schemeClr val="tx1"/>
                </a:solidFill>
                <a:effectLst/>
                <a:latin typeface="+mj-lt"/>
              </a:rPr>
              <a:t> qua </a:t>
            </a:r>
            <a:r>
              <a:rPr kumimoji="0" lang="en-US" altLang="en-US" sz="1600" b="0" i="0" u="none" strike="noStrike" cap="none" normalizeH="0" baseline="0" dirty="0" err="1">
                <a:ln>
                  <a:noFill/>
                </a:ln>
                <a:solidFill>
                  <a:schemeClr val="tx1"/>
                </a:solidFill>
                <a:effectLst/>
                <a:latin typeface="+mj-lt"/>
              </a:rPr>
              <a:t>hàm</a:t>
            </a:r>
            <a:r>
              <a:rPr kumimoji="0" lang="en-US" altLang="en-US" sz="1600" b="0" i="0" u="none" strike="noStrike" cap="none" normalizeH="0" baseline="0" dirty="0">
                <a:ln>
                  <a:noFill/>
                </a:ln>
                <a:solidFill>
                  <a:schemeClr val="tx1"/>
                </a:solidFill>
                <a:effectLst/>
                <a:latin typeface="+mj-lt"/>
              </a:rPr>
              <a:t> </a:t>
            </a:r>
            <a:r>
              <a:rPr lang="en-US" altLang="en-US" sz="1600" dirty="0">
                <a:solidFill>
                  <a:schemeClr val="tx1"/>
                </a:solidFill>
                <a:latin typeface="+mj-lt"/>
              </a:rPr>
              <a:t>L</a:t>
            </a:r>
            <a:r>
              <a:rPr lang="en-US" altLang="en-US" sz="1600" baseline="-25000" dirty="0">
                <a:solidFill>
                  <a:schemeClr val="tx1"/>
                </a:solidFill>
                <a:latin typeface="+mj-lt"/>
              </a:rPr>
              <a:t>EEM</a:t>
            </a:r>
            <a:r>
              <a:rPr kumimoji="0" lang="en-US" altLang="en-US" sz="16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mj-lt"/>
            </a:endParaRPr>
          </a:p>
        </p:txBody>
      </p:sp>
    </p:spTree>
    <p:extLst>
      <p:ext uri="{BB962C8B-B14F-4D97-AF65-F5344CB8AC3E}">
        <p14:creationId xmlns:p14="http://schemas.microsoft.com/office/powerpoint/2010/main" val="16089896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40">
          <a:extLst>
            <a:ext uri="{FF2B5EF4-FFF2-40B4-BE49-F238E27FC236}">
              <a16:creationId xmlns:a16="http://schemas.microsoft.com/office/drawing/2014/main" id="{8B19B850-5C02-A52A-B5D1-B15D4DBBE403}"/>
            </a:ext>
          </a:extLst>
        </p:cNvPr>
        <p:cNvGrpSpPr/>
        <p:nvPr/>
      </p:nvGrpSpPr>
      <p:grpSpPr>
        <a:xfrm>
          <a:off x="0" y="0"/>
          <a:ext cx="0" cy="0"/>
          <a:chOff x="0" y="0"/>
          <a:chExt cx="0" cy="0"/>
        </a:xfrm>
      </p:grpSpPr>
      <p:sp>
        <p:nvSpPr>
          <p:cNvPr id="2241" name="Google Shape;2241;p42">
            <a:extLst>
              <a:ext uri="{FF2B5EF4-FFF2-40B4-BE49-F238E27FC236}">
                <a16:creationId xmlns:a16="http://schemas.microsoft.com/office/drawing/2014/main" id="{91CD60BD-04EE-453A-24F3-63130E3F82B4}"/>
              </a:ext>
            </a:extLst>
          </p:cNvPr>
          <p:cNvSpPr txBox="1">
            <a:spLocks noGrp="1"/>
          </p:cNvSpPr>
          <p:nvPr>
            <p:ph type="title"/>
          </p:nvPr>
        </p:nvSpPr>
        <p:spPr>
          <a:xfrm>
            <a:off x="3087807" y="348205"/>
            <a:ext cx="2968386" cy="62855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TT-SFUDA</a:t>
            </a:r>
            <a:endParaRPr dirty="0"/>
          </a:p>
        </p:txBody>
      </p:sp>
      <p:sp>
        <p:nvSpPr>
          <p:cNvPr id="3" name="TextBox 2">
            <a:extLst>
              <a:ext uri="{FF2B5EF4-FFF2-40B4-BE49-F238E27FC236}">
                <a16:creationId xmlns:a16="http://schemas.microsoft.com/office/drawing/2014/main" id="{97A8E70B-46C3-27F5-029A-72CBC8CDFD46}"/>
              </a:ext>
            </a:extLst>
          </p:cNvPr>
          <p:cNvSpPr txBox="1"/>
          <p:nvPr/>
        </p:nvSpPr>
        <p:spPr>
          <a:xfrm>
            <a:off x="2126985" y="1005972"/>
            <a:ext cx="4572000" cy="307777"/>
          </a:xfrm>
          <a:prstGeom prst="rect">
            <a:avLst/>
          </a:prstGeom>
          <a:noFill/>
        </p:spPr>
        <p:txBody>
          <a:bodyPr wrap="square">
            <a:spAutoFit/>
          </a:bodyPr>
          <a:lstStyle/>
          <a:p>
            <a:r>
              <a:rPr lang="vi-VN" b="1" dirty="0"/>
              <a:t>Giai đoạn 1 (Target-specific Adaptation)</a:t>
            </a:r>
            <a:endParaRPr lang="en-US" dirty="0"/>
          </a:p>
        </p:txBody>
      </p:sp>
      <p:pic>
        <p:nvPicPr>
          <p:cNvPr id="4" name="Picture 3">
            <a:extLst>
              <a:ext uri="{FF2B5EF4-FFF2-40B4-BE49-F238E27FC236}">
                <a16:creationId xmlns:a16="http://schemas.microsoft.com/office/drawing/2014/main" id="{C464C5AA-2594-DBE9-5288-16249C87579F}"/>
              </a:ext>
            </a:extLst>
          </p:cNvPr>
          <p:cNvPicPr>
            <a:picLocks noChangeAspect="1"/>
          </p:cNvPicPr>
          <p:nvPr/>
        </p:nvPicPr>
        <p:blipFill>
          <a:blip r:embed="rId3"/>
          <a:stretch>
            <a:fillRect/>
          </a:stretch>
        </p:blipFill>
        <p:spPr>
          <a:xfrm>
            <a:off x="1874218" y="2737158"/>
            <a:ext cx="5077534" cy="1400370"/>
          </a:xfrm>
          <a:prstGeom prst="rect">
            <a:avLst/>
          </a:prstGeom>
        </p:spPr>
      </p:pic>
      <p:sp>
        <p:nvSpPr>
          <p:cNvPr id="6" name="Rectangle 1">
            <a:extLst>
              <a:ext uri="{FF2B5EF4-FFF2-40B4-BE49-F238E27FC236}">
                <a16:creationId xmlns:a16="http://schemas.microsoft.com/office/drawing/2014/main" id="{6829C5FF-AAA1-0692-CBD0-371E5D8CCCF5}"/>
              </a:ext>
            </a:extLst>
          </p:cNvPr>
          <p:cNvSpPr>
            <a:spLocks noChangeArrowheads="1"/>
          </p:cNvSpPr>
          <p:nvPr/>
        </p:nvSpPr>
        <p:spPr bwMode="auto">
          <a:xfrm>
            <a:off x="2192248" y="1582996"/>
            <a:ext cx="4639769" cy="1154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a:ln>
                  <a:noFill/>
                </a:ln>
                <a:solidFill>
                  <a:schemeClr val="tx1"/>
                </a:solidFill>
                <a:effectLst/>
                <a:latin typeface="+mj-lt"/>
              </a:rPr>
              <a:t>Loss Functions:</a:t>
            </a:r>
            <a:endParaRPr kumimoji="0" lang="en-US" altLang="en-US" sz="1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mj-lt"/>
              </a:rPr>
              <a:t> </a:t>
            </a:r>
            <a:r>
              <a:rPr kumimoji="0" lang="en-US" altLang="en-US" sz="1800" b="0" i="0" u="none" strike="noStrike" cap="none" normalizeH="0" baseline="0" dirty="0" err="1">
                <a:ln>
                  <a:noFill/>
                </a:ln>
                <a:solidFill>
                  <a:schemeClr val="tx1"/>
                </a:solidFill>
                <a:effectLst/>
                <a:latin typeface="+mj-lt"/>
              </a:rPr>
              <a:t>L</a:t>
            </a:r>
            <a:r>
              <a:rPr kumimoji="0" lang="en-US" altLang="en-US" sz="1800" b="0" i="0" u="none" strike="noStrike" cap="none" normalizeH="0" baseline="-25000" dirty="0" err="1">
                <a:ln>
                  <a:noFill/>
                </a:ln>
                <a:solidFill>
                  <a:schemeClr val="tx1"/>
                </a:solidFill>
                <a:effectLst/>
                <a:latin typeface="+mj-lt"/>
              </a:rPr>
              <a:t>Seg</a:t>
            </a:r>
            <a:r>
              <a:rPr kumimoji="0" lang="en-US" altLang="en-US" sz="1800" b="0" i="0" u="none" strike="noStrike" cap="none" normalizeH="0" baseline="0" dirty="0">
                <a:ln>
                  <a:noFill/>
                </a:ln>
                <a:solidFill>
                  <a:schemeClr val="tx1"/>
                </a:solidFill>
                <a:effectLst/>
                <a:latin typeface="+mj-lt"/>
              </a:rPr>
              <a:t> (Cross-Entropy Loss </a:t>
            </a:r>
            <a:r>
              <a:rPr kumimoji="0" lang="en-US" altLang="en-US" sz="1800" b="0" i="0" u="none" strike="noStrike" cap="none" normalizeH="0" baseline="0" dirty="0" err="1">
                <a:ln>
                  <a:noFill/>
                </a:ln>
                <a:solidFill>
                  <a:schemeClr val="tx1"/>
                </a:solidFill>
                <a:effectLst/>
                <a:latin typeface="+mj-lt"/>
              </a:rPr>
              <a:t>với</a:t>
            </a:r>
            <a:r>
              <a:rPr kumimoji="0" lang="en-US" altLang="en-US" sz="1800" b="0" i="0" u="none" strike="noStrike" cap="none" normalizeH="0" baseline="0" dirty="0">
                <a:ln>
                  <a:noFill/>
                </a:ln>
                <a:solidFill>
                  <a:schemeClr val="tx1"/>
                </a:solidFill>
                <a:effectLst/>
                <a:latin typeface="+mj-lt"/>
              </a:rPr>
              <a:t> </a:t>
            </a:r>
            <a:r>
              <a:rPr kumimoji="0" lang="en-US" altLang="en-US" sz="1800" b="0" i="0" u="none" strike="noStrike" cap="none" normalizeH="0" baseline="0" dirty="0" err="1">
                <a:ln>
                  <a:noFill/>
                </a:ln>
                <a:solidFill>
                  <a:schemeClr val="tx1"/>
                </a:solidFill>
                <a:effectLst/>
                <a:latin typeface="+mj-lt"/>
              </a:rPr>
              <a:t>nhãn</a:t>
            </a:r>
            <a:r>
              <a:rPr kumimoji="0" lang="en-US" altLang="en-US" sz="1800" b="0" i="0" u="none" strike="noStrike" cap="none" normalizeH="0" baseline="0" dirty="0">
                <a:ln>
                  <a:noFill/>
                </a:ln>
                <a:solidFill>
                  <a:schemeClr val="tx1"/>
                </a:solidFill>
                <a:effectLst/>
                <a:latin typeface="+mj-lt"/>
              </a:rPr>
              <a:t> </a:t>
            </a:r>
            <a:r>
              <a:rPr kumimoji="0" lang="en-US" altLang="en-US" sz="1800" b="0" i="0" u="none" strike="noStrike" cap="none" normalizeH="0" baseline="0" dirty="0" err="1">
                <a:ln>
                  <a:noFill/>
                </a:ln>
                <a:solidFill>
                  <a:schemeClr val="tx1"/>
                </a:solidFill>
                <a:effectLst/>
                <a:latin typeface="+mj-lt"/>
              </a:rPr>
              <a:t>giả</a:t>
            </a:r>
            <a:r>
              <a:rPr kumimoji="0" lang="en-US" altLang="en-US" sz="18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1800" dirty="0">
                <a:solidFill>
                  <a:schemeClr val="tx1"/>
                </a:solidFill>
                <a:latin typeface="+mj-lt"/>
              </a:rPr>
              <a:t> L</a:t>
            </a:r>
            <a:r>
              <a:rPr lang="en-US" altLang="en-US" sz="1800" baseline="-25000" dirty="0">
                <a:solidFill>
                  <a:schemeClr val="tx1"/>
                </a:solidFill>
                <a:latin typeface="+mj-lt"/>
              </a:rPr>
              <a:t>EEM</a:t>
            </a:r>
            <a:r>
              <a:rPr lang="en-US" altLang="en-US" sz="1800" dirty="0">
                <a:solidFill>
                  <a:schemeClr val="tx1"/>
                </a:solidFill>
                <a:latin typeface="+mj-lt"/>
              </a:rPr>
              <a:t> </a:t>
            </a:r>
            <a:r>
              <a:rPr kumimoji="0" lang="en-US" altLang="en-US" sz="1800" b="0" i="0" u="none" strike="noStrike" cap="none" normalizeH="0" baseline="0" dirty="0">
                <a:ln>
                  <a:noFill/>
                </a:ln>
                <a:solidFill>
                  <a:schemeClr val="tx1"/>
                </a:solidFill>
                <a:effectLst/>
                <a:latin typeface="+mj-lt"/>
              </a:rPr>
              <a:t>(Enhanced Entropy Minimization)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mj-lt"/>
            </a:endParaRPr>
          </a:p>
        </p:txBody>
      </p:sp>
    </p:spTree>
    <p:extLst>
      <p:ext uri="{BB962C8B-B14F-4D97-AF65-F5344CB8AC3E}">
        <p14:creationId xmlns:p14="http://schemas.microsoft.com/office/powerpoint/2010/main" val="8555063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40">
          <a:extLst>
            <a:ext uri="{FF2B5EF4-FFF2-40B4-BE49-F238E27FC236}">
              <a16:creationId xmlns:a16="http://schemas.microsoft.com/office/drawing/2014/main" id="{0EC17911-A3C3-67CA-4A6C-7550A8EC4D0A}"/>
            </a:ext>
          </a:extLst>
        </p:cNvPr>
        <p:cNvGrpSpPr/>
        <p:nvPr/>
      </p:nvGrpSpPr>
      <p:grpSpPr>
        <a:xfrm>
          <a:off x="0" y="0"/>
          <a:ext cx="0" cy="0"/>
          <a:chOff x="0" y="0"/>
          <a:chExt cx="0" cy="0"/>
        </a:xfrm>
      </p:grpSpPr>
      <p:sp>
        <p:nvSpPr>
          <p:cNvPr id="2241" name="Google Shape;2241;p42">
            <a:extLst>
              <a:ext uri="{FF2B5EF4-FFF2-40B4-BE49-F238E27FC236}">
                <a16:creationId xmlns:a16="http://schemas.microsoft.com/office/drawing/2014/main" id="{2DBCD53D-D1F0-5868-5A13-5607B3504D3B}"/>
              </a:ext>
            </a:extLst>
          </p:cNvPr>
          <p:cNvSpPr txBox="1">
            <a:spLocks noGrp="1"/>
          </p:cNvSpPr>
          <p:nvPr>
            <p:ph type="title"/>
          </p:nvPr>
        </p:nvSpPr>
        <p:spPr>
          <a:xfrm>
            <a:off x="3087807" y="348205"/>
            <a:ext cx="2968386" cy="62855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TT-SFUDA</a:t>
            </a:r>
            <a:endParaRPr dirty="0"/>
          </a:p>
        </p:txBody>
      </p:sp>
      <p:sp>
        <p:nvSpPr>
          <p:cNvPr id="3" name="TextBox 2">
            <a:extLst>
              <a:ext uri="{FF2B5EF4-FFF2-40B4-BE49-F238E27FC236}">
                <a16:creationId xmlns:a16="http://schemas.microsoft.com/office/drawing/2014/main" id="{79629131-C058-C34A-FF85-B04A2D4B942C}"/>
              </a:ext>
            </a:extLst>
          </p:cNvPr>
          <p:cNvSpPr txBox="1"/>
          <p:nvPr/>
        </p:nvSpPr>
        <p:spPr>
          <a:xfrm>
            <a:off x="2126985" y="1005972"/>
            <a:ext cx="4572000" cy="307777"/>
          </a:xfrm>
          <a:prstGeom prst="rect">
            <a:avLst/>
          </a:prstGeom>
          <a:noFill/>
        </p:spPr>
        <p:txBody>
          <a:bodyPr wrap="square">
            <a:spAutoFit/>
          </a:bodyPr>
          <a:lstStyle/>
          <a:p>
            <a:r>
              <a:rPr lang="vi-VN" b="1" dirty="0"/>
              <a:t>Giai đoạn 1 (Target-specific Adaptation)</a:t>
            </a:r>
            <a:endParaRPr lang="en-US" dirty="0"/>
          </a:p>
        </p:txBody>
      </p:sp>
      <p:pic>
        <p:nvPicPr>
          <p:cNvPr id="4" name="Picture 3">
            <a:extLst>
              <a:ext uri="{FF2B5EF4-FFF2-40B4-BE49-F238E27FC236}">
                <a16:creationId xmlns:a16="http://schemas.microsoft.com/office/drawing/2014/main" id="{A7B8387A-8CFE-F969-6D1F-92605172FB00}"/>
              </a:ext>
            </a:extLst>
          </p:cNvPr>
          <p:cNvPicPr>
            <a:picLocks noChangeAspect="1"/>
          </p:cNvPicPr>
          <p:nvPr/>
        </p:nvPicPr>
        <p:blipFill>
          <a:blip r:embed="rId3"/>
          <a:stretch>
            <a:fillRect/>
          </a:stretch>
        </p:blipFill>
        <p:spPr>
          <a:xfrm>
            <a:off x="2412456" y="1315970"/>
            <a:ext cx="4001058" cy="1200318"/>
          </a:xfrm>
          <a:prstGeom prst="rect">
            <a:avLst/>
          </a:prstGeom>
        </p:spPr>
      </p:pic>
      <p:pic>
        <p:nvPicPr>
          <p:cNvPr id="7" name="Picture 6">
            <a:extLst>
              <a:ext uri="{FF2B5EF4-FFF2-40B4-BE49-F238E27FC236}">
                <a16:creationId xmlns:a16="http://schemas.microsoft.com/office/drawing/2014/main" id="{F1A2DFA1-1BA9-78C0-1DC0-A6A08BFB5083}"/>
              </a:ext>
            </a:extLst>
          </p:cNvPr>
          <p:cNvPicPr>
            <a:picLocks noChangeAspect="1"/>
          </p:cNvPicPr>
          <p:nvPr/>
        </p:nvPicPr>
        <p:blipFill>
          <a:blip r:embed="rId4"/>
          <a:stretch>
            <a:fillRect/>
          </a:stretch>
        </p:blipFill>
        <p:spPr>
          <a:xfrm>
            <a:off x="1552068" y="2516288"/>
            <a:ext cx="6039863" cy="1708645"/>
          </a:xfrm>
          <a:prstGeom prst="rect">
            <a:avLst/>
          </a:prstGeom>
        </p:spPr>
      </p:pic>
    </p:spTree>
    <p:extLst>
      <p:ext uri="{BB962C8B-B14F-4D97-AF65-F5344CB8AC3E}">
        <p14:creationId xmlns:p14="http://schemas.microsoft.com/office/powerpoint/2010/main" val="20953739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40">
          <a:extLst>
            <a:ext uri="{FF2B5EF4-FFF2-40B4-BE49-F238E27FC236}">
              <a16:creationId xmlns:a16="http://schemas.microsoft.com/office/drawing/2014/main" id="{07D750D6-23C2-E976-CD15-EDC06A0136A0}"/>
            </a:ext>
          </a:extLst>
        </p:cNvPr>
        <p:cNvGrpSpPr/>
        <p:nvPr/>
      </p:nvGrpSpPr>
      <p:grpSpPr>
        <a:xfrm>
          <a:off x="0" y="0"/>
          <a:ext cx="0" cy="0"/>
          <a:chOff x="0" y="0"/>
          <a:chExt cx="0" cy="0"/>
        </a:xfrm>
      </p:grpSpPr>
      <p:sp>
        <p:nvSpPr>
          <p:cNvPr id="2241" name="Google Shape;2241;p42">
            <a:extLst>
              <a:ext uri="{FF2B5EF4-FFF2-40B4-BE49-F238E27FC236}">
                <a16:creationId xmlns:a16="http://schemas.microsoft.com/office/drawing/2014/main" id="{1F4D5EE1-7577-909C-6374-CC3732A06A8A}"/>
              </a:ext>
            </a:extLst>
          </p:cNvPr>
          <p:cNvSpPr txBox="1">
            <a:spLocks noGrp="1"/>
          </p:cNvSpPr>
          <p:nvPr>
            <p:ph type="title"/>
          </p:nvPr>
        </p:nvSpPr>
        <p:spPr>
          <a:xfrm>
            <a:off x="3087807" y="348205"/>
            <a:ext cx="2968386" cy="62855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TT-SFUDA</a:t>
            </a:r>
            <a:endParaRPr dirty="0"/>
          </a:p>
        </p:txBody>
      </p:sp>
      <p:sp>
        <p:nvSpPr>
          <p:cNvPr id="3" name="TextBox 2">
            <a:extLst>
              <a:ext uri="{FF2B5EF4-FFF2-40B4-BE49-F238E27FC236}">
                <a16:creationId xmlns:a16="http://schemas.microsoft.com/office/drawing/2014/main" id="{C937B0DF-3823-6A45-3011-18364057CD21}"/>
              </a:ext>
            </a:extLst>
          </p:cNvPr>
          <p:cNvSpPr txBox="1"/>
          <p:nvPr/>
        </p:nvSpPr>
        <p:spPr>
          <a:xfrm>
            <a:off x="2126985" y="1005972"/>
            <a:ext cx="4572000" cy="307777"/>
          </a:xfrm>
          <a:prstGeom prst="rect">
            <a:avLst/>
          </a:prstGeom>
          <a:noFill/>
        </p:spPr>
        <p:txBody>
          <a:bodyPr wrap="square">
            <a:spAutoFit/>
          </a:bodyPr>
          <a:lstStyle/>
          <a:p>
            <a:r>
              <a:rPr lang="vi-VN" b="1" dirty="0"/>
              <a:t>Giai đoạn 1 (Target-specific Adaptation)</a:t>
            </a:r>
            <a:endParaRPr lang="en-US" dirty="0"/>
          </a:p>
        </p:txBody>
      </p:sp>
      <p:pic>
        <p:nvPicPr>
          <p:cNvPr id="5" name="Picture 4">
            <a:extLst>
              <a:ext uri="{FF2B5EF4-FFF2-40B4-BE49-F238E27FC236}">
                <a16:creationId xmlns:a16="http://schemas.microsoft.com/office/drawing/2014/main" id="{A541A826-52EF-1081-9FD0-BD1498C86E51}"/>
              </a:ext>
            </a:extLst>
          </p:cNvPr>
          <p:cNvPicPr>
            <a:picLocks noChangeAspect="1"/>
          </p:cNvPicPr>
          <p:nvPr/>
        </p:nvPicPr>
        <p:blipFill>
          <a:blip r:embed="rId3"/>
          <a:stretch>
            <a:fillRect/>
          </a:stretch>
        </p:blipFill>
        <p:spPr>
          <a:xfrm>
            <a:off x="2391302" y="1323801"/>
            <a:ext cx="4486901" cy="1247949"/>
          </a:xfrm>
          <a:prstGeom prst="rect">
            <a:avLst/>
          </a:prstGeom>
        </p:spPr>
      </p:pic>
      <p:pic>
        <p:nvPicPr>
          <p:cNvPr id="10" name="Picture 9">
            <a:extLst>
              <a:ext uri="{FF2B5EF4-FFF2-40B4-BE49-F238E27FC236}">
                <a16:creationId xmlns:a16="http://schemas.microsoft.com/office/drawing/2014/main" id="{EC043044-8272-43FF-52D5-A8A52ECFD731}"/>
              </a:ext>
            </a:extLst>
          </p:cNvPr>
          <p:cNvPicPr>
            <a:picLocks noChangeAspect="1"/>
          </p:cNvPicPr>
          <p:nvPr/>
        </p:nvPicPr>
        <p:blipFill>
          <a:blip r:embed="rId4"/>
          <a:stretch>
            <a:fillRect/>
          </a:stretch>
        </p:blipFill>
        <p:spPr>
          <a:xfrm>
            <a:off x="1517129" y="2516288"/>
            <a:ext cx="6109741" cy="1621240"/>
          </a:xfrm>
          <a:prstGeom prst="rect">
            <a:avLst/>
          </a:prstGeom>
        </p:spPr>
      </p:pic>
    </p:spTree>
    <p:extLst>
      <p:ext uri="{BB962C8B-B14F-4D97-AF65-F5344CB8AC3E}">
        <p14:creationId xmlns:p14="http://schemas.microsoft.com/office/powerpoint/2010/main" val="7468544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40">
          <a:extLst>
            <a:ext uri="{FF2B5EF4-FFF2-40B4-BE49-F238E27FC236}">
              <a16:creationId xmlns:a16="http://schemas.microsoft.com/office/drawing/2014/main" id="{B561202A-EE98-3B16-F148-AADD49105477}"/>
            </a:ext>
          </a:extLst>
        </p:cNvPr>
        <p:cNvGrpSpPr/>
        <p:nvPr/>
      </p:nvGrpSpPr>
      <p:grpSpPr>
        <a:xfrm>
          <a:off x="0" y="0"/>
          <a:ext cx="0" cy="0"/>
          <a:chOff x="0" y="0"/>
          <a:chExt cx="0" cy="0"/>
        </a:xfrm>
      </p:grpSpPr>
      <p:sp>
        <p:nvSpPr>
          <p:cNvPr id="2241" name="Google Shape;2241;p42">
            <a:extLst>
              <a:ext uri="{FF2B5EF4-FFF2-40B4-BE49-F238E27FC236}">
                <a16:creationId xmlns:a16="http://schemas.microsoft.com/office/drawing/2014/main" id="{79436919-19D1-37D6-3189-0DA59FF6C9B3}"/>
              </a:ext>
            </a:extLst>
          </p:cNvPr>
          <p:cNvSpPr txBox="1">
            <a:spLocks noGrp="1"/>
          </p:cNvSpPr>
          <p:nvPr>
            <p:ph type="title"/>
          </p:nvPr>
        </p:nvSpPr>
        <p:spPr>
          <a:xfrm>
            <a:off x="3087807" y="348205"/>
            <a:ext cx="2968386" cy="62855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TT-SFUDA</a:t>
            </a:r>
            <a:endParaRPr dirty="0"/>
          </a:p>
        </p:txBody>
      </p:sp>
      <p:sp>
        <p:nvSpPr>
          <p:cNvPr id="5" name="TextBox 4">
            <a:extLst>
              <a:ext uri="{FF2B5EF4-FFF2-40B4-BE49-F238E27FC236}">
                <a16:creationId xmlns:a16="http://schemas.microsoft.com/office/drawing/2014/main" id="{424D361E-E42C-2B1A-B310-3EB3026110CE}"/>
              </a:ext>
            </a:extLst>
          </p:cNvPr>
          <p:cNvSpPr txBox="1"/>
          <p:nvPr/>
        </p:nvSpPr>
        <p:spPr>
          <a:xfrm>
            <a:off x="2959094" y="861318"/>
            <a:ext cx="3965908" cy="307777"/>
          </a:xfrm>
          <a:prstGeom prst="rect">
            <a:avLst/>
          </a:prstGeom>
          <a:noFill/>
        </p:spPr>
        <p:txBody>
          <a:bodyPr wrap="square">
            <a:spAutoFit/>
          </a:bodyPr>
          <a:lstStyle/>
          <a:p>
            <a:r>
              <a:rPr lang="vi-VN" b="1" dirty="0"/>
              <a:t>Giai đoạn 2 (Task-specific Adaptation</a:t>
            </a:r>
            <a:r>
              <a:rPr lang="en-US" b="1" dirty="0"/>
              <a:t>)</a:t>
            </a:r>
            <a:endParaRPr lang="en-US" dirty="0"/>
          </a:p>
        </p:txBody>
      </p:sp>
      <p:sp>
        <p:nvSpPr>
          <p:cNvPr id="2" name="Rectangle 1">
            <a:extLst>
              <a:ext uri="{FF2B5EF4-FFF2-40B4-BE49-F238E27FC236}">
                <a16:creationId xmlns:a16="http://schemas.microsoft.com/office/drawing/2014/main" id="{4DEE1C4C-5EE9-5F37-D4FF-4989E6A6111E}"/>
              </a:ext>
            </a:extLst>
          </p:cNvPr>
          <p:cNvSpPr>
            <a:spLocks noChangeArrowheads="1"/>
          </p:cNvSpPr>
          <p:nvPr/>
        </p:nvSpPr>
        <p:spPr bwMode="auto">
          <a:xfrm>
            <a:off x="1133573" y="1246248"/>
            <a:ext cx="6681248" cy="1523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mj-lt"/>
              </a:rPr>
              <a:t>Module Data Split (</a:t>
            </a:r>
            <a:r>
              <a:rPr kumimoji="0" lang="en-US" altLang="en-US" sz="1600" b="1" i="0" u="none" strike="noStrike" cap="none" normalizeH="0" baseline="0" dirty="0" err="1">
                <a:ln>
                  <a:noFill/>
                </a:ln>
                <a:solidFill>
                  <a:schemeClr val="tx1"/>
                </a:solidFill>
                <a:effectLst/>
                <a:latin typeface="+mj-lt"/>
              </a:rPr>
              <a:t>Phân</a:t>
            </a:r>
            <a:r>
              <a:rPr kumimoji="0" lang="en-US" altLang="en-US" sz="1600" b="1" i="0" u="none" strike="noStrike" cap="none" normalizeH="0" baseline="0" dirty="0">
                <a:ln>
                  <a:noFill/>
                </a:ln>
                <a:solidFill>
                  <a:schemeClr val="tx1"/>
                </a:solidFill>
                <a:effectLst/>
                <a:latin typeface="+mj-lt"/>
              </a:rPr>
              <a:t> </a:t>
            </a:r>
            <a:r>
              <a:rPr kumimoji="0" lang="en-US" altLang="en-US" sz="1600" b="1" i="0" u="none" strike="noStrike" cap="none" normalizeH="0" baseline="0" dirty="0" err="1">
                <a:ln>
                  <a:noFill/>
                </a:ln>
                <a:solidFill>
                  <a:schemeClr val="tx1"/>
                </a:solidFill>
                <a:effectLst/>
                <a:latin typeface="+mj-lt"/>
              </a:rPr>
              <a:t>tách</a:t>
            </a:r>
            <a:r>
              <a:rPr kumimoji="0" lang="en-US" altLang="en-US" sz="1600" b="1" i="0" u="none" strike="noStrike" cap="none" normalizeH="0" baseline="0" dirty="0">
                <a:ln>
                  <a:noFill/>
                </a:ln>
                <a:solidFill>
                  <a:schemeClr val="tx1"/>
                </a:solidFill>
                <a:effectLst/>
                <a:latin typeface="+mj-lt"/>
              </a:rPr>
              <a:t> </a:t>
            </a:r>
            <a:r>
              <a:rPr kumimoji="0" lang="en-US" altLang="en-US" sz="1600" b="1" i="0" u="none" strike="noStrike" cap="none" normalizeH="0" baseline="0" dirty="0" err="1">
                <a:ln>
                  <a:noFill/>
                </a:ln>
                <a:solidFill>
                  <a:schemeClr val="tx1"/>
                </a:solidFill>
                <a:effectLst/>
                <a:latin typeface="+mj-lt"/>
              </a:rPr>
              <a:t>nhánh</a:t>
            </a:r>
            <a:r>
              <a:rPr kumimoji="0" lang="en-US" altLang="en-US" sz="1600" b="1" i="0" u="none" strike="noStrike" cap="none" normalizeH="0" baseline="0" dirty="0">
                <a:ln>
                  <a:noFill/>
                </a:ln>
                <a:solidFill>
                  <a:schemeClr val="tx1"/>
                </a:solidFill>
                <a:effectLst/>
                <a:latin typeface="+mj-lt"/>
              </a:rPr>
              <a:t> </a:t>
            </a:r>
            <a:r>
              <a:rPr kumimoji="0" lang="en-US" altLang="en-US" sz="1600" b="1" i="0" u="none" strike="noStrike" cap="none" normalizeH="0" baseline="0" dirty="0" err="1">
                <a:ln>
                  <a:noFill/>
                </a:ln>
                <a:solidFill>
                  <a:schemeClr val="tx1"/>
                </a:solidFill>
                <a:effectLst/>
                <a:latin typeface="+mj-lt"/>
              </a:rPr>
              <a:t>nhiễu</a:t>
            </a:r>
            <a:r>
              <a:rPr kumimoji="0" lang="en-US" altLang="en-US" sz="1600" b="1" i="0" u="none" strike="noStrike" cap="none" normalizeH="0" baseline="0" dirty="0">
                <a:ln>
                  <a:noFill/>
                </a:ln>
                <a:solidFill>
                  <a:schemeClr val="tx1"/>
                </a:solidFill>
                <a:effectLst/>
                <a:latin typeface="+mj-lt"/>
              </a:rPr>
              <a:t>):</a:t>
            </a:r>
            <a:endParaRPr kumimoji="0" lang="en-US" altLang="en-US" sz="16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a:ln>
                  <a:noFill/>
                </a:ln>
                <a:solidFill>
                  <a:schemeClr val="tx1"/>
                </a:solidFill>
                <a:effectLst/>
                <a:latin typeface="+mj-lt"/>
              </a:rPr>
              <a:t>Input: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Ảnh</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gốc</a:t>
            </a:r>
            <a:r>
              <a:rPr kumimoji="0" lang="en-US" altLang="en-US" sz="16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err="1">
                <a:ln>
                  <a:noFill/>
                </a:ln>
                <a:solidFill>
                  <a:schemeClr val="tx1"/>
                </a:solidFill>
                <a:effectLst/>
                <a:latin typeface="+mj-lt"/>
              </a:rPr>
              <a:t>Nhiệm</a:t>
            </a:r>
            <a:r>
              <a:rPr kumimoji="0" lang="en-US" altLang="en-US" sz="1600" b="0" i="1" u="none" strike="noStrike" cap="none" normalizeH="0" baseline="0" dirty="0">
                <a:ln>
                  <a:noFill/>
                </a:ln>
                <a:solidFill>
                  <a:schemeClr val="tx1"/>
                </a:solidFill>
                <a:effectLst/>
                <a:latin typeface="+mj-lt"/>
              </a:rPr>
              <a:t> </a:t>
            </a:r>
            <a:r>
              <a:rPr kumimoji="0" lang="en-US" altLang="en-US" sz="1600" b="0" i="1" u="none" strike="noStrike" cap="none" normalizeH="0" baseline="0" dirty="0" err="1">
                <a:ln>
                  <a:noFill/>
                </a:ln>
                <a:solidFill>
                  <a:schemeClr val="tx1"/>
                </a:solidFill>
                <a:effectLst/>
                <a:latin typeface="+mj-lt"/>
              </a:rPr>
              <a:t>vụ</a:t>
            </a:r>
            <a:r>
              <a:rPr kumimoji="0" lang="en-US" altLang="en-US" sz="1600" b="0" i="1" u="none" strike="noStrike" cap="none" normalizeH="0" baseline="0" dirty="0">
                <a:ln>
                  <a:noFill/>
                </a:ln>
                <a:solidFill>
                  <a:schemeClr val="tx1"/>
                </a:solidFill>
                <a:effectLst/>
                <a:latin typeface="+mj-lt"/>
              </a:rPr>
              <a: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Tạo</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ra</a:t>
            </a:r>
            <a:r>
              <a:rPr kumimoji="0" lang="en-US" altLang="en-US" sz="1600" b="0" i="0" u="none" strike="noStrike" cap="none" normalizeH="0" baseline="0" dirty="0">
                <a:ln>
                  <a:noFill/>
                </a:ln>
                <a:solidFill>
                  <a:schemeClr val="tx1"/>
                </a:solidFill>
                <a:effectLst/>
                <a:latin typeface="+mj-lt"/>
              </a:rPr>
              <a:t> 2 </a:t>
            </a:r>
            <a:r>
              <a:rPr kumimoji="0" lang="en-US" altLang="en-US" sz="1600" b="0" i="0" u="none" strike="noStrike" cap="none" normalizeH="0" baseline="0" dirty="0" err="1">
                <a:ln>
                  <a:noFill/>
                </a:ln>
                <a:solidFill>
                  <a:schemeClr val="tx1"/>
                </a:solidFill>
                <a:effectLst/>
                <a:latin typeface="+mj-lt"/>
              </a:rPr>
              <a:t>nhánh</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Nhánh</a:t>
            </a:r>
            <a:r>
              <a:rPr kumimoji="0" lang="en-US" altLang="en-US" sz="1600" b="0" i="0" u="none" strike="noStrike" cap="none" normalizeH="0" baseline="0" dirty="0">
                <a:ln>
                  <a:noFill/>
                </a:ln>
                <a:solidFill>
                  <a:schemeClr val="tx1"/>
                </a:solidFill>
                <a:effectLst/>
                <a:latin typeface="+mj-lt"/>
              </a:rPr>
              <a:t> </a:t>
            </a:r>
            <a:r>
              <a:rPr kumimoji="0" lang="en-US" altLang="en-US" sz="1600" b="1" i="0" u="none" strike="noStrike" cap="none" normalizeH="0" baseline="0" dirty="0">
                <a:ln>
                  <a:noFill/>
                </a:ln>
                <a:solidFill>
                  <a:schemeClr val="tx1"/>
                </a:solidFill>
                <a:effectLst/>
                <a:latin typeface="+mj-lt"/>
              </a:rPr>
              <a:t>Weak Aug</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chỉ</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lật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cắt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cơ</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bản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và</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nhánh</a:t>
            </a:r>
            <a:r>
              <a:rPr kumimoji="0" lang="en-US" altLang="en-US" sz="1600" b="0" i="0" u="none" strike="noStrike" cap="none" normalizeH="0" baseline="0" dirty="0">
                <a:ln>
                  <a:noFill/>
                </a:ln>
                <a:solidFill>
                  <a:schemeClr val="tx1"/>
                </a:solidFill>
                <a:effectLst/>
                <a:latin typeface="+mj-lt"/>
              </a:rPr>
              <a:t> </a:t>
            </a:r>
            <a:r>
              <a:rPr kumimoji="0" lang="en-US" altLang="en-US" sz="1600" b="1" i="0" u="none" strike="noStrike" cap="none" normalizeH="0" baseline="0" dirty="0">
                <a:ln>
                  <a:noFill/>
                </a:ln>
                <a:solidFill>
                  <a:schemeClr val="tx1"/>
                </a:solidFill>
                <a:effectLst/>
                <a:latin typeface="+mj-lt"/>
              </a:rPr>
              <a:t>Strong Aug</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thêm</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nhiễu</a:t>
            </a:r>
            <a:r>
              <a:rPr kumimoji="0" lang="en-US" altLang="en-US" sz="1600" b="0" i="0" u="none" strike="noStrike" cap="none" normalizeH="0" baseline="0" dirty="0">
                <a:ln>
                  <a:noFill/>
                </a:ln>
                <a:solidFill>
                  <a:schemeClr val="tx1"/>
                </a:solidFill>
                <a:effectLst/>
                <a:latin typeface="+mj-lt"/>
              </a:rPr>
              <a:t> Gaussian, </a:t>
            </a:r>
            <a:r>
              <a:rPr kumimoji="0" lang="en-US" altLang="en-US" sz="1600" b="0" i="0" u="none" strike="noStrike" cap="none" normalizeH="0" baseline="0" dirty="0" err="1">
                <a:ln>
                  <a:noFill/>
                </a:ln>
                <a:solidFill>
                  <a:schemeClr val="tx1"/>
                </a:solidFill>
                <a:effectLst/>
                <a:latin typeface="+mj-lt"/>
              </a:rPr>
              <a:t>xóa</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đốm</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ngẫu</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nhiên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thay</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đổi</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màu</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gắt</a:t>
            </a:r>
            <a:r>
              <a:rPr kumimoji="0" lang="en-US" altLang="en-US" sz="16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mj-lt"/>
            </a:endParaRPr>
          </a:p>
        </p:txBody>
      </p:sp>
      <p:sp>
        <p:nvSpPr>
          <p:cNvPr id="4" name="Rectangle 2">
            <a:extLst>
              <a:ext uri="{FF2B5EF4-FFF2-40B4-BE49-F238E27FC236}">
                <a16:creationId xmlns:a16="http://schemas.microsoft.com/office/drawing/2014/main" id="{2D5D6469-21F6-9AB9-55F9-86245CBB66C2}"/>
              </a:ext>
            </a:extLst>
          </p:cNvPr>
          <p:cNvSpPr>
            <a:spLocks noChangeArrowheads="1"/>
          </p:cNvSpPr>
          <p:nvPr/>
        </p:nvSpPr>
        <p:spPr bwMode="auto">
          <a:xfrm>
            <a:off x="1165225" y="2788398"/>
            <a:ext cx="6649596" cy="1523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mj-lt"/>
              </a:rPr>
              <a:t>Module Teacher Model (</a:t>
            </a:r>
            <a:r>
              <a:rPr kumimoji="0" lang="en-US" altLang="en-US" sz="1600" b="1" i="0" u="none" strike="noStrike" cap="none" normalizeH="0" baseline="0" dirty="0" err="1">
                <a:ln>
                  <a:noFill/>
                </a:ln>
                <a:solidFill>
                  <a:schemeClr val="tx1"/>
                </a:solidFill>
                <a:effectLst/>
                <a:latin typeface="+mj-lt"/>
              </a:rPr>
              <a:t>Mạng</a:t>
            </a:r>
            <a:r>
              <a:rPr kumimoji="0" lang="en-US" altLang="en-US" sz="1600" b="1" i="0" u="none" strike="noStrike" cap="none" normalizeH="0" baseline="0" dirty="0">
                <a:ln>
                  <a:noFill/>
                </a:ln>
                <a:solidFill>
                  <a:schemeClr val="tx1"/>
                </a:solidFill>
                <a:effectLst/>
                <a:latin typeface="+mj-lt"/>
              </a:rPr>
              <a:t> </a:t>
            </a:r>
            <a:r>
              <a:rPr kumimoji="0" lang="en-US" altLang="en-US" sz="1600" b="1" i="0" u="none" strike="noStrike" cap="none" normalizeH="0" baseline="0" dirty="0" err="1">
                <a:ln>
                  <a:noFill/>
                </a:ln>
                <a:solidFill>
                  <a:schemeClr val="tx1"/>
                </a:solidFill>
                <a:effectLst/>
                <a:latin typeface="+mj-lt"/>
              </a:rPr>
              <a:t>Giáo</a:t>
            </a:r>
            <a:r>
              <a:rPr kumimoji="0" lang="en-US" altLang="en-US" sz="1600" b="1" i="0" u="none" strike="noStrike" cap="none" normalizeH="0" baseline="0" dirty="0">
                <a:ln>
                  <a:noFill/>
                </a:ln>
                <a:solidFill>
                  <a:schemeClr val="tx1"/>
                </a:solidFill>
                <a:effectLst/>
                <a:latin typeface="+mj-lt"/>
              </a:rPr>
              <a:t> </a:t>
            </a:r>
            <a:r>
              <a:rPr kumimoji="0" lang="en-US" altLang="en-US" sz="1600" b="1" i="0" u="none" strike="noStrike" cap="none" normalizeH="0" baseline="0" dirty="0" err="1">
                <a:ln>
                  <a:noFill/>
                </a:ln>
                <a:solidFill>
                  <a:schemeClr val="tx1"/>
                </a:solidFill>
                <a:effectLst/>
                <a:latin typeface="+mj-lt"/>
              </a:rPr>
              <a:t>viên</a:t>
            </a:r>
            <a:r>
              <a:rPr kumimoji="0" lang="en-US" altLang="en-US" sz="1600" b="1" i="0" u="none" strike="noStrike" cap="none" normalizeH="0" baseline="0" dirty="0">
                <a:ln>
                  <a:noFill/>
                </a:ln>
                <a:solidFill>
                  <a:schemeClr val="tx1"/>
                </a:solidFill>
                <a:effectLst/>
                <a:latin typeface="+mj-lt"/>
              </a:rPr>
              <a:t> - </a:t>
            </a:r>
            <a:r>
              <a:rPr kumimoji="0" lang="en-US" altLang="en-US" sz="1600" b="1" i="0" u="none" strike="noStrike" cap="none" normalizeH="0" baseline="0" dirty="0" err="1">
                <a:ln>
                  <a:noFill/>
                </a:ln>
                <a:solidFill>
                  <a:schemeClr val="tx1"/>
                </a:solidFill>
                <a:effectLst/>
                <a:latin typeface="+mj-lt"/>
              </a:rPr>
              <a:t>Cập</a:t>
            </a:r>
            <a:r>
              <a:rPr kumimoji="0" lang="en-US" altLang="en-US" sz="1600" b="1" i="0" u="none" strike="noStrike" cap="none" normalizeH="0" baseline="0" dirty="0">
                <a:ln>
                  <a:noFill/>
                </a:ln>
                <a:solidFill>
                  <a:schemeClr val="tx1"/>
                </a:solidFill>
                <a:effectLst/>
                <a:latin typeface="+mj-lt"/>
              </a:rPr>
              <a:t> </a:t>
            </a:r>
            <a:r>
              <a:rPr kumimoji="0" lang="en-US" altLang="en-US" sz="1600" b="1" i="0" u="none" strike="noStrike" cap="none" normalizeH="0" baseline="0" dirty="0" err="1">
                <a:ln>
                  <a:noFill/>
                </a:ln>
                <a:solidFill>
                  <a:schemeClr val="tx1"/>
                </a:solidFill>
                <a:effectLst/>
                <a:latin typeface="+mj-lt"/>
              </a:rPr>
              <a:t>nhật</a:t>
            </a:r>
            <a:r>
              <a:rPr kumimoji="0" lang="en-US" altLang="en-US" sz="1600" b="1" i="0" u="none" strike="noStrike" cap="none" normalizeH="0" baseline="0" dirty="0">
                <a:ln>
                  <a:noFill/>
                </a:ln>
                <a:solidFill>
                  <a:schemeClr val="tx1"/>
                </a:solidFill>
                <a:effectLst/>
                <a:latin typeface="+mj-lt"/>
              </a:rPr>
              <a:t> </a:t>
            </a:r>
            <a:r>
              <a:rPr kumimoji="0" lang="en-US" altLang="en-US" sz="1600" b="1" i="0" u="none" strike="noStrike" cap="none" normalizeH="0" baseline="0" dirty="0" err="1">
                <a:ln>
                  <a:noFill/>
                </a:ln>
                <a:solidFill>
                  <a:schemeClr val="tx1"/>
                </a:solidFill>
                <a:effectLst/>
                <a:latin typeface="+mj-lt"/>
              </a:rPr>
              <a:t>chậm</a:t>
            </a:r>
            <a:r>
              <a:rPr kumimoji="0" lang="en-US" altLang="en-US" sz="1600" b="1" i="0" u="none" strike="noStrike" cap="none" normalizeH="0" baseline="0" dirty="0">
                <a:ln>
                  <a:noFill/>
                </a:ln>
                <a:solidFill>
                  <a:schemeClr val="tx1"/>
                </a:solidFill>
                <a:effectLst/>
                <a:latin typeface="+mj-lt"/>
              </a:rPr>
              <a:t>):</a:t>
            </a:r>
            <a:endParaRPr kumimoji="0" lang="en-US" altLang="en-US" sz="16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a:ln>
                  <a:noFill/>
                </a:ln>
                <a:solidFill>
                  <a:schemeClr val="tx1"/>
                </a:solidFill>
                <a:effectLst/>
                <a:latin typeface="+mj-lt"/>
              </a:rPr>
              <a:t>Input: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Ảnh</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từ</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nhánh</a:t>
            </a:r>
            <a:r>
              <a:rPr kumimoji="0" lang="en-US" altLang="en-US" sz="1600" b="0" i="0" u="none" strike="noStrike" cap="none" normalizeH="0" baseline="0" dirty="0">
                <a:ln>
                  <a:noFill/>
                </a:ln>
                <a:solidFill>
                  <a:schemeClr val="tx1"/>
                </a:solidFill>
                <a:effectLst/>
                <a:latin typeface="+mj-lt"/>
              </a:rPr>
              <a:t> Weak Aug.</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err="1">
                <a:ln>
                  <a:noFill/>
                </a:ln>
                <a:solidFill>
                  <a:schemeClr val="tx1"/>
                </a:solidFill>
                <a:effectLst/>
                <a:latin typeface="+mj-lt"/>
              </a:rPr>
              <a:t>Nhiệm</a:t>
            </a:r>
            <a:r>
              <a:rPr kumimoji="0" lang="en-US" altLang="en-US" sz="1600" b="0" i="1" u="none" strike="noStrike" cap="none" normalizeH="0" baseline="0" dirty="0">
                <a:ln>
                  <a:noFill/>
                </a:ln>
                <a:solidFill>
                  <a:schemeClr val="tx1"/>
                </a:solidFill>
                <a:effectLst/>
                <a:latin typeface="+mj-lt"/>
              </a:rPr>
              <a:t> </a:t>
            </a:r>
            <a:r>
              <a:rPr kumimoji="0" lang="en-US" altLang="en-US" sz="1600" b="0" i="1" u="none" strike="noStrike" cap="none" normalizeH="0" baseline="0" dirty="0" err="1">
                <a:ln>
                  <a:noFill/>
                </a:ln>
                <a:solidFill>
                  <a:schemeClr val="tx1"/>
                </a:solidFill>
                <a:effectLst/>
                <a:latin typeface="+mj-lt"/>
              </a:rPr>
              <a:t>vụ</a:t>
            </a:r>
            <a:r>
              <a:rPr kumimoji="0" lang="en-US" altLang="en-US" sz="1600" b="0" i="1" u="none" strike="noStrike" cap="none" normalizeH="0" baseline="0" dirty="0">
                <a:ln>
                  <a:noFill/>
                </a:ln>
                <a:solidFill>
                  <a:schemeClr val="tx1"/>
                </a:solidFill>
                <a:effectLst/>
                <a:latin typeface="+mj-lt"/>
              </a:rPr>
              <a: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Đưa</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ra</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dự</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đoán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trên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bức</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ảnh</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sạch</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Không</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sử</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dụng</a:t>
            </a:r>
            <a:r>
              <a:rPr kumimoji="0" lang="en-US" altLang="en-US" sz="1600" b="0" i="0" u="none" strike="noStrike" cap="none" normalizeH="0" baseline="0" dirty="0">
                <a:ln>
                  <a:noFill/>
                </a:ln>
                <a:solidFill>
                  <a:schemeClr val="tx1"/>
                </a:solidFill>
                <a:effectLst/>
                <a:latin typeface="+mj-lt"/>
              </a:rPr>
              <a:t> Gradient Descent </a:t>
            </a:r>
            <a:r>
              <a:rPr kumimoji="0" lang="en-US" altLang="en-US" sz="1600" b="0" i="0" u="none" strike="noStrike" cap="none" normalizeH="0" baseline="0" dirty="0" err="1">
                <a:ln>
                  <a:noFill/>
                </a:ln>
                <a:solidFill>
                  <a:schemeClr val="tx1"/>
                </a:solidFill>
                <a:effectLst/>
                <a:latin typeface="+mj-lt"/>
              </a:rPr>
              <a:t>để</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học</a:t>
            </a:r>
            <a:r>
              <a:rPr kumimoji="0" lang="en-US" altLang="en-US" sz="16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a:ln>
                  <a:noFill/>
                </a:ln>
                <a:solidFill>
                  <a:schemeClr val="tx1"/>
                </a:solidFill>
                <a:effectLst/>
                <a:latin typeface="+mj-lt"/>
              </a:rPr>
              <a:t>Output:</a:t>
            </a:r>
            <a:r>
              <a:rPr kumimoji="0" lang="en-US" altLang="en-US" sz="1600" b="0" i="0" u="none" strike="noStrike" cap="none" normalizeH="0" baseline="0" dirty="0">
                <a:ln>
                  <a:noFill/>
                </a:ln>
                <a:solidFill>
                  <a:schemeClr val="tx1"/>
                </a:solidFill>
                <a:effectLst/>
                <a:latin typeface="+mj-lt"/>
              </a:rPr>
              <a:t> </a:t>
            </a:r>
            <a:r>
              <a:rPr kumimoji="0" lang="en-US" altLang="en-US" sz="1600" b="1" i="0" u="none" strike="noStrike" cap="none" normalizeH="0" baseline="0" dirty="0">
                <a:ln>
                  <a:noFill/>
                </a:ln>
                <a:solidFill>
                  <a:schemeClr val="tx1"/>
                </a:solidFill>
                <a:effectLst/>
                <a:latin typeface="+mj-lt"/>
              </a:rPr>
              <a:t>Pseudo label</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Nhãn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giả</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dùng</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làm</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đáp</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án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cho</a:t>
            </a:r>
            <a:r>
              <a:rPr kumimoji="0" lang="en-US" altLang="en-US" sz="1600" b="0" i="0" u="none" strike="noStrike" cap="none" normalizeH="0" baseline="0" dirty="0">
                <a:ln>
                  <a:noFill/>
                </a:ln>
                <a:solidFill>
                  <a:schemeClr val="tx1"/>
                </a:solidFill>
                <a:effectLst/>
                <a:latin typeface="+mj-lt"/>
              </a:rPr>
              <a:t> Student).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mj-lt"/>
            </a:endParaRPr>
          </a:p>
        </p:txBody>
      </p:sp>
    </p:spTree>
    <p:extLst>
      <p:ext uri="{BB962C8B-B14F-4D97-AF65-F5344CB8AC3E}">
        <p14:creationId xmlns:p14="http://schemas.microsoft.com/office/powerpoint/2010/main" val="28223400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40">
          <a:extLst>
            <a:ext uri="{FF2B5EF4-FFF2-40B4-BE49-F238E27FC236}">
              <a16:creationId xmlns:a16="http://schemas.microsoft.com/office/drawing/2014/main" id="{D4627449-EBF2-770E-C467-C1225C598681}"/>
            </a:ext>
          </a:extLst>
        </p:cNvPr>
        <p:cNvGrpSpPr/>
        <p:nvPr/>
      </p:nvGrpSpPr>
      <p:grpSpPr>
        <a:xfrm>
          <a:off x="0" y="0"/>
          <a:ext cx="0" cy="0"/>
          <a:chOff x="0" y="0"/>
          <a:chExt cx="0" cy="0"/>
        </a:xfrm>
      </p:grpSpPr>
      <p:sp>
        <p:nvSpPr>
          <p:cNvPr id="2241" name="Google Shape;2241;p42">
            <a:extLst>
              <a:ext uri="{FF2B5EF4-FFF2-40B4-BE49-F238E27FC236}">
                <a16:creationId xmlns:a16="http://schemas.microsoft.com/office/drawing/2014/main" id="{70540B03-B8E1-667C-2C84-52CD728850BF}"/>
              </a:ext>
            </a:extLst>
          </p:cNvPr>
          <p:cNvSpPr txBox="1">
            <a:spLocks noGrp="1"/>
          </p:cNvSpPr>
          <p:nvPr>
            <p:ph type="title"/>
          </p:nvPr>
        </p:nvSpPr>
        <p:spPr>
          <a:xfrm>
            <a:off x="3087807" y="348205"/>
            <a:ext cx="2968386" cy="62855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400" dirty="0"/>
              <a:t>TT-SFUDA</a:t>
            </a:r>
            <a:endParaRPr sz="2400" dirty="0"/>
          </a:p>
        </p:txBody>
      </p:sp>
      <p:sp>
        <p:nvSpPr>
          <p:cNvPr id="5" name="TextBox 4">
            <a:extLst>
              <a:ext uri="{FF2B5EF4-FFF2-40B4-BE49-F238E27FC236}">
                <a16:creationId xmlns:a16="http://schemas.microsoft.com/office/drawing/2014/main" id="{C60B9BF0-94F3-2CD7-485A-D55253BF7E11}"/>
              </a:ext>
            </a:extLst>
          </p:cNvPr>
          <p:cNvSpPr txBox="1"/>
          <p:nvPr/>
        </p:nvSpPr>
        <p:spPr>
          <a:xfrm>
            <a:off x="2959094" y="861318"/>
            <a:ext cx="3965908" cy="338554"/>
          </a:xfrm>
          <a:prstGeom prst="rect">
            <a:avLst/>
          </a:prstGeom>
          <a:noFill/>
        </p:spPr>
        <p:txBody>
          <a:bodyPr wrap="square">
            <a:spAutoFit/>
          </a:bodyPr>
          <a:lstStyle/>
          <a:p>
            <a:r>
              <a:rPr lang="vi-VN" sz="1600" b="1" dirty="0"/>
              <a:t>Giai đoạn 2 (Task-specific Adaptation</a:t>
            </a:r>
            <a:r>
              <a:rPr lang="en-US" sz="1600" b="1" dirty="0"/>
              <a:t>)</a:t>
            </a:r>
            <a:endParaRPr lang="en-US" sz="1600" dirty="0"/>
          </a:p>
        </p:txBody>
      </p:sp>
      <p:sp>
        <p:nvSpPr>
          <p:cNvPr id="3" name="Rectangle 1">
            <a:extLst>
              <a:ext uri="{FF2B5EF4-FFF2-40B4-BE49-F238E27FC236}">
                <a16:creationId xmlns:a16="http://schemas.microsoft.com/office/drawing/2014/main" id="{AAAE9FB8-846D-6742-DC8D-ABCEAB55E993}"/>
              </a:ext>
            </a:extLst>
          </p:cNvPr>
          <p:cNvSpPr>
            <a:spLocks noChangeArrowheads="1"/>
          </p:cNvSpPr>
          <p:nvPr/>
        </p:nvSpPr>
        <p:spPr bwMode="auto">
          <a:xfrm>
            <a:off x="1367117" y="1321282"/>
            <a:ext cx="6409765" cy="15542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mj-lt"/>
              </a:rPr>
              <a:t>Module Student Model (</a:t>
            </a:r>
            <a:r>
              <a:rPr kumimoji="0" lang="en-US" altLang="en-US" sz="1600" b="1" i="0" u="none" strike="noStrike" cap="none" normalizeH="0" baseline="0" dirty="0" err="1">
                <a:ln>
                  <a:noFill/>
                </a:ln>
                <a:solidFill>
                  <a:schemeClr val="tx1"/>
                </a:solidFill>
                <a:effectLst/>
                <a:latin typeface="+mj-lt"/>
              </a:rPr>
              <a:t>Mạng</a:t>
            </a:r>
            <a:r>
              <a:rPr kumimoji="0" lang="en-US" altLang="en-US" sz="1600" b="1" i="0" u="none" strike="noStrike" cap="none" normalizeH="0" baseline="0" dirty="0">
                <a:ln>
                  <a:noFill/>
                </a:ln>
                <a:solidFill>
                  <a:schemeClr val="tx1"/>
                </a:solidFill>
                <a:effectLst/>
                <a:latin typeface="+mj-lt"/>
              </a:rPr>
              <a:t> Học </a:t>
            </a:r>
            <a:r>
              <a:rPr kumimoji="0" lang="en-US" altLang="en-US" sz="1600" b="1" i="0" u="none" strike="noStrike" cap="none" normalizeH="0" baseline="0" dirty="0" err="1">
                <a:ln>
                  <a:noFill/>
                </a:ln>
                <a:solidFill>
                  <a:schemeClr val="tx1"/>
                </a:solidFill>
                <a:effectLst/>
                <a:latin typeface="+mj-lt"/>
              </a:rPr>
              <a:t>sinh</a:t>
            </a:r>
            <a:r>
              <a:rPr kumimoji="0" lang="en-US" altLang="en-US" sz="1600" b="1" i="0" u="none" strike="noStrike" cap="none" normalizeH="0" baseline="0" dirty="0">
                <a:ln>
                  <a:noFill/>
                </a:ln>
                <a:solidFill>
                  <a:schemeClr val="tx1"/>
                </a:solidFill>
                <a:effectLst/>
                <a:latin typeface="+mj-lt"/>
              </a:rPr>
              <a:t> - </a:t>
            </a:r>
            <a:r>
              <a:rPr kumimoji="0" lang="en-US" altLang="en-US" sz="1600" b="1" i="0" u="none" strike="noStrike" cap="none" normalizeH="0" baseline="0" dirty="0" err="1">
                <a:ln>
                  <a:noFill/>
                </a:ln>
                <a:solidFill>
                  <a:schemeClr val="tx1"/>
                </a:solidFill>
                <a:effectLst/>
                <a:latin typeface="+mj-lt"/>
              </a:rPr>
              <a:t>Cập</a:t>
            </a:r>
            <a:r>
              <a:rPr kumimoji="0" lang="en-US" altLang="en-US" sz="1600" b="1" i="0" u="none" strike="noStrike" cap="none" normalizeH="0" baseline="0" dirty="0">
                <a:ln>
                  <a:noFill/>
                </a:ln>
                <a:solidFill>
                  <a:schemeClr val="tx1"/>
                </a:solidFill>
                <a:effectLst/>
                <a:latin typeface="+mj-lt"/>
              </a:rPr>
              <a:t> </a:t>
            </a:r>
            <a:r>
              <a:rPr kumimoji="0" lang="en-US" altLang="en-US" sz="1600" b="1" i="0" u="none" strike="noStrike" cap="none" normalizeH="0" baseline="0" dirty="0" err="1">
                <a:ln>
                  <a:noFill/>
                </a:ln>
                <a:solidFill>
                  <a:schemeClr val="tx1"/>
                </a:solidFill>
                <a:effectLst/>
                <a:latin typeface="+mj-lt"/>
              </a:rPr>
              <a:t>nhật</a:t>
            </a:r>
            <a:r>
              <a:rPr kumimoji="0" lang="en-US" altLang="en-US" sz="1600" b="1" i="0" u="none" strike="noStrike" cap="none" normalizeH="0" baseline="0" dirty="0">
                <a:ln>
                  <a:noFill/>
                </a:ln>
                <a:solidFill>
                  <a:schemeClr val="tx1"/>
                </a:solidFill>
                <a:effectLst/>
                <a:latin typeface="+mj-lt"/>
              </a:rPr>
              <a:t> </a:t>
            </a:r>
            <a:r>
              <a:rPr kumimoji="0" lang="en-US" altLang="en-US" sz="1600" b="1" i="0" u="none" strike="noStrike" cap="none" normalizeH="0" baseline="0" dirty="0" err="1">
                <a:ln>
                  <a:noFill/>
                </a:ln>
                <a:solidFill>
                  <a:schemeClr val="tx1"/>
                </a:solidFill>
                <a:effectLst/>
                <a:latin typeface="+mj-lt"/>
              </a:rPr>
              <a:t>trực</a:t>
            </a:r>
            <a:r>
              <a:rPr kumimoji="0" lang="en-US" altLang="en-US" sz="1600" b="1" i="0" u="none" strike="noStrike" cap="none" normalizeH="0" baseline="0" dirty="0">
                <a:ln>
                  <a:noFill/>
                </a:ln>
                <a:solidFill>
                  <a:schemeClr val="tx1"/>
                </a:solidFill>
                <a:effectLst/>
                <a:latin typeface="+mj-lt"/>
              </a:rPr>
              <a:t> </a:t>
            </a:r>
            <a:r>
              <a:rPr kumimoji="0" lang="en-US" altLang="en-US" sz="1600" b="1" i="0" u="none" strike="noStrike" cap="none" normalizeH="0" baseline="0" dirty="0" err="1">
                <a:ln>
                  <a:noFill/>
                </a:ln>
                <a:solidFill>
                  <a:schemeClr val="tx1"/>
                </a:solidFill>
                <a:effectLst/>
                <a:latin typeface="+mj-lt"/>
              </a:rPr>
              <a:t>tiếp</a:t>
            </a:r>
            <a:r>
              <a:rPr kumimoji="0" lang="en-US" altLang="en-US" sz="1600" b="1" i="0" u="none" strike="noStrike" cap="none" normalizeH="0" baseline="0" dirty="0">
                <a:ln>
                  <a:noFill/>
                </a:ln>
                <a:solidFill>
                  <a:schemeClr val="tx1"/>
                </a:solidFill>
                <a:effectLst/>
                <a:latin typeface="+mj-lt"/>
              </a:rPr>
              <a:t>):</a:t>
            </a:r>
            <a:endParaRPr kumimoji="0" lang="en-US" altLang="en-US" sz="16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a:ln>
                  <a:noFill/>
                </a:ln>
                <a:solidFill>
                  <a:schemeClr val="tx1"/>
                </a:solidFill>
                <a:effectLst/>
                <a:latin typeface="+mj-lt"/>
              </a:rPr>
              <a:t>Input: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Ảnh</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từ</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nhánh</a:t>
            </a:r>
            <a:r>
              <a:rPr kumimoji="0" lang="en-US" altLang="en-US" sz="1600" b="0" i="0" u="none" strike="noStrike" cap="none" normalizeH="0" baseline="0" dirty="0">
                <a:ln>
                  <a:noFill/>
                </a:ln>
                <a:solidFill>
                  <a:schemeClr val="tx1"/>
                </a:solidFill>
                <a:effectLst/>
                <a:latin typeface="+mj-lt"/>
              </a:rPr>
              <a:t> Strong Aug.</a:t>
            </a:r>
          </a:p>
          <a:p>
            <a:pPr lvl="0" eaLnBrk="0" fontAlgn="base" hangingPunct="0">
              <a:spcBef>
                <a:spcPct val="0"/>
              </a:spcBef>
              <a:spcAft>
                <a:spcPct val="0"/>
              </a:spcAft>
              <a:buClrTx/>
              <a:buFontTx/>
              <a:buChar char="•"/>
            </a:pPr>
            <a:r>
              <a:rPr kumimoji="0" lang="en-US" altLang="en-US" sz="1600" b="0" i="1" u="none" strike="noStrike" cap="none" normalizeH="0" baseline="0" dirty="0" err="1">
                <a:ln>
                  <a:noFill/>
                </a:ln>
                <a:solidFill>
                  <a:schemeClr val="tx1"/>
                </a:solidFill>
                <a:effectLst/>
                <a:latin typeface="+mj-lt"/>
              </a:rPr>
              <a:t>Nhiệm</a:t>
            </a:r>
            <a:r>
              <a:rPr kumimoji="0" lang="en-US" altLang="en-US" sz="1600" b="0" i="1" u="none" strike="noStrike" cap="none" normalizeH="0" baseline="0" dirty="0">
                <a:ln>
                  <a:noFill/>
                </a:ln>
                <a:solidFill>
                  <a:schemeClr val="tx1"/>
                </a:solidFill>
                <a:effectLst/>
                <a:latin typeface="+mj-lt"/>
              </a:rPr>
              <a:t> </a:t>
            </a:r>
            <a:r>
              <a:rPr kumimoji="0" lang="en-US" altLang="en-US" sz="1600" b="0" i="1" u="none" strike="noStrike" cap="none" normalizeH="0" baseline="0" dirty="0" err="1">
                <a:ln>
                  <a:noFill/>
                </a:ln>
                <a:solidFill>
                  <a:schemeClr val="tx1"/>
                </a:solidFill>
                <a:effectLst/>
                <a:latin typeface="+mj-lt"/>
              </a:rPr>
              <a:t>vụ</a:t>
            </a:r>
            <a:r>
              <a:rPr kumimoji="0" lang="en-US" altLang="en-US" sz="1600" b="0" i="1" u="none" strike="noStrike" cap="none" normalizeH="0" baseline="0" dirty="0">
                <a:ln>
                  <a:noFill/>
                </a:ln>
                <a:solidFill>
                  <a:schemeClr val="tx1"/>
                </a:solidFill>
                <a:effectLst/>
                <a:latin typeface="+mj-lt"/>
              </a:rPr>
              <a: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Nhìn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vào</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bức</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ảnh</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rất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mờ</a:t>
            </a:r>
            <a:r>
              <a:rPr kumimoji="0" lang="en-US" altLang="en-US" sz="1600" b="0" i="0" u="none" strike="noStrike" cap="none" normalizeH="0" baseline="0" dirty="0">
                <a:ln>
                  <a:noFill/>
                </a:ln>
                <a:solidFill>
                  <a:schemeClr val="tx1"/>
                </a:solidFill>
                <a:effectLst/>
                <a:latin typeface="+mj-lt"/>
              </a:rPr>
              <a:t>/</a:t>
            </a:r>
            <a:r>
              <a:rPr kumimoji="0" lang="en-US" altLang="en-US" sz="1600" b="0" i="0" u="none" strike="noStrike" cap="none" normalizeH="0" baseline="0" dirty="0" err="1">
                <a:ln>
                  <a:noFill/>
                </a:ln>
                <a:solidFill>
                  <a:schemeClr val="tx1"/>
                </a:solidFill>
                <a:effectLst/>
                <a:latin typeface="+mj-lt"/>
              </a:rPr>
              <a:t>nhiễu</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và</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phải</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đoán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ra</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được</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kết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quả</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giống</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với</a:t>
            </a:r>
            <a:r>
              <a:rPr kumimoji="0" lang="en-US" altLang="en-US" sz="1600" b="0" i="0" u="none" strike="noStrike" cap="none" normalizeH="0" baseline="0" dirty="0">
                <a:ln>
                  <a:noFill/>
                </a:ln>
                <a:solidFill>
                  <a:schemeClr val="tx1"/>
                </a:solidFill>
                <a:effectLst/>
                <a:latin typeface="+mj-lt"/>
              </a:rPr>
              <a:t> Teacher. </a:t>
            </a:r>
            <a:r>
              <a:rPr kumimoji="0" lang="en-US" altLang="en-US" sz="1600" b="0" i="0" u="none" strike="noStrike" cap="none" normalizeH="0" baseline="0" dirty="0" err="1">
                <a:ln>
                  <a:noFill/>
                </a:ln>
                <a:solidFill>
                  <a:schemeClr val="tx1"/>
                </a:solidFill>
                <a:effectLst/>
                <a:latin typeface="+mj-lt"/>
              </a:rPr>
              <a:t>Trọng</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số</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được</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cập</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nhật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liên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tục</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để</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giảm</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thiểu</a:t>
            </a:r>
            <a:r>
              <a:rPr kumimoji="0" lang="en-US" altLang="en-US" sz="1600" b="0" i="0" u="none" strike="noStrike" cap="none" normalizeH="0" baseline="0" dirty="0">
                <a:ln>
                  <a:noFill/>
                </a:ln>
                <a:solidFill>
                  <a:schemeClr val="tx1"/>
                </a:solidFill>
                <a:effectLst/>
                <a:latin typeface="+mj-lt"/>
              </a:rPr>
              <a:t> </a:t>
            </a:r>
            <a:r>
              <a:rPr lang="en-US" altLang="en-US" sz="1600" dirty="0" err="1">
                <a:solidFill>
                  <a:schemeClr val="tx1"/>
                </a:solidFill>
              </a:rPr>
              <a:t>L</a:t>
            </a:r>
            <a:r>
              <a:rPr lang="en-US" altLang="en-US" sz="1600" baseline="-25000" dirty="0" err="1">
                <a:solidFill>
                  <a:schemeClr val="tx1"/>
                </a:solidFill>
              </a:rPr>
              <a:t>Seg</a:t>
            </a:r>
            <a:r>
              <a:rPr lang="en-US" altLang="en-US" sz="1600" baseline="-25000" dirty="0">
                <a:solidFill>
                  <a:schemeClr val="tx1"/>
                </a:solidFill>
              </a:rPr>
              <a:t>  </a:t>
            </a:r>
            <a:r>
              <a:rPr kumimoji="0" lang="en-US" altLang="en-US" sz="1600" b="0" i="0" u="none" strike="noStrike" cap="none" normalizeH="0" baseline="0" dirty="0" err="1">
                <a:ln>
                  <a:noFill/>
                </a:ln>
                <a:solidFill>
                  <a:schemeClr val="tx1"/>
                </a:solidFill>
                <a:effectLst/>
                <a:latin typeface="+mj-lt"/>
              </a:rPr>
              <a:t>và</a:t>
            </a:r>
            <a:r>
              <a:rPr kumimoji="0" lang="en-US" altLang="en-US" sz="1600" b="0" i="0" u="none" strike="noStrike" cap="none" normalizeH="0" baseline="0" dirty="0">
                <a:ln>
                  <a:noFill/>
                </a:ln>
                <a:solidFill>
                  <a:schemeClr val="tx1"/>
                </a:solidFill>
                <a:effectLst/>
                <a:latin typeface="+mj-lt"/>
              </a:rPr>
              <a:t> </a:t>
            </a:r>
            <a:r>
              <a:rPr lang="en-US" altLang="en-US" sz="1600" dirty="0">
                <a:solidFill>
                  <a:schemeClr val="tx1"/>
                </a:solidFill>
              </a:rPr>
              <a:t>L</a:t>
            </a:r>
            <a:r>
              <a:rPr lang="en-US" altLang="en-US" sz="1600" baseline="-25000" dirty="0">
                <a:solidFill>
                  <a:schemeClr val="tx1"/>
                </a:solidFill>
              </a:rPr>
              <a:t>AC</a:t>
            </a:r>
            <a:r>
              <a:rPr lang="en-US" altLang="en-US" sz="1600" dirty="0">
                <a:solidFill>
                  <a:schemeClr val="tx1"/>
                </a:solidFill>
              </a:rPr>
              <a:t>.</a:t>
            </a:r>
            <a:endParaRPr kumimoji="0" lang="en-US" altLang="en-US" sz="16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mj-lt"/>
            </a:endParaRPr>
          </a:p>
        </p:txBody>
      </p:sp>
      <p:sp>
        <p:nvSpPr>
          <p:cNvPr id="7" name="TextBox 6">
            <a:extLst>
              <a:ext uri="{FF2B5EF4-FFF2-40B4-BE49-F238E27FC236}">
                <a16:creationId xmlns:a16="http://schemas.microsoft.com/office/drawing/2014/main" id="{B256A114-D719-EB16-B532-0CA03896A7F8}"/>
              </a:ext>
            </a:extLst>
          </p:cNvPr>
          <p:cNvSpPr txBox="1"/>
          <p:nvPr/>
        </p:nvSpPr>
        <p:spPr>
          <a:xfrm>
            <a:off x="1367116" y="2758689"/>
            <a:ext cx="6409765" cy="1323439"/>
          </a:xfrm>
          <a:prstGeom prst="rect">
            <a:avLst/>
          </a:prstGeom>
          <a:noFill/>
        </p:spPr>
        <p:txBody>
          <a:bodyPr wrap="square">
            <a:spAutoFit/>
          </a:bodyPr>
          <a:lstStyle/>
          <a:p>
            <a:pPr>
              <a:buNone/>
            </a:pPr>
            <a:r>
              <a:rPr lang="vi-VN" sz="1600" b="1" dirty="0"/>
              <a:t>Module EMA (Exponential Moving Average):</a:t>
            </a:r>
            <a:endParaRPr lang="vi-VN" sz="1600" dirty="0"/>
          </a:p>
          <a:p>
            <a:pPr>
              <a:buFont typeface="Arial" panose="020B0604020202020204" pitchFamily="34" charset="0"/>
              <a:buChar char="•"/>
            </a:pPr>
            <a:r>
              <a:rPr lang="vi-VN" sz="1600" i="1" dirty="0"/>
              <a:t>Nhiệm vụ:</a:t>
            </a:r>
            <a:r>
              <a:rPr lang="vi-VN" sz="1600" dirty="0"/>
              <a:t> Sau mỗi bước học của Student, module này sẽ "copy" một phần rất nhỏ (ví dụ 0.1%) kiến thức mới của Student sang cho Teacher. Việc này giúp Teacher ngày càng thông minh hơn nhưng không bị xáo trộn đột ngột.</a:t>
            </a:r>
          </a:p>
        </p:txBody>
      </p:sp>
    </p:spTree>
    <p:extLst>
      <p:ext uri="{BB962C8B-B14F-4D97-AF65-F5344CB8AC3E}">
        <p14:creationId xmlns:p14="http://schemas.microsoft.com/office/powerpoint/2010/main" val="3366129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0">
          <a:extLst>
            <a:ext uri="{FF2B5EF4-FFF2-40B4-BE49-F238E27FC236}">
              <a16:creationId xmlns:a16="http://schemas.microsoft.com/office/drawing/2014/main" id="{BD19F5CF-4C5B-C24A-DBC9-E82C635294E3}"/>
            </a:ext>
          </a:extLst>
        </p:cNvPr>
        <p:cNvGrpSpPr/>
        <p:nvPr/>
      </p:nvGrpSpPr>
      <p:grpSpPr>
        <a:xfrm>
          <a:off x="0" y="0"/>
          <a:ext cx="0" cy="0"/>
          <a:chOff x="0" y="0"/>
          <a:chExt cx="0" cy="0"/>
        </a:xfrm>
      </p:grpSpPr>
      <p:sp>
        <p:nvSpPr>
          <p:cNvPr id="2241" name="Google Shape;2241;p42">
            <a:extLst>
              <a:ext uri="{FF2B5EF4-FFF2-40B4-BE49-F238E27FC236}">
                <a16:creationId xmlns:a16="http://schemas.microsoft.com/office/drawing/2014/main" id="{90928C8A-B747-F2BC-54BC-4EC2E68E8D0D}"/>
              </a:ext>
            </a:extLst>
          </p:cNvPr>
          <p:cNvSpPr txBox="1">
            <a:spLocks noGrp="1"/>
          </p:cNvSpPr>
          <p:nvPr>
            <p:ph type="title"/>
          </p:nvPr>
        </p:nvSpPr>
        <p:spPr>
          <a:xfrm>
            <a:off x="3087807" y="348205"/>
            <a:ext cx="2968386" cy="62855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TT-SFUDA</a:t>
            </a:r>
            <a:endParaRPr dirty="0"/>
          </a:p>
        </p:txBody>
      </p:sp>
      <p:sp>
        <p:nvSpPr>
          <p:cNvPr id="5" name="TextBox 4">
            <a:extLst>
              <a:ext uri="{FF2B5EF4-FFF2-40B4-BE49-F238E27FC236}">
                <a16:creationId xmlns:a16="http://schemas.microsoft.com/office/drawing/2014/main" id="{AD5FB629-2B73-4C42-D0B5-BD8AA8C8A79D}"/>
              </a:ext>
            </a:extLst>
          </p:cNvPr>
          <p:cNvSpPr txBox="1"/>
          <p:nvPr/>
        </p:nvSpPr>
        <p:spPr>
          <a:xfrm>
            <a:off x="2004654" y="1127063"/>
            <a:ext cx="3965908" cy="307777"/>
          </a:xfrm>
          <a:prstGeom prst="rect">
            <a:avLst/>
          </a:prstGeom>
          <a:noFill/>
        </p:spPr>
        <p:txBody>
          <a:bodyPr wrap="square">
            <a:spAutoFit/>
          </a:bodyPr>
          <a:lstStyle/>
          <a:p>
            <a:r>
              <a:rPr lang="vi-VN" b="1" dirty="0"/>
              <a:t>Giai đoạn 2 (Task-specific Adaptation</a:t>
            </a:r>
            <a:r>
              <a:rPr lang="en-US" b="1" dirty="0"/>
              <a:t>)</a:t>
            </a:r>
            <a:endParaRPr lang="en-US" dirty="0"/>
          </a:p>
        </p:txBody>
      </p:sp>
      <p:pic>
        <p:nvPicPr>
          <p:cNvPr id="4" name="Picture 3">
            <a:extLst>
              <a:ext uri="{FF2B5EF4-FFF2-40B4-BE49-F238E27FC236}">
                <a16:creationId xmlns:a16="http://schemas.microsoft.com/office/drawing/2014/main" id="{4BE3F5F7-BF9F-7D43-B8E7-EDBD80E0FF54}"/>
              </a:ext>
            </a:extLst>
          </p:cNvPr>
          <p:cNvPicPr>
            <a:picLocks noChangeAspect="1"/>
          </p:cNvPicPr>
          <p:nvPr/>
        </p:nvPicPr>
        <p:blipFill>
          <a:blip r:embed="rId3"/>
          <a:stretch>
            <a:fillRect/>
          </a:stretch>
        </p:blipFill>
        <p:spPr>
          <a:xfrm>
            <a:off x="2004654" y="2489805"/>
            <a:ext cx="5134692" cy="1943371"/>
          </a:xfrm>
          <a:prstGeom prst="rect">
            <a:avLst/>
          </a:prstGeom>
        </p:spPr>
      </p:pic>
      <p:sp>
        <p:nvSpPr>
          <p:cNvPr id="6" name="Rectangle 1">
            <a:extLst>
              <a:ext uri="{FF2B5EF4-FFF2-40B4-BE49-F238E27FC236}">
                <a16:creationId xmlns:a16="http://schemas.microsoft.com/office/drawing/2014/main" id="{194FA20E-0141-C9AD-0054-4B805D545D53}"/>
              </a:ext>
            </a:extLst>
          </p:cNvPr>
          <p:cNvSpPr>
            <a:spLocks noChangeArrowheads="1"/>
          </p:cNvSpPr>
          <p:nvPr/>
        </p:nvSpPr>
        <p:spPr bwMode="auto">
          <a:xfrm>
            <a:off x="2192248" y="1582996"/>
            <a:ext cx="4639769" cy="1154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a:ln>
                  <a:noFill/>
                </a:ln>
                <a:solidFill>
                  <a:schemeClr val="tx1"/>
                </a:solidFill>
                <a:effectLst/>
                <a:latin typeface="+mj-lt"/>
              </a:rPr>
              <a:t>Loss Functions:</a:t>
            </a:r>
            <a:endParaRPr kumimoji="0" lang="en-US" altLang="en-US" sz="1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mj-lt"/>
              </a:rPr>
              <a:t> </a:t>
            </a:r>
            <a:r>
              <a:rPr kumimoji="0" lang="en-US" altLang="en-US" sz="1800" b="0" i="0" u="none" strike="noStrike" cap="none" normalizeH="0" baseline="0" dirty="0" err="1">
                <a:ln>
                  <a:noFill/>
                </a:ln>
                <a:solidFill>
                  <a:schemeClr val="tx1"/>
                </a:solidFill>
                <a:effectLst/>
                <a:latin typeface="+mj-lt"/>
              </a:rPr>
              <a:t>L</a:t>
            </a:r>
            <a:r>
              <a:rPr kumimoji="0" lang="en-US" altLang="en-US" sz="1800" b="0" i="0" u="none" strike="noStrike" cap="none" normalizeH="0" baseline="-25000" dirty="0" err="1">
                <a:ln>
                  <a:noFill/>
                </a:ln>
                <a:solidFill>
                  <a:schemeClr val="tx1"/>
                </a:solidFill>
                <a:effectLst/>
                <a:latin typeface="+mj-lt"/>
              </a:rPr>
              <a:t>Seg</a:t>
            </a:r>
            <a:r>
              <a:rPr kumimoji="0" lang="en-US" altLang="en-US" sz="1800" b="0" i="0" u="none" strike="noStrike" cap="none" normalizeH="0" baseline="0" dirty="0">
                <a:ln>
                  <a:noFill/>
                </a:ln>
                <a:solidFill>
                  <a:schemeClr val="tx1"/>
                </a:solidFill>
                <a:effectLst/>
                <a:latin typeface="+mj-lt"/>
              </a:rPr>
              <a:t> (Học </a:t>
            </a:r>
            <a:r>
              <a:rPr kumimoji="0" lang="en-US" altLang="en-US" sz="1800" b="0" i="0" u="none" strike="noStrike" cap="none" normalizeH="0" baseline="0" dirty="0" err="1">
                <a:ln>
                  <a:noFill/>
                </a:ln>
                <a:solidFill>
                  <a:schemeClr val="tx1"/>
                </a:solidFill>
                <a:effectLst/>
                <a:latin typeface="+mj-lt"/>
              </a:rPr>
              <a:t>từ</a:t>
            </a:r>
            <a:r>
              <a:rPr kumimoji="0" lang="en-US" altLang="en-US" sz="1800" b="0" i="0" u="none" strike="noStrike" cap="none" normalizeH="0" baseline="0" dirty="0">
                <a:ln>
                  <a:noFill/>
                </a:ln>
                <a:solidFill>
                  <a:schemeClr val="tx1"/>
                </a:solidFill>
                <a:effectLst/>
                <a:latin typeface="+mj-lt"/>
              </a:rPr>
              <a:t> </a:t>
            </a:r>
            <a:r>
              <a:rPr kumimoji="0" lang="en-US" altLang="en-US" sz="1800" b="0" i="0" u="none" strike="noStrike" cap="none" normalizeH="0" baseline="0" dirty="0" err="1">
                <a:ln>
                  <a:noFill/>
                </a:ln>
                <a:solidFill>
                  <a:schemeClr val="tx1"/>
                </a:solidFill>
                <a:effectLst/>
                <a:latin typeface="+mj-lt"/>
              </a:rPr>
              <a:t>nhãn</a:t>
            </a:r>
            <a:r>
              <a:rPr kumimoji="0" lang="en-US" altLang="en-US" sz="1800" b="0" i="0" u="none" strike="noStrike" cap="none" normalizeH="0" baseline="0" dirty="0">
                <a:ln>
                  <a:noFill/>
                </a:ln>
                <a:solidFill>
                  <a:schemeClr val="tx1"/>
                </a:solidFill>
                <a:effectLst/>
                <a:latin typeface="+mj-lt"/>
              </a:rPr>
              <a:t> </a:t>
            </a:r>
            <a:r>
              <a:rPr kumimoji="0" lang="en-US" altLang="en-US" sz="1800" b="0" i="0" u="none" strike="noStrike" cap="none" normalizeH="0" baseline="0" dirty="0" err="1">
                <a:ln>
                  <a:noFill/>
                </a:ln>
                <a:solidFill>
                  <a:schemeClr val="tx1"/>
                </a:solidFill>
                <a:effectLst/>
                <a:latin typeface="+mj-lt"/>
              </a:rPr>
              <a:t>giả</a:t>
            </a:r>
            <a:r>
              <a:rPr kumimoji="0" lang="en-US" altLang="en-US" sz="1800" b="0" i="0" u="none" strike="noStrike" cap="none" normalizeH="0" baseline="0" dirty="0">
                <a:ln>
                  <a:noFill/>
                </a:ln>
                <a:solidFill>
                  <a:schemeClr val="tx1"/>
                </a:solidFill>
                <a:effectLst/>
                <a:latin typeface="+mj-lt"/>
              </a:rPr>
              <a:t> </a:t>
            </a:r>
            <a:r>
              <a:rPr kumimoji="0" lang="en-US" altLang="en-US" sz="1800" b="0" i="0" u="none" strike="noStrike" cap="none" normalizeH="0" baseline="0" dirty="0" err="1">
                <a:ln>
                  <a:noFill/>
                </a:ln>
                <a:solidFill>
                  <a:schemeClr val="tx1"/>
                </a:solidFill>
                <a:effectLst/>
                <a:latin typeface="+mj-lt"/>
              </a:rPr>
              <a:t>của</a:t>
            </a:r>
            <a:r>
              <a:rPr kumimoji="0" lang="en-US" altLang="en-US" sz="1800" b="0" i="0" u="none" strike="noStrike" cap="none" normalizeH="0" baseline="0" dirty="0">
                <a:ln>
                  <a:noFill/>
                </a:ln>
                <a:solidFill>
                  <a:schemeClr val="tx1"/>
                </a:solidFill>
                <a:effectLst/>
                <a:latin typeface="+mj-lt"/>
              </a:rPr>
              <a:t> Teacher)</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1800" dirty="0">
                <a:solidFill>
                  <a:schemeClr val="tx1"/>
                </a:solidFill>
                <a:latin typeface="+mj-lt"/>
              </a:rPr>
              <a:t> L</a:t>
            </a:r>
            <a:r>
              <a:rPr lang="en-US" altLang="en-US" sz="1800" baseline="-25000" dirty="0">
                <a:solidFill>
                  <a:schemeClr val="tx1"/>
                </a:solidFill>
                <a:latin typeface="+mj-lt"/>
              </a:rPr>
              <a:t>AC</a:t>
            </a:r>
            <a:r>
              <a:rPr lang="en-US" altLang="en-US" sz="1800" dirty="0">
                <a:solidFill>
                  <a:schemeClr val="tx1"/>
                </a:solidFill>
                <a:latin typeface="+mj-lt"/>
              </a:rPr>
              <a:t> </a:t>
            </a:r>
            <a:r>
              <a:rPr kumimoji="0" lang="en-US" altLang="en-US" sz="1800" b="0" i="0" u="none" strike="noStrike" cap="none" normalizeH="0" baseline="0" dirty="0">
                <a:ln>
                  <a:noFill/>
                </a:ln>
                <a:solidFill>
                  <a:schemeClr val="tx1"/>
                </a:solidFill>
                <a:effectLst/>
                <a:latin typeface="+mj-lt"/>
              </a:rPr>
              <a:t>(Augmentation Consistency Loss)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mj-lt"/>
            </a:endParaRPr>
          </a:p>
        </p:txBody>
      </p:sp>
    </p:spTree>
    <p:extLst>
      <p:ext uri="{BB962C8B-B14F-4D97-AF65-F5344CB8AC3E}">
        <p14:creationId xmlns:p14="http://schemas.microsoft.com/office/powerpoint/2010/main" val="38790815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40">
          <a:extLst>
            <a:ext uri="{FF2B5EF4-FFF2-40B4-BE49-F238E27FC236}">
              <a16:creationId xmlns:a16="http://schemas.microsoft.com/office/drawing/2014/main" id="{F486995C-503B-1DA0-3D26-BBEFDF99D01D}"/>
            </a:ext>
          </a:extLst>
        </p:cNvPr>
        <p:cNvGrpSpPr/>
        <p:nvPr/>
      </p:nvGrpSpPr>
      <p:grpSpPr>
        <a:xfrm>
          <a:off x="0" y="0"/>
          <a:ext cx="0" cy="0"/>
          <a:chOff x="0" y="0"/>
          <a:chExt cx="0" cy="0"/>
        </a:xfrm>
      </p:grpSpPr>
      <p:sp>
        <p:nvSpPr>
          <p:cNvPr id="2241" name="Google Shape;2241;p42">
            <a:extLst>
              <a:ext uri="{FF2B5EF4-FFF2-40B4-BE49-F238E27FC236}">
                <a16:creationId xmlns:a16="http://schemas.microsoft.com/office/drawing/2014/main" id="{C12DBFCB-FE8B-95BD-722D-93E99F252AD0}"/>
              </a:ext>
            </a:extLst>
          </p:cNvPr>
          <p:cNvSpPr txBox="1">
            <a:spLocks noGrp="1"/>
          </p:cNvSpPr>
          <p:nvPr>
            <p:ph type="title"/>
          </p:nvPr>
        </p:nvSpPr>
        <p:spPr>
          <a:xfrm>
            <a:off x="3087807" y="348205"/>
            <a:ext cx="2968386" cy="62855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TT-SFUDA</a:t>
            </a:r>
            <a:endParaRPr dirty="0"/>
          </a:p>
        </p:txBody>
      </p:sp>
      <p:sp>
        <p:nvSpPr>
          <p:cNvPr id="5" name="TextBox 4">
            <a:extLst>
              <a:ext uri="{FF2B5EF4-FFF2-40B4-BE49-F238E27FC236}">
                <a16:creationId xmlns:a16="http://schemas.microsoft.com/office/drawing/2014/main" id="{FE2CB994-7960-BDB1-32A5-C1DCAA0FD50C}"/>
              </a:ext>
            </a:extLst>
          </p:cNvPr>
          <p:cNvSpPr txBox="1"/>
          <p:nvPr/>
        </p:nvSpPr>
        <p:spPr>
          <a:xfrm>
            <a:off x="2959094" y="861318"/>
            <a:ext cx="3965908" cy="307777"/>
          </a:xfrm>
          <a:prstGeom prst="rect">
            <a:avLst/>
          </a:prstGeom>
          <a:noFill/>
        </p:spPr>
        <p:txBody>
          <a:bodyPr wrap="square">
            <a:spAutoFit/>
          </a:bodyPr>
          <a:lstStyle/>
          <a:p>
            <a:r>
              <a:rPr lang="vi-VN" b="1" dirty="0"/>
              <a:t>Giai đoạn 2 (Task-specific Adaptation</a:t>
            </a:r>
            <a:r>
              <a:rPr lang="en-US" b="1" dirty="0"/>
              <a:t>)</a:t>
            </a:r>
            <a:endParaRPr lang="en-US" dirty="0"/>
          </a:p>
        </p:txBody>
      </p:sp>
      <p:pic>
        <p:nvPicPr>
          <p:cNvPr id="3" name="Picture 2">
            <a:extLst>
              <a:ext uri="{FF2B5EF4-FFF2-40B4-BE49-F238E27FC236}">
                <a16:creationId xmlns:a16="http://schemas.microsoft.com/office/drawing/2014/main" id="{81614EFD-D101-EB46-D9A0-11A68BF26962}"/>
              </a:ext>
            </a:extLst>
          </p:cNvPr>
          <p:cNvPicPr>
            <a:picLocks noChangeAspect="1"/>
          </p:cNvPicPr>
          <p:nvPr/>
        </p:nvPicPr>
        <p:blipFill>
          <a:blip r:embed="rId3"/>
          <a:stretch>
            <a:fillRect/>
          </a:stretch>
        </p:blipFill>
        <p:spPr>
          <a:xfrm>
            <a:off x="2855831" y="1127925"/>
            <a:ext cx="3432330" cy="1082568"/>
          </a:xfrm>
          <a:prstGeom prst="rect">
            <a:avLst/>
          </a:prstGeom>
        </p:spPr>
      </p:pic>
      <p:pic>
        <p:nvPicPr>
          <p:cNvPr id="10" name="Picture 9">
            <a:extLst>
              <a:ext uri="{FF2B5EF4-FFF2-40B4-BE49-F238E27FC236}">
                <a16:creationId xmlns:a16="http://schemas.microsoft.com/office/drawing/2014/main" id="{CAFFA945-7ADB-9E9E-2BBA-C4EAEBE4DF4E}"/>
              </a:ext>
            </a:extLst>
          </p:cNvPr>
          <p:cNvPicPr>
            <a:picLocks noChangeAspect="1"/>
          </p:cNvPicPr>
          <p:nvPr/>
        </p:nvPicPr>
        <p:blipFill>
          <a:blip r:embed="rId4"/>
          <a:stretch>
            <a:fillRect/>
          </a:stretch>
        </p:blipFill>
        <p:spPr>
          <a:xfrm>
            <a:off x="1546882" y="2141650"/>
            <a:ext cx="6050227" cy="440017"/>
          </a:xfrm>
          <a:prstGeom prst="rect">
            <a:avLst/>
          </a:prstGeom>
        </p:spPr>
      </p:pic>
      <p:pic>
        <p:nvPicPr>
          <p:cNvPr id="12" name="Picture 11">
            <a:extLst>
              <a:ext uri="{FF2B5EF4-FFF2-40B4-BE49-F238E27FC236}">
                <a16:creationId xmlns:a16="http://schemas.microsoft.com/office/drawing/2014/main" id="{8F34A20A-D4C9-E690-8954-70A6188141FC}"/>
              </a:ext>
            </a:extLst>
          </p:cNvPr>
          <p:cNvPicPr>
            <a:picLocks noChangeAspect="1"/>
          </p:cNvPicPr>
          <p:nvPr/>
        </p:nvPicPr>
        <p:blipFill>
          <a:blip r:embed="rId5"/>
          <a:stretch>
            <a:fillRect/>
          </a:stretch>
        </p:blipFill>
        <p:spPr>
          <a:xfrm>
            <a:off x="2218995" y="2971513"/>
            <a:ext cx="4706007" cy="704948"/>
          </a:xfrm>
          <a:prstGeom prst="rect">
            <a:avLst/>
          </a:prstGeom>
        </p:spPr>
      </p:pic>
      <p:pic>
        <p:nvPicPr>
          <p:cNvPr id="14" name="Picture 13">
            <a:extLst>
              <a:ext uri="{FF2B5EF4-FFF2-40B4-BE49-F238E27FC236}">
                <a16:creationId xmlns:a16="http://schemas.microsoft.com/office/drawing/2014/main" id="{A5A6B675-76FA-8243-CC6A-6E9100273D3E}"/>
              </a:ext>
            </a:extLst>
          </p:cNvPr>
          <p:cNvPicPr>
            <a:picLocks noChangeAspect="1"/>
          </p:cNvPicPr>
          <p:nvPr/>
        </p:nvPicPr>
        <p:blipFill>
          <a:blip r:embed="rId6"/>
          <a:stretch>
            <a:fillRect/>
          </a:stretch>
        </p:blipFill>
        <p:spPr>
          <a:xfrm>
            <a:off x="1296069" y="3663963"/>
            <a:ext cx="6551862" cy="704947"/>
          </a:xfrm>
          <a:prstGeom prst="rect">
            <a:avLst/>
          </a:prstGeom>
        </p:spPr>
      </p:pic>
      <p:sp>
        <p:nvSpPr>
          <p:cNvPr id="16" name="TextBox 15">
            <a:extLst>
              <a:ext uri="{FF2B5EF4-FFF2-40B4-BE49-F238E27FC236}">
                <a16:creationId xmlns:a16="http://schemas.microsoft.com/office/drawing/2014/main" id="{176C6536-B55D-2E0F-317D-A88A167E64D2}"/>
              </a:ext>
            </a:extLst>
          </p:cNvPr>
          <p:cNvSpPr txBox="1"/>
          <p:nvPr/>
        </p:nvSpPr>
        <p:spPr>
          <a:xfrm>
            <a:off x="2218995" y="2724155"/>
            <a:ext cx="4572000" cy="307777"/>
          </a:xfrm>
          <a:prstGeom prst="rect">
            <a:avLst/>
          </a:prstGeom>
          <a:noFill/>
        </p:spPr>
        <p:txBody>
          <a:bodyPr wrap="square">
            <a:spAutoFit/>
          </a:bodyPr>
          <a:lstStyle/>
          <a:p>
            <a:r>
              <a:rPr lang="en-US" b="1" dirty="0"/>
              <a:t>Công </a:t>
            </a:r>
            <a:r>
              <a:rPr lang="en-US" b="1" dirty="0" err="1"/>
              <a:t>thức</a:t>
            </a:r>
            <a:r>
              <a:rPr lang="en-US" b="1" dirty="0"/>
              <a:t> Exponential Moving Average (EMA):</a:t>
            </a:r>
          </a:p>
        </p:txBody>
      </p:sp>
    </p:spTree>
    <p:extLst>
      <p:ext uri="{BB962C8B-B14F-4D97-AF65-F5344CB8AC3E}">
        <p14:creationId xmlns:p14="http://schemas.microsoft.com/office/powerpoint/2010/main" val="526241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42"/>
          <p:cNvSpPr txBox="1">
            <a:spLocks noGrp="1"/>
          </p:cNvSpPr>
          <p:nvPr>
            <p:ph type="title"/>
          </p:nvPr>
        </p:nvSpPr>
        <p:spPr>
          <a:xfrm>
            <a:off x="3087807" y="348205"/>
            <a:ext cx="2968386" cy="62855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Federated Learning</a:t>
            </a:r>
            <a:endParaRPr dirty="0"/>
          </a:p>
        </p:txBody>
      </p:sp>
      <p:sp>
        <p:nvSpPr>
          <p:cNvPr id="6" name="Rectangle 3">
            <a:extLst>
              <a:ext uri="{FF2B5EF4-FFF2-40B4-BE49-F238E27FC236}">
                <a16:creationId xmlns:a16="http://schemas.microsoft.com/office/drawing/2014/main" id="{54A14339-F4D7-69BC-67C1-A62A65EC79B2}"/>
              </a:ext>
            </a:extLst>
          </p:cNvPr>
          <p:cNvSpPr>
            <a:spLocks noChangeArrowheads="1"/>
          </p:cNvSpPr>
          <p:nvPr/>
        </p:nvSpPr>
        <p:spPr bwMode="auto">
          <a:xfrm>
            <a:off x="1813609" y="1430530"/>
            <a:ext cx="5516781"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err="1">
                <a:ln>
                  <a:noFill/>
                </a:ln>
                <a:solidFill>
                  <a:schemeClr val="tx1"/>
                </a:solidFill>
                <a:effectLst/>
                <a:latin typeface="Arial" panose="020B0604020202020204" pitchFamily="34" charset="0"/>
              </a:rPr>
              <a:t>Là</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mô</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hình</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học</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máy</a:t>
            </a:r>
            <a:r>
              <a:rPr kumimoji="0" lang="en-US" altLang="en-US" sz="1800" b="0" i="0" u="none" strike="noStrike" cap="none" normalizeH="0" baseline="0" dirty="0">
                <a:ln>
                  <a:noFill/>
                </a:ln>
                <a:solidFill>
                  <a:schemeClr val="tx1"/>
                </a:solidFill>
                <a:effectLst/>
                <a:latin typeface="Arial" panose="020B0604020202020204" pitchFamily="34" charset="0"/>
              </a:rPr>
              <a:t> phi </a:t>
            </a:r>
            <a:r>
              <a:rPr kumimoji="0" lang="en-US" altLang="en-US" sz="1800" b="0" i="0" u="none" strike="noStrike" cap="none" normalizeH="0" baseline="0" dirty="0" err="1">
                <a:ln>
                  <a:noFill/>
                </a:ln>
                <a:solidFill>
                  <a:schemeClr val="tx1"/>
                </a:solidFill>
                <a:effectLst/>
                <a:latin typeface="Arial" panose="020B0604020202020204" pitchFamily="34" charset="0"/>
              </a:rPr>
              <a:t>tập</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trung</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err="1">
                <a:ln>
                  <a:noFill/>
                </a:ln>
                <a:solidFill>
                  <a:schemeClr val="tx1"/>
                </a:solidFill>
                <a:effectLst/>
                <a:latin typeface="Arial" panose="020B0604020202020204" pitchFamily="34" charset="0"/>
              </a:rPr>
              <a:t>Dữ</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liệu</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được</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giữ</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nguyên</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tại</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chỗ</a:t>
            </a:r>
            <a:r>
              <a:rPr kumimoji="0" lang="en-US" altLang="en-US" sz="1800" b="0" i="0" u="none" strike="noStrike" cap="none" normalizeH="0" baseline="0" dirty="0">
                <a:ln>
                  <a:noFill/>
                </a:ln>
                <a:solidFill>
                  <a:schemeClr val="tx1"/>
                </a:solidFill>
                <a:effectLst/>
                <a:latin typeface="Arial" panose="020B0604020202020204" pitchFamily="34" charset="0"/>
              </a:rPr>
              <a:t> ở </a:t>
            </a:r>
            <a:r>
              <a:rPr kumimoji="0" lang="en-US" altLang="en-US" sz="1800" b="0" i="0" u="none" strike="noStrike" cap="none" normalizeH="0" baseline="0" dirty="0" err="1">
                <a:ln>
                  <a:noFill/>
                </a:ln>
                <a:solidFill>
                  <a:schemeClr val="tx1"/>
                </a:solidFill>
                <a:effectLst/>
                <a:latin typeface="Arial" panose="020B0604020202020204" pitchFamily="34" charset="0"/>
              </a:rPr>
              <a:t>các</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máy</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khách</a:t>
            </a:r>
            <a:r>
              <a:rPr kumimoji="0" lang="en-US" altLang="en-US" sz="1800" b="0" i="0" u="none" strike="noStrike" cap="none" normalizeH="0" baseline="0" dirty="0">
                <a:ln>
                  <a:noFill/>
                </a:ln>
                <a:solidFill>
                  <a:schemeClr val="tx1"/>
                </a:solidFill>
                <a:effectLst/>
                <a:latin typeface="Arial" panose="020B0604020202020204" pitchFamily="34" charset="0"/>
              </a:rPr>
              <a:t> (Clients), </a:t>
            </a:r>
            <a:r>
              <a:rPr kumimoji="0" lang="en-US" altLang="en-US" sz="1800" b="0" i="0" u="none" strike="noStrike" cap="none" normalizeH="0" baseline="0" dirty="0" err="1">
                <a:ln>
                  <a:noFill/>
                </a:ln>
                <a:solidFill>
                  <a:schemeClr val="tx1"/>
                </a:solidFill>
                <a:effectLst/>
                <a:latin typeface="Arial" panose="020B0604020202020204" pitchFamily="34" charset="0"/>
              </a:rPr>
              <a:t>hệ</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thống</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chỉ</a:t>
            </a:r>
            <a:r>
              <a:rPr kumimoji="0" lang="en-US" altLang="en-US" sz="1800" b="0" i="0" u="none" strike="noStrike" cap="none" normalizeH="0" baseline="0" dirty="0">
                <a:ln>
                  <a:noFill/>
                </a:ln>
                <a:solidFill>
                  <a:schemeClr val="tx1"/>
                </a:solidFill>
                <a:effectLst/>
                <a:latin typeface="Arial" panose="020B0604020202020204" pitchFamily="34" charset="0"/>
              </a:rPr>
              <a:t> chia </a:t>
            </a:r>
            <a:r>
              <a:rPr kumimoji="0" lang="en-US" altLang="en-US" sz="1800" b="0" i="0" u="none" strike="noStrike" cap="none" normalizeH="0" baseline="0" dirty="0" err="1">
                <a:ln>
                  <a:noFill/>
                </a:ln>
                <a:solidFill>
                  <a:schemeClr val="tx1"/>
                </a:solidFill>
                <a:effectLst/>
                <a:latin typeface="Arial" panose="020B0604020202020204" pitchFamily="34" charset="0"/>
              </a:rPr>
              <a:t>sẻ</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các</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tham</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số</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mô</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hình</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hoặc</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trọng</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số</a:t>
            </a:r>
            <a:r>
              <a:rPr kumimoji="0" lang="en-US" altLang="en-US" sz="1800" b="0" i="0" u="none" strike="noStrike" cap="none" normalizeH="0" baseline="0" dirty="0">
                <a:ln>
                  <a:noFill/>
                </a:ln>
                <a:solidFill>
                  <a:schemeClr val="tx1"/>
                </a:solidFill>
                <a:effectLst/>
                <a:latin typeface="Arial" panose="020B0604020202020204" pitchFamily="34" charset="0"/>
              </a:rPr>
              <a:t> (Weights/Gradients) </a:t>
            </a:r>
            <a:r>
              <a:rPr kumimoji="0" lang="en-US" altLang="en-US" sz="1800" b="0" i="0" u="none" strike="noStrike" cap="none" normalizeH="0" baseline="0" dirty="0" err="1">
                <a:ln>
                  <a:noFill/>
                </a:ln>
                <a:solidFill>
                  <a:schemeClr val="tx1"/>
                </a:solidFill>
                <a:effectLst/>
                <a:latin typeface="Arial" panose="020B0604020202020204" pitchFamily="34" charset="0"/>
              </a:rPr>
              <a:t>về</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máy</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err="1">
                <a:ln>
                  <a:noFill/>
                </a:ln>
                <a:solidFill>
                  <a:schemeClr val="tx1"/>
                </a:solidFill>
                <a:effectLst/>
                <a:latin typeface="Arial" panose="020B0604020202020204" pitchFamily="34" charset="0"/>
              </a:rPr>
              <a:t>chủ</a:t>
            </a:r>
            <a:r>
              <a:rPr kumimoji="0" lang="en-US" altLang="en-US" sz="1800" b="0" i="0" u="none" strike="noStrike" cap="none" normalizeH="0" baseline="0" dirty="0">
                <a:ln>
                  <a:noFill/>
                </a:ln>
                <a:solidFill>
                  <a:schemeClr val="tx1"/>
                </a:solidFill>
                <a:effectLst/>
                <a:latin typeface="Arial" panose="020B0604020202020204" pitchFamily="34" charset="0"/>
              </a:rPr>
              <a:t> (Server).</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7" name="Google Shape;2739;p51">
            <a:extLst>
              <a:ext uri="{FF2B5EF4-FFF2-40B4-BE49-F238E27FC236}">
                <a16:creationId xmlns:a16="http://schemas.microsoft.com/office/drawing/2014/main" id="{FC9DFDC5-F39B-E816-6C6E-5D887366C3E8}"/>
              </a:ext>
            </a:extLst>
          </p:cNvPr>
          <p:cNvGrpSpPr/>
          <p:nvPr/>
        </p:nvGrpSpPr>
        <p:grpSpPr>
          <a:xfrm>
            <a:off x="2722555" y="2921006"/>
            <a:ext cx="3333638" cy="2222494"/>
            <a:chOff x="277900" y="420125"/>
            <a:chExt cx="6852525" cy="4682425"/>
          </a:xfrm>
        </p:grpSpPr>
        <p:sp>
          <p:nvSpPr>
            <p:cNvPr id="8" name="Google Shape;2740;p51">
              <a:extLst>
                <a:ext uri="{FF2B5EF4-FFF2-40B4-BE49-F238E27FC236}">
                  <a16:creationId xmlns:a16="http://schemas.microsoft.com/office/drawing/2014/main" id="{0A5619F5-B669-08DD-1692-7774059C49B8}"/>
                </a:ext>
              </a:extLst>
            </p:cNvPr>
            <p:cNvSpPr/>
            <p:nvPr/>
          </p:nvSpPr>
          <p:spPr>
            <a:xfrm>
              <a:off x="277900" y="420125"/>
              <a:ext cx="6852525" cy="4609425"/>
            </a:xfrm>
            <a:custGeom>
              <a:avLst/>
              <a:gdLst/>
              <a:ahLst/>
              <a:cxnLst/>
              <a:rect l="l" t="t" r="r" b="b"/>
              <a:pathLst>
                <a:path w="274101" h="184377" extrusionOk="0">
                  <a:moveTo>
                    <a:pt x="136337" y="1"/>
                  </a:moveTo>
                  <a:cubicBezTo>
                    <a:pt x="108563" y="1"/>
                    <a:pt x="91709" y="26310"/>
                    <a:pt x="78045" y="41336"/>
                  </a:cubicBezTo>
                  <a:cubicBezTo>
                    <a:pt x="62518" y="58454"/>
                    <a:pt x="45178" y="46845"/>
                    <a:pt x="22479" y="65183"/>
                  </a:cubicBezTo>
                  <a:cubicBezTo>
                    <a:pt x="0" y="83335"/>
                    <a:pt x="19077" y="165447"/>
                    <a:pt x="35677" y="184376"/>
                  </a:cubicBezTo>
                  <a:lnTo>
                    <a:pt x="253434" y="184376"/>
                  </a:lnTo>
                  <a:cubicBezTo>
                    <a:pt x="255208" y="177574"/>
                    <a:pt x="261124" y="154837"/>
                    <a:pt x="265116" y="131804"/>
                  </a:cubicBezTo>
                  <a:cubicBezTo>
                    <a:pt x="269923" y="104298"/>
                    <a:pt x="274100" y="66403"/>
                    <a:pt x="254987" y="50505"/>
                  </a:cubicBezTo>
                  <a:cubicBezTo>
                    <a:pt x="249034" y="45561"/>
                    <a:pt x="242499" y="43992"/>
                    <a:pt x="235926" y="43992"/>
                  </a:cubicBezTo>
                  <a:cubicBezTo>
                    <a:pt x="230211" y="43992"/>
                    <a:pt x="224467" y="45178"/>
                    <a:pt x="219051" y="46365"/>
                  </a:cubicBezTo>
                  <a:cubicBezTo>
                    <a:pt x="213642" y="47537"/>
                    <a:pt x="208543" y="48726"/>
                    <a:pt x="204134" y="48726"/>
                  </a:cubicBezTo>
                  <a:cubicBezTo>
                    <a:pt x="201733" y="48726"/>
                    <a:pt x="199538" y="48373"/>
                    <a:pt x="197608" y="47474"/>
                  </a:cubicBezTo>
                  <a:cubicBezTo>
                    <a:pt x="184447" y="41336"/>
                    <a:pt x="183855" y="10799"/>
                    <a:pt x="148585" y="1630"/>
                  </a:cubicBezTo>
                  <a:cubicBezTo>
                    <a:pt x="144277" y="510"/>
                    <a:pt x="140202" y="1"/>
                    <a:pt x="13633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2741;p51">
              <a:extLst>
                <a:ext uri="{FF2B5EF4-FFF2-40B4-BE49-F238E27FC236}">
                  <a16:creationId xmlns:a16="http://schemas.microsoft.com/office/drawing/2014/main" id="{90BEC590-8460-434B-9DD3-D84C5229175D}"/>
                </a:ext>
              </a:extLst>
            </p:cNvPr>
            <p:cNvSpPr/>
            <p:nvPr/>
          </p:nvSpPr>
          <p:spPr>
            <a:xfrm>
              <a:off x="482160" y="420200"/>
              <a:ext cx="6424600" cy="4609350"/>
            </a:xfrm>
            <a:custGeom>
              <a:avLst/>
              <a:gdLst/>
              <a:ahLst/>
              <a:cxnLst/>
              <a:rect l="l" t="t" r="r" b="b"/>
              <a:pathLst>
                <a:path w="256984" h="184374" extrusionOk="0">
                  <a:moveTo>
                    <a:pt x="124148" y="0"/>
                  </a:moveTo>
                  <a:cubicBezTo>
                    <a:pt x="96383" y="0"/>
                    <a:pt x="79487" y="26323"/>
                    <a:pt x="65845" y="41333"/>
                  </a:cubicBezTo>
                  <a:cubicBezTo>
                    <a:pt x="50318" y="58451"/>
                    <a:pt x="32978" y="46842"/>
                    <a:pt x="10279" y="65180"/>
                  </a:cubicBezTo>
                  <a:cubicBezTo>
                    <a:pt x="2921" y="71095"/>
                    <a:pt x="38" y="83887"/>
                    <a:pt x="38" y="99082"/>
                  </a:cubicBezTo>
                  <a:cubicBezTo>
                    <a:pt x="1" y="130285"/>
                    <a:pt x="12312" y="171618"/>
                    <a:pt x="23477" y="184373"/>
                  </a:cubicBezTo>
                  <a:lnTo>
                    <a:pt x="241234" y="184373"/>
                  </a:lnTo>
                  <a:cubicBezTo>
                    <a:pt x="243008" y="177571"/>
                    <a:pt x="248924" y="154834"/>
                    <a:pt x="252916" y="131801"/>
                  </a:cubicBezTo>
                  <a:cubicBezTo>
                    <a:pt x="254987" y="119896"/>
                    <a:pt x="256946" y="106032"/>
                    <a:pt x="256983" y="92834"/>
                  </a:cubicBezTo>
                  <a:cubicBezTo>
                    <a:pt x="256983" y="75605"/>
                    <a:pt x="253619" y="59523"/>
                    <a:pt x="242787" y="50502"/>
                  </a:cubicBezTo>
                  <a:cubicBezTo>
                    <a:pt x="236834" y="45548"/>
                    <a:pt x="230290" y="43995"/>
                    <a:pt x="223710" y="43995"/>
                  </a:cubicBezTo>
                  <a:cubicBezTo>
                    <a:pt x="218016" y="43995"/>
                    <a:pt x="212286" y="45178"/>
                    <a:pt x="206851" y="46362"/>
                  </a:cubicBezTo>
                  <a:cubicBezTo>
                    <a:pt x="201453" y="47545"/>
                    <a:pt x="196388" y="48728"/>
                    <a:pt x="191989" y="48728"/>
                  </a:cubicBezTo>
                  <a:cubicBezTo>
                    <a:pt x="189549" y="48728"/>
                    <a:pt x="187331" y="48358"/>
                    <a:pt x="185408" y="47471"/>
                  </a:cubicBezTo>
                  <a:cubicBezTo>
                    <a:pt x="172247" y="41333"/>
                    <a:pt x="171655" y="10796"/>
                    <a:pt x="136385" y="1627"/>
                  </a:cubicBezTo>
                  <a:cubicBezTo>
                    <a:pt x="132097" y="481"/>
                    <a:pt x="127993" y="0"/>
                    <a:pt x="12414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2742;p51">
              <a:extLst>
                <a:ext uri="{FF2B5EF4-FFF2-40B4-BE49-F238E27FC236}">
                  <a16:creationId xmlns:a16="http://schemas.microsoft.com/office/drawing/2014/main" id="{A51CD554-AFCA-8A93-C72D-ADC97D8A4D42}"/>
                </a:ext>
              </a:extLst>
            </p:cNvPr>
            <p:cNvSpPr/>
            <p:nvPr/>
          </p:nvSpPr>
          <p:spPr>
            <a:xfrm>
              <a:off x="702125" y="5036900"/>
              <a:ext cx="6191675" cy="65650"/>
            </a:xfrm>
            <a:custGeom>
              <a:avLst/>
              <a:gdLst/>
              <a:ahLst/>
              <a:cxnLst/>
              <a:rect l="l" t="t" r="r" b="b"/>
              <a:pathLst>
                <a:path w="247667" h="2626" extrusionOk="0">
                  <a:moveTo>
                    <a:pt x="1" y="1"/>
                  </a:moveTo>
                  <a:lnTo>
                    <a:pt x="1" y="2626"/>
                  </a:lnTo>
                  <a:lnTo>
                    <a:pt x="247667" y="2626"/>
                  </a:lnTo>
                  <a:lnTo>
                    <a:pt x="24766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2743;p51">
              <a:extLst>
                <a:ext uri="{FF2B5EF4-FFF2-40B4-BE49-F238E27FC236}">
                  <a16:creationId xmlns:a16="http://schemas.microsoft.com/office/drawing/2014/main" id="{146CB7D8-9F2D-6870-38AD-85E0406A0FEA}"/>
                </a:ext>
              </a:extLst>
            </p:cNvPr>
            <p:cNvSpPr/>
            <p:nvPr/>
          </p:nvSpPr>
          <p:spPr>
            <a:xfrm>
              <a:off x="665175" y="3566050"/>
              <a:ext cx="125725" cy="97450"/>
            </a:xfrm>
            <a:custGeom>
              <a:avLst/>
              <a:gdLst/>
              <a:ahLst/>
              <a:cxnLst/>
              <a:rect l="l" t="t" r="r" b="b"/>
              <a:pathLst>
                <a:path w="5029" h="3898" extrusionOk="0">
                  <a:moveTo>
                    <a:pt x="1558" y="0"/>
                  </a:moveTo>
                  <a:cubicBezTo>
                    <a:pt x="1494" y="0"/>
                    <a:pt x="1431" y="5"/>
                    <a:pt x="1368" y="15"/>
                  </a:cubicBezTo>
                  <a:cubicBezTo>
                    <a:pt x="481" y="125"/>
                    <a:pt x="0" y="976"/>
                    <a:pt x="185" y="1789"/>
                  </a:cubicBezTo>
                  <a:cubicBezTo>
                    <a:pt x="407" y="2639"/>
                    <a:pt x="1257" y="3231"/>
                    <a:pt x="1996" y="3564"/>
                  </a:cubicBezTo>
                  <a:cubicBezTo>
                    <a:pt x="2705" y="3872"/>
                    <a:pt x="4312" y="3897"/>
                    <a:pt x="4828" y="3897"/>
                  </a:cubicBezTo>
                  <a:cubicBezTo>
                    <a:pt x="4932" y="3897"/>
                    <a:pt x="4991" y="3896"/>
                    <a:pt x="4991" y="3896"/>
                  </a:cubicBezTo>
                  <a:cubicBezTo>
                    <a:pt x="5028" y="3896"/>
                    <a:pt x="4547" y="2529"/>
                    <a:pt x="4510" y="2418"/>
                  </a:cubicBezTo>
                  <a:cubicBezTo>
                    <a:pt x="4055" y="1507"/>
                    <a:pt x="2705" y="0"/>
                    <a:pt x="15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2744;p51">
              <a:extLst>
                <a:ext uri="{FF2B5EF4-FFF2-40B4-BE49-F238E27FC236}">
                  <a16:creationId xmlns:a16="http://schemas.microsoft.com/office/drawing/2014/main" id="{A823F2A4-7A1F-F9EF-2868-A1FD54D40FCF}"/>
                </a:ext>
              </a:extLst>
            </p:cNvPr>
            <p:cNvSpPr/>
            <p:nvPr/>
          </p:nvSpPr>
          <p:spPr>
            <a:xfrm>
              <a:off x="667950" y="3411900"/>
              <a:ext cx="777325" cy="1632425"/>
            </a:xfrm>
            <a:custGeom>
              <a:avLst/>
              <a:gdLst/>
              <a:ahLst/>
              <a:cxnLst/>
              <a:rect l="l" t="t" r="r" b="b"/>
              <a:pathLst>
                <a:path w="31093" h="65297" extrusionOk="0">
                  <a:moveTo>
                    <a:pt x="14640" y="31764"/>
                  </a:moveTo>
                  <a:cubicBezTo>
                    <a:pt x="15232" y="32430"/>
                    <a:pt x="16822" y="33206"/>
                    <a:pt x="17043" y="33317"/>
                  </a:cubicBezTo>
                  <a:cubicBezTo>
                    <a:pt x="16822" y="33835"/>
                    <a:pt x="16600" y="34352"/>
                    <a:pt x="16378" y="34833"/>
                  </a:cubicBezTo>
                  <a:cubicBezTo>
                    <a:pt x="15676" y="36533"/>
                    <a:pt x="15010" y="37901"/>
                    <a:pt x="14529" y="38826"/>
                  </a:cubicBezTo>
                  <a:cubicBezTo>
                    <a:pt x="14419" y="39011"/>
                    <a:pt x="14345" y="39195"/>
                    <a:pt x="14234" y="39343"/>
                  </a:cubicBezTo>
                  <a:lnTo>
                    <a:pt x="14160" y="39343"/>
                  </a:lnTo>
                  <a:cubicBezTo>
                    <a:pt x="14160" y="39158"/>
                    <a:pt x="14123" y="38974"/>
                    <a:pt x="14086" y="38752"/>
                  </a:cubicBezTo>
                  <a:cubicBezTo>
                    <a:pt x="13938" y="37680"/>
                    <a:pt x="13716" y="36164"/>
                    <a:pt x="13346" y="34352"/>
                  </a:cubicBezTo>
                  <a:cubicBezTo>
                    <a:pt x="13235" y="33761"/>
                    <a:pt x="13125" y="33169"/>
                    <a:pt x="12977" y="32541"/>
                  </a:cubicBezTo>
                  <a:cubicBezTo>
                    <a:pt x="13125" y="32467"/>
                    <a:pt x="13901" y="32171"/>
                    <a:pt x="14640" y="31764"/>
                  </a:cubicBezTo>
                  <a:close/>
                  <a:moveTo>
                    <a:pt x="6531" y="0"/>
                  </a:moveTo>
                  <a:cubicBezTo>
                    <a:pt x="6326" y="0"/>
                    <a:pt x="6117" y="49"/>
                    <a:pt x="5915" y="154"/>
                  </a:cubicBezTo>
                  <a:cubicBezTo>
                    <a:pt x="4843" y="709"/>
                    <a:pt x="4547" y="2853"/>
                    <a:pt x="4732" y="3925"/>
                  </a:cubicBezTo>
                  <a:cubicBezTo>
                    <a:pt x="4769" y="4036"/>
                    <a:pt x="5176" y="5441"/>
                    <a:pt x="5176" y="5441"/>
                  </a:cubicBezTo>
                  <a:lnTo>
                    <a:pt x="5213" y="5404"/>
                  </a:lnTo>
                  <a:lnTo>
                    <a:pt x="5213" y="5404"/>
                  </a:lnTo>
                  <a:cubicBezTo>
                    <a:pt x="5139" y="5737"/>
                    <a:pt x="5102" y="6107"/>
                    <a:pt x="5065" y="6513"/>
                  </a:cubicBezTo>
                  <a:cubicBezTo>
                    <a:pt x="4991" y="7253"/>
                    <a:pt x="4917" y="8103"/>
                    <a:pt x="4880" y="9027"/>
                  </a:cubicBezTo>
                  <a:cubicBezTo>
                    <a:pt x="4880" y="9952"/>
                    <a:pt x="4880" y="10950"/>
                    <a:pt x="4954" y="11985"/>
                  </a:cubicBezTo>
                  <a:cubicBezTo>
                    <a:pt x="5065" y="13057"/>
                    <a:pt x="5213" y="14166"/>
                    <a:pt x="5509" y="15275"/>
                  </a:cubicBezTo>
                  <a:lnTo>
                    <a:pt x="5509" y="15312"/>
                  </a:lnTo>
                  <a:cubicBezTo>
                    <a:pt x="5324" y="15017"/>
                    <a:pt x="4769" y="14203"/>
                    <a:pt x="4732" y="14129"/>
                  </a:cubicBezTo>
                  <a:cubicBezTo>
                    <a:pt x="4142" y="13446"/>
                    <a:pt x="2744" y="12502"/>
                    <a:pt x="1654" y="12502"/>
                  </a:cubicBezTo>
                  <a:cubicBezTo>
                    <a:pt x="1446" y="12502"/>
                    <a:pt x="1250" y="12536"/>
                    <a:pt x="1072" y="12613"/>
                  </a:cubicBezTo>
                  <a:cubicBezTo>
                    <a:pt x="259" y="12946"/>
                    <a:pt x="0" y="13907"/>
                    <a:pt x="407" y="14647"/>
                  </a:cubicBezTo>
                  <a:cubicBezTo>
                    <a:pt x="850" y="15423"/>
                    <a:pt x="1812" y="15793"/>
                    <a:pt x="2625" y="15904"/>
                  </a:cubicBezTo>
                  <a:cubicBezTo>
                    <a:pt x="2705" y="15914"/>
                    <a:pt x="2794" y="15918"/>
                    <a:pt x="2889" y="15918"/>
                  </a:cubicBezTo>
                  <a:cubicBezTo>
                    <a:pt x="3840" y="15918"/>
                    <a:pt x="5414" y="15457"/>
                    <a:pt x="5583" y="15423"/>
                  </a:cubicBezTo>
                  <a:cubicBezTo>
                    <a:pt x="5878" y="16495"/>
                    <a:pt x="6248" y="17568"/>
                    <a:pt x="6729" y="18603"/>
                  </a:cubicBezTo>
                  <a:cubicBezTo>
                    <a:pt x="6987" y="19231"/>
                    <a:pt x="7246" y="19823"/>
                    <a:pt x="7542" y="20414"/>
                  </a:cubicBezTo>
                  <a:cubicBezTo>
                    <a:pt x="7357" y="20155"/>
                    <a:pt x="7209" y="19934"/>
                    <a:pt x="7209" y="19897"/>
                  </a:cubicBezTo>
                  <a:cubicBezTo>
                    <a:pt x="6584" y="19208"/>
                    <a:pt x="5164" y="18282"/>
                    <a:pt x="4070" y="18282"/>
                  </a:cubicBezTo>
                  <a:cubicBezTo>
                    <a:pt x="3871" y="18282"/>
                    <a:pt x="3683" y="18313"/>
                    <a:pt x="3512" y="18381"/>
                  </a:cubicBezTo>
                  <a:cubicBezTo>
                    <a:pt x="2736" y="18751"/>
                    <a:pt x="2477" y="19712"/>
                    <a:pt x="2884" y="20451"/>
                  </a:cubicBezTo>
                  <a:cubicBezTo>
                    <a:pt x="3290" y="21191"/>
                    <a:pt x="4289" y="21560"/>
                    <a:pt x="5102" y="21671"/>
                  </a:cubicBezTo>
                  <a:cubicBezTo>
                    <a:pt x="5187" y="21683"/>
                    <a:pt x="5282" y="21689"/>
                    <a:pt x="5385" y="21689"/>
                  </a:cubicBezTo>
                  <a:cubicBezTo>
                    <a:pt x="6221" y="21689"/>
                    <a:pt x="7554" y="21326"/>
                    <a:pt x="7949" y="21228"/>
                  </a:cubicBezTo>
                  <a:cubicBezTo>
                    <a:pt x="8060" y="21449"/>
                    <a:pt x="8171" y="21671"/>
                    <a:pt x="8281" y="21930"/>
                  </a:cubicBezTo>
                  <a:cubicBezTo>
                    <a:pt x="8836" y="23002"/>
                    <a:pt x="9391" y="24111"/>
                    <a:pt x="9908" y="25183"/>
                  </a:cubicBezTo>
                  <a:cubicBezTo>
                    <a:pt x="10093" y="25553"/>
                    <a:pt x="10241" y="25960"/>
                    <a:pt x="10426" y="26330"/>
                  </a:cubicBezTo>
                  <a:cubicBezTo>
                    <a:pt x="10241" y="26108"/>
                    <a:pt x="10130" y="25923"/>
                    <a:pt x="10093" y="25886"/>
                  </a:cubicBezTo>
                  <a:cubicBezTo>
                    <a:pt x="9499" y="25198"/>
                    <a:pt x="8084" y="24271"/>
                    <a:pt x="6990" y="24271"/>
                  </a:cubicBezTo>
                  <a:cubicBezTo>
                    <a:pt x="6792" y="24271"/>
                    <a:pt x="6604" y="24302"/>
                    <a:pt x="6433" y="24370"/>
                  </a:cubicBezTo>
                  <a:cubicBezTo>
                    <a:pt x="5620" y="24740"/>
                    <a:pt x="5398" y="25701"/>
                    <a:pt x="5804" y="26404"/>
                  </a:cubicBezTo>
                  <a:cubicBezTo>
                    <a:pt x="6211" y="27180"/>
                    <a:pt x="7209" y="27550"/>
                    <a:pt x="7986" y="27661"/>
                  </a:cubicBezTo>
                  <a:cubicBezTo>
                    <a:pt x="8077" y="27674"/>
                    <a:pt x="8179" y="27680"/>
                    <a:pt x="8289" y="27680"/>
                  </a:cubicBezTo>
                  <a:cubicBezTo>
                    <a:pt x="9106" y="27680"/>
                    <a:pt x="10339" y="27352"/>
                    <a:pt x="10795" y="27254"/>
                  </a:cubicBezTo>
                  <a:cubicBezTo>
                    <a:pt x="10943" y="27624"/>
                    <a:pt x="11091" y="28030"/>
                    <a:pt x="11239" y="28437"/>
                  </a:cubicBezTo>
                  <a:cubicBezTo>
                    <a:pt x="11313" y="28696"/>
                    <a:pt x="11424" y="28955"/>
                    <a:pt x="11498" y="29213"/>
                  </a:cubicBezTo>
                  <a:cubicBezTo>
                    <a:pt x="11572" y="29509"/>
                    <a:pt x="11646" y="29768"/>
                    <a:pt x="11720" y="30027"/>
                  </a:cubicBezTo>
                  <a:cubicBezTo>
                    <a:pt x="11831" y="30544"/>
                    <a:pt x="11978" y="31062"/>
                    <a:pt x="12089" y="31579"/>
                  </a:cubicBezTo>
                  <a:cubicBezTo>
                    <a:pt x="12163" y="31949"/>
                    <a:pt x="12237" y="32282"/>
                    <a:pt x="12274" y="32615"/>
                  </a:cubicBezTo>
                  <a:cubicBezTo>
                    <a:pt x="12126" y="32245"/>
                    <a:pt x="11757" y="31505"/>
                    <a:pt x="11720" y="31432"/>
                  </a:cubicBezTo>
                  <a:cubicBezTo>
                    <a:pt x="11183" y="30593"/>
                    <a:pt x="9793" y="29358"/>
                    <a:pt x="8657" y="29358"/>
                  </a:cubicBezTo>
                  <a:cubicBezTo>
                    <a:pt x="8541" y="29358"/>
                    <a:pt x="8428" y="29371"/>
                    <a:pt x="8318" y="29398"/>
                  </a:cubicBezTo>
                  <a:cubicBezTo>
                    <a:pt x="7468" y="29583"/>
                    <a:pt x="7098" y="30507"/>
                    <a:pt x="7394" y="31284"/>
                  </a:cubicBezTo>
                  <a:cubicBezTo>
                    <a:pt x="7690" y="32097"/>
                    <a:pt x="8614" y="32615"/>
                    <a:pt x="9354" y="32836"/>
                  </a:cubicBezTo>
                  <a:cubicBezTo>
                    <a:pt x="9658" y="32929"/>
                    <a:pt x="10095" y="32960"/>
                    <a:pt x="10542" y="32960"/>
                  </a:cubicBezTo>
                  <a:cubicBezTo>
                    <a:pt x="11345" y="32960"/>
                    <a:pt x="12182" y="32860"/>
                    <a:pt x="12348" y="32836"/>
                  </a:cubicBezTo>
                  <a:cubicBezTo>
                    <a:pt x="12459" y="33391"/>
                    <a:pt x="12570" y="33946"/>
                    <a:pt x="12644" y="34463"/>
                  </a:cubicBezTo>
                  <a:cubicBezTo>
                    <a:pt x="12977" y="36275"/>
                    <a:pt x="13162" y="37791"/>
                    <a:pt x="13272" y="38826"/>
                  </a:cubicBezTo>
                  <a:cubicBezTo>
                    <a:pt x="13309" y="39011"/>
                    <a:pt x="13309" y="39195"/>
                    <a:pt x="13346" y="39343"/>
                  </a:cubicBezTo>
                  <a:lnTo>
                    <a:pt x="9686" y="39343"/>
                  </a:lnTo>
                  <a:lnTo>
                    <a:pt x="11017" y="65297"/>
                  </a:lnTo>
                  <a:lnTo>
                    <a:pt x="17228" y="65297"/>
                  </a:lnTo>
                  <a:lnTo>
                    <a:pt x="18559" y="39343"/>
                  </a:lnTo>
                  <a:lnTo>
                    <a:pt x="15158" y="39343"/>
                  </a:lnTo>
                  <a:lnTo>
                    <a:pt x="15232" y="39195"/>
                  </a:lnTo>
                  <a:cubicBezTo>
                    <a:pt x="15712" y="38234"/>
                    <a:pt x="16341" y="36829"/>
                    <a:pt x="17043" y="35129"/>
                  </a:cubicBezTo>
                  <a:cubicBezTo>
                    <a:pt x="17265" y="34574"/>
                    <a:pt x="17487" y="34019"/>
                    <a:pt x="17746" y="33391"/>
                  </a:cubicBezTo>
                  <a:cubicBezTo>
                    <a:pt x="17924" y="33450"/>
                    <a:pt x="19154" y="33701"/>
                    <a:pt x="20090" y="33701"/>
                  </a:cubicBezTo>
                  <a:cubicBezTo>
                    <a:pt x="20318" y="33701"/>
                    <a:pt x="20529" y="33686"/>
                    <a:pt x="20704" y="33650"/>
                  </a:cubicBezTo>
                  <a:cubicBezTo>
                    <a:pt x="21480" y="33465"/>
                    <a:pt x="22441" y="33021"/>
                    <a:pt x="22774" y="32245"/>
                  </a:cubicBezTo>
                  <a:cubicBezTo>
                    <a:pt x="23144" y="31469"/>
                    <a:pt x="22811" y="30544"/>
                    <a:pt x="21997" y="30248"/>
                  </a:cubicBezTo>
                  <a:cubicBezTo>
                    <a:pt x="21860" y="30204"/>
                    <a:pt x="21713" y="30184"/>
                    <a:pt x="21561" y="30184"/>
                  </a:cubicBezTo>
                  <a:cubicBezTo>
                    <a:pt x="20442" y="30184"/>
                    <a:pt x="19001" y="31279"/>
                    <a:pt x="18448" y="32060"/>
                  </a:cubicBezTo>
                  <a:cubicBezTo>
                    <a:pt x="18411" y="32097"/>
                    <a:pt x="18079" y="32689"/>
                    <a:pt x="17857" y="33095"/>
                  </a:cubicBezTo>
                  <a:cubicBezTo>
                    <a:pt x="17931" y="32836"/>
                    <a:pt x="18042" y="32615"/>
                    <a:pt x="18116" y="32356"/>
                  </a:cubicBezTo>
                  <a:cubicBezTo>
                    <a:pt x="18300" y="31838"/>
                    <a:pt x="18485" y="31358"/>
                    <a:pt x="18670" y="30803"/>
                  </a:cubicBezTo>
                  <a:cubicBezTo>
                    <a:pt x="18744" y="30544"/>
                    <a:pt x="18818" y="30285"/>
                    <a:pt x="18892" y="29990"/>
                  </a:cubicBezTo>
                  <a:cubicBezTo>
                    <a:pt x="18966" y="29731"/>
                    <a:pt x="19040" y="29435"/>
                    <a:pt x="19114" y="29176"/>
                  </a:cubicBezTo>
                  <a:cubicBezTo>
                    <a:pt x="19262" y="28511"/>
                    <a:pt x="19410" y="27845"/>
                    <a:pt x="19520" y="27143"/>
                  </a:cubicBezTo>
                  <a:cubicBezTo>
                    <a:pt x="19949" y="27321"/>
                    <a:pt x="21412" y="27810"/>
                    <a:pt x="22244" y="27810"/>
                  </a:cubicBezTo>
                  <a:cubicBezTo>
                    <a:pt x="22274" y="27810"/>
                    <a:pt x="22302" y="27810"/>
                    <a:pt x="22330" y="27808"/>
                  </a:cubicBezTo>
                  <a:cubicBezTo>
                    <a:pt x="23107" y="27734"/>
                    <a:pt x="24142" y="27439"/>
                    <a:pt x="24585" y="26736"/>
                  </a:cubicBezTo>
                  <a:cubicBezTo>
                    <a:pt x="25066" y="26034"/>
                    <a:pt x="24881" y="25073"/>
                    <a:pt x="24105" y="24666"/>
                  </a:cubicBezTo>
                  <a:cubicBezTo>
                    <a:pt x="23888" y="24554"/>
                    <a:pt x="23637" y="24505"/>
                    <a:pt x="23368" y="24505"/>
                  </a:cubicBezTo>
                  <a:cubicBezTo>
                    <a:pt x="22303" y="24505"/>
                    <a:pt x="20953" y="25266"/>
                    <a:pt x="20334" y="25886"/>
                  </a:cubicBezTo>
                  <a:cubicBezTo>
                    <a:pt x="20297" y="25923"/>
                    <a:pt x="19816" y="26551"/>
                    <a:pt x="19557" y="26884"/>
                  </a:cubicBezTo>
                  <a:cubicBezTo>
                    <a:pt x="19594" y="26477"/>
                    <a:pt x="19668" y="26071"/>
                    <a:pt x="19742" y="25664"/>
                  </a:cubicBezTo>
                  <a:cubicBezTo>
                    <a:pt x="19890" y="24444"/>
                    <a:pt x="20001" y="23224"/>
                    <a:pt x="20112" y="22004"/>
                  </a:cubicBezTo>
                  <a:cubicBezTo>
                    <a:pt x="20149" y="21634"/>
                    <a:pt x="20186" y="21265"/>
                    <a:pt x="20223" y="20895"/>
                  </a:cubicBezTo>
                  <a:cubicBezTo>
                    <a:pt x="20367" y="20967"/>
                    <a:pt x="22121" y="21599"/>
                    <a:pt x="23067" y="21599"/>
                  </a:cubicBezTo>
                  <a:cubicBezTo>
                    <a:pt x="23093" y="21599"/>
                    <a:pt x="23119" y="21598"/>
                    <a:pt x="23144" y="21597"/>
                  </a:cubicBezTo>
                  <a:cubicBezTo>
                    <a:pt x="23920" y="21523"/>
                    <a:pt x="24955" y="21228"/>
                    <a:pt x="25399" y="20525"/>
                  </a:cubicBezTo>
                  <a:cubicBezTo>
                    <a:pt x="25879" y="19823"/>
                    <a:pt x="25695" y="18825"/>
                    <a:pt x="24918" y="18418"/>
                  </a:cubicBezTo>
                  <a:cubicBezTo>
                    <a:pt x="24707" y="18309"/>
                    <a:pt x="24463" y="18261"/>
                    <a:pt x="24201" y="18261"/>
                  </a:cubicBezTo>
                  <a:cubicBezTo>
                    <a:pt x="23133" y="18261"/>
                    <a:pt x="21771" y="19051"/>
                    <a:pt x="21147" y="19675"/>
                  </a:cubicBezTo>
                  <a:cubicBezTo>
                    <a:pt x="21110" y="19712"/>
                    <a:pt x="20408" y="20599"/>
                    <a:pt x="20223" y="20821"/>
                  </a:cubicBezTo>
                  <a:cubicBezTo>
                    <a:pt x="20334" y="20008"/>
                    <a:pt x="20408" y="19194"/>
                    <a:pt x="20556" y="18418"/>
                  </a:cubicBezTo>
                  <a:cubicBezTo>
                    <a:pt x="20704" y="17309"/>
                    <a:pt x="20925" y="16237"/>
                    <a:pt x="21221" y="15201"/>
                  </a:cubicBezTo>
                  <a:cubicBezTo>
                    <a:pt x="21293" y="15237"/>
                    <a:pt x="23120" y="15905"/>
                    <a:pt x="24069" y="15905"/>
                  </a:cubicBezTo>
                  <a:cubicBezTo>
                    <a:pt x="24094" y="15905"/>
                    <a:pt x="24118" y="15905"/>
                    <a:pt x="24142" y="15904"/>
                  </a:cubicBezTo>
                  <a:cubicBezTo>
                    <a:pt x="24955" y="15830"/>
                    <a:pt x="25990" y="15534"/>
                    <a:pt x="26434" y="14832"/>
                  </a:cubicBezTo>
                  <a:cubicBezTo>
                    <a:pt x="26915" y="14129"/>
                    <a:pt x="26730" y="13131"/>
                    <a:pt x="25953" y="12761"/>
                  </a:cubicBezTo>
                  <a:cubicBezTo>
                    <a:pt x="25732" y="12639"/>
                    <a:pt x="25474" y="12586"/>
                    <a:pt x="25198" y="12586"/>
                  </a:cubicBezTo>
                  <a:cubicBezTo>
                    <a:pt x="24136" y="12586"/>
                    <a:pt x="22798" y="13365"/>
                    <a:pt x="22182" y="13981"/>
                  </a:cubicBezTo>
                  <a:cubicBezTo>
                    <a:pt x="22145" y="14018"/>
                    <a:pt x="21369" y="14980"/>
                    <a:pt x="21258" y="15164"/>
                  </a:cubicBezTo>
                  <a:cubicBezTo>
                    <a:pt x="21258" y="15090"/>
                    <a:pt x="21295" y="15017"/>
                    <a:pt x="21295" y="14980"/>
                  </a:cubicBezTo>
                  <a:cubicBezTo>
                    <a:pt x="21628" y="13870"/>
                    <a:pt x="22071" y="12872"/>
                    <a:pt x="22552" y="11948"/>
                  </a:cubicBezTo>
                  <a:cubicBezTo>
                    <a:pt x="22848" y="11393"/>
                    <a:pt x="23144" y="10913"/>
                    <a:pt x="23439" y="10432"/>
                  </a:cubicBezTo>
                  <a:cubicBezTo>
                    <a:pt x="23772" y="10617"/>
                    <a:pt x="25362" y="11356"/>
                    <a:pt x="26212" y="11393"/>
                  </a:cubicBezTo>
                  <a:cubicBezTo>
                    <a:pt x="26274" y="11396"/>
                    <a:pt x="26337" y="11398"/>
                    <a:pt x="26402" y="11398"/>
                  </a:cubicBezTo>
                  <a:cubicBezTo>
                    <a:pt x="27150" y="11398"/>
                    <a:pt x="28068" y="11193"/>
                    <a:pt x="28578" y="10580"/>
                  </a:cubicBezTo>
                  <a:cubicBezTo>
                    <a:pt x="29096" y="9952"/>
                    <a:pt x="29059" y="8953"/>
                    <a:pt x="28319" y="8473"/>
                  </a:cubicBezTo>
                  <a:cubicBezTo>
                    <a:pt x="28057" y="8298"/>
                    <a:pt x="27723" y="8225"/>
                    <a:pt x="27357" y="8225"/>
                  </a:cubicBezTo>
                  <a:cubicBezTo>
                    <a:pt x="26333" y="8225"/>
                    <a:pt x="25064" y="8796"/>
                    <a:pt x="24438" y="9286"/>
                  </a:cubicBezTo>
                  <a:cubicBezTo>
                    <a:pt x="24401" y="9323"/>
                    <a:pt x="23957" y="9730"/>
                    <a:pt x="23661" y="10062"/>
                  </a:cubicBezTo>
                  <a:cubicBezTo>
                    <a:pt x="23809" y="9841"/>
                    <a:pt x="23957" y="9619"/>
                    <a:pt x="24068" y="9397"/>
                  </a:cubicBezTo>
                  <a:cubicBezTo>
                    <a:pt x="24585" y="8658"/>
                    <a:pt x="25103" y="7992"/>
                    <a:pt x="25547" y="7401"/>
                  </a:cubicBezTo>
                  <a:cubicBezTo>
                    <a:pt x="25805" y="7068"/>
                    <a:pt x="26064" y="6772"/>
                    <a:pt x="26286" y="6513"/>
                  </a:cubicBezTo>
                  <a:cubicBezTo>
                    <a:pt x="26730" y="6476"/>
                    <a:pt x="28430" y="6439"/>
                    <a:pt x="29170" y="6070"/>
                  </a:cubicBezTo>
                  <a:cubicBezTo>
                    <a:pt x="29909" y="5737"/>
                    <a:pt x="30760" y="5108"/>
                    <a:pt x="30907" y="4258"/>
                  </a:cubicBezTo>
                  <a:cubicBezTo>
                    <a:pt x="31092" y="3445"/>
                    <a:pt x="30575" y="2594"/>
                    <a:pt x="29724" y="2483"/>
                  </a:cubicBezTo>
                  <a:cubicBezTo>
                    <a:pt x="29685" y="2480"/>
                    <a:pt x="29646" y="2478"/>
                    <a:pt x="29607" y="2478"/>
                  </a:cubicBezTo>
                  <a:cubicBezTo>
                    <a:pt x="28415" y="2478"/>
                    <a:pt x="27085" y="4067"/>
                    <a:pt x="26656" y="4997"/>
                  </a:cubicBezTo>
                  <a:cubicBezTo>
                    <a:pt x="26619" y="5108"/>
                    <a:pt x="26175" y="6513"/>
                    <a:pt x="26175" y="6513"/>
                  </a:cubicBezTo>
                  <a:lnTo>
                    <a:pt x="26212" y="6513"/>
                  </a:lnTo>
                  <a:cubicBezTo>
                    <a:pt x="25990" y="6772"/>
                    <a:pt x="25732" y="7031"/>
                    <a:pt x="25473" y="7364"/>
                  </a:cubicBezTo>
                  <a:cubicBezTo>
                    <a:pt x="25029" y="7918"/>
                    <a:pt x="24511" y="8584"/>
                    <a:pt x="23957" y="9323"/>
                  </a:cubicBezTo>
                  <a:cubicBezTo>
                    <a:pt x="23439" y="10099"/>
                    <a:pt x="22885" y="10913"/>
                    <a:pt x="22404" y="11837"/>
                  </a:cubicBezTo>
                  <a:cubicBezTo>
                    <a:pt x="21887" y="12798"/>
                    <a:pt x="21406" y="13797"/>
                    <a:pt x="21036" y="14906"/>
                  </a:cubicBezTo>
                  <a:lnTo>
                    <a:pt x="21036" y="14943"/>
                  </a:lnTo>
                  <a:cubicBezTo>
                    <a:pt x="21036" y="14573"/>
                    <a:pt x="21036" y="13575"/>
                    <a:pt x="20999" y="13501"/>
                  </a:cubicBezTo>
                  <a:cubicBezTo>
                    <a:pt x="20888" y="12429"/>
                    <a:pt x="19964" y="10432"/>
                    <a:pt x="18781" y="10210"/>
                  </a:cubicBezTo>
                  <a:cubicBezTo>
                    <a:pt x="18701" y="10196"/>
                    <a:pt x="18622" y="10190"/>
                    <a:pt x="18544" y="10190"/>
                  </a:cubicBezTo>
                  <a:cubicBezTo>
                    <a:pt x="17797" y="10190"/>
                    <a:pt x="17184" y="10808"/>
                    <a:pt x="17117" y="11578"/>
                  </a:cubicBezTo>
                  <a:cubicBezTo>
                    <a:pt x="17043" y="12429"/>
                    <a:pt x="17672" y="13279"/>
                    <a:pt x="18263" y="13797"/>
                  </a:cubicBezTo>
                  <a:cubicBezTo>
                    <a:pt x="18966" y="14425"/>
                    <a:pt x="20851" y="15017"/>
                    <a:pt x="20999" y="15054"/>
                  </a:cubicBezTo>
                  <a:cubicBezTo>
                    <a:pt x="20667" y="16089"/>
                    <a:pt x="20408" y="17198"/>
                    <a:pt x="20186" y="18344"/>
                  </a:cubicBezTo>
                  <a:cubicBezTo>
                    <a:pt x="20075" y="19009"/>
                    <a:pt x="20001" y="19638"/>
                    <a:pt x="19890" y="20303"/>
                  </a:cubicBezTo>
                  <a:cubicBezTo>
                    <a:pt x="19890" y="20008"/>
                    <a:pt x="19890" y="19712"/>
                    <a:pt x="19890" y="19675"/>
                  </a:cubicBezTo>
                  <a:cubicBezTo>
                    <a:pt x="19742" y="18603"/>
                    <a:pt x="18855" y="16606"/>
                    <a:pt x="17672" y="16421"/>
                  </a:cubicBezTo>
                  <a:cubicBezTo>
                    <a:pt x="17571" y="16400"/>
                    <a:pt x="17472" y="16390"/>
                    <a:pt x="17377" y="16390"/>
                  </a:cubicBezTo>
                  <a:cubicBezTo>
                    <a:pt x="16633" y="16390"/>
                    <a:pt x="16074" y="16999"/>
                    <a:pt x="16008" y="17752"/>
                  </a:cubicBezTo>
                  <a:cubicBezTo>
                    <a:pt x="15934" y="18603"/>
                    <a:pt x="16563" y="19453"/>
                    <a:pt x="17154" y="20008"/>
                  </a:cubicBezTo>
                  <a:cubicBezTo>
                    <a:pt x="17746" y="20525"/>
                    <a:pt x="19373" y="21080"/>
                    <a:pt x="19779" y="21191"/>
                  </a:cubicBezTo>
                  <a:cubicBezTo>
                    <a:pt x="19742" y="21449"/>
                    <a:pt x="19705" y="21708"/>
                    <a:pt x="19705" y="21967"/>
                  </a:cubicBezTo>
                  <a:cubicBezTo>
                    <a:pt x="19557" y="23187"/>
                    <a:pt x="19410" y="24407"/>
                    <a:pt x="19225" y="25590"/>
                  </a:cubicBezTo>
                  <a:cubicBezTo>
                    <a:pt x="19188" y="25997"/>
                    <a:pt x="19077" y="26404"/>
                    <a:pt x="19003" y="26810"/>
                  </a:cubicBezTo>
                  <a:cubicBezTo>
                    <a:pt x="19003" y="26551"/>
                    <a:pt x="19003" y="26330"/>
                    <a:pt x="19003" y="26293"/>
                  </a:cubicBezTo>
                  <a:cubicBezTo>
                    <a:pt x="18855" y="25220"/>
                    <a:pt x="17968" y="23224"/>
                    <a:pt x="16785" y="23002"/>
                  </a:cubicBezTo>
                  <a:cubicBezTo>
                    <a:pt x="16704" y="22988"/>
                    <a:pt x="16625" y="22982"/>
                    <a:pt x="16547" y="22982"/>
                  </a:cubicBezTo>
                  <a:cubicBezTo>
                    <a:pt x="15800" y="22982"/>
                    <a:pt x="15188" y="23597"/>
                    <a:pt x="15121" y="24333"/>
                  </a:cubicBezTo>
                  <a:cubicBezTo>
                    <a:pt x="15047" y="25183"/>
                    <a:pt x="15676" y="26034"/>
                    <a:pt x="16267" y="26588"/>
                  </a:cubicBezTo>
                  <a:cubicBezTo>
                    <a:pt x="16859" y="27106"/>
                    <a:pt x="18337" y="27624"/>
                    <a:pt x="18818" y="27771"/>
                  </a:cubicBezTo>
                  <a:cubicBezTo>
                    <a:pt x="18744" y="28178"/>
                    <a:pt x="18670" y="28622"/>
                    <a:pt x="18559" y="29028"/>
                  </a:cubicBezTo>
                  <a:cubicBezTo>
                    <a:pt x="18485" y="29287"/>
                    <a:pt x="18411" y="29546"/>
                    <a:pt x="18337" y="29842"/>
                  </a:cubicBezTo>
                  <a:cubicBezTo>
                    <a:pt x="18226" y="30101"/>
                    <a:pt x="18153" y="30359"/>
                    <a:pt x="18079" y="30618"/>
                  </a:cubicBezTo>
                  <a:cubicBezTo>
                    <a:pt x="17894" y="31136"/>
                    <a:pt x="17709" y="31653"/>
                    <a:pt x="17524" y="32134"/>
                  </a:cubicBezTo>
                  <a:cubicBezTo>
                    <a:pt x="17376" y="32467"/>
                    <a:pt x="17265" y="32762"/>
                    <a:pt x="17117" y="33095"/>
                  </a:cubicBezTo>
                  <a:cubicBezTo>
                    <a:pt x="17191" y="32689"/>
                    <a:pt x="17302" y="31875"/>
                    <a:pt x="17302" y="31801"/>
                  </a:cubicBezTo>
                  <a:cubicBezTo>
                    <a:pt x="17302" y="31062"/>
                    <a:pt x="17080" y="29916"/>
                    <a:pt x="16563" y="29102"/>
                  </a:cubicBezTo>
                  <a:cubicBezTo>
                    <a:pt x="16563" y="28991"/>
                    <a:pt x="16563" y="28881"/>
                    <a:pt x="16526" y="28770"/>
                  </a:cubicBezTo>
                  <a:cubicBezTo>
                    <a:pt x="16430" y="28068"/>
                    <a:pt x="15840" y="27505"/>
                    <a:pt x="15134" y="27505"/>
                  </a:cubicBezTo>
                  <a:cubicBezTo>
                    <a:pt x="15021" y="27505"/>
                    <a:pt x="14905" y="27519"/>
                    <a:pt x="14788" y="27550"/>
                  </a:cubicBezTo>
                  <a:cubicBezTo>
                    <a:pt x="13605" y="27882"/>
                    <a:pt x="12866" y="29916"/>
                    <a:pt x="12829" y="30988"/>
                  </a:cubicBezTo>
                  <a:cubicBezTo>
                    <a:pt x="12829" y="31062"/>
                    <a:pt x="12866" y="31764"/>
                    <a:pt x="12903" y="32208"/>
                  </a:cubicBezTo>
                  <a:cubicBezTo>
                    <a:pt x="12829" y="31949"/>
                    <a:pt x="12792" y="31690"/>
                    <a:pt x="12718" y="31432"/>
                  </a:cubicBezTo>
                  <a:cubicBezTo>
                    <a:pt x="12607" y="30914"/>
                    <a:pt x="12459" y="30396"/>
                    <a:pt x="12311" y="29842"/>
                  </a:cubicBezTo>
                  <a:cubicBezTo>
                    <a:pt x="12237" y="29583"/>
                    <a:pt x="12126" y="29324"/>
                    <a:pt x="12052" y="29065"/>
                  </a:cubicBezTo>
                  <a:cubicBezTo>
                    <a:pt x="11978" y="28770"/>
                    <a:pt x="11868" y="28511"/>
                    <a:pt x="11794" y="28252"/>
                  </a:cubicBezTo>
                  <a:cubicBezTo>
                    <a:pt x="11535" y="27587"/>
                    <a:pt x="11276" y="26958"/>
                    <a:pt x="11017" y="26330"/>
                  </a:cubicBezTo>
                  <a:cubicBezTo>
                    <a:pt x="11461" y="26219"/>
                    <a:pt x="13051" y="25812"/>
                    <a:pt x="13716" y="25331"/>
                  </a:cubicBezTo>
                  <a:cubicBezTo>
                    <a:pt x="14345" y="24851"/>
                    <a:pt x="15010" y="24037"/>
                    <a:pt x="15010" y="23187"/>
                  </a:cubicBezTo>
                  <a:cubicBezTo>
                    <a:pt x="15010" y="22378"/>
                    <a:pt x="14408" y="21703"/>
                    <a:pt x="13585" y="21703"/>
                  </a:cubicBezTo>
                  <a:cubicBezTo>
                    <a:pt x="13543" y="21703"/>
                    <a:pt x="13500" y="21705"/>
                    <a:pt x="13457" y="21708"/>
                  </a:cubicBezTo>
                  <a:cubicBezTo>
                    <a:pt x="12274" y="21856"/>
                    <a:pt x="11202" y="23779"/>
                    <a:pt x="11017" y="24814"/>
                  </a:cubicBezTo>
                  <a:cubicBezTo>
                    <a:pt x="10980" y="24888"/>
                    <a:pt x="10906" y="25664"/>
                    <a:pt x="10869" y="26108"/>
                  </a:cubicBezTo>
                  <a:cubicBezTo>
                    <a:pt x="10721" y="25701"/>
                    <a:pt x="10537" y="25331"/>
                    <a:pt x="10352" y="24962"/>
                  </a:cubicBezTo>
                  <a:cubicBezTo>
                    <a:pt x="9834" y="23890"/>
                    <a:pt x="9243" y="22817"/>
                    <a:pt x="8651" y="21708"/>
                  </a:cubicBezTo>
                  <a:cubicBezTo>
                    <a:pt x="8503" y="21376"/>
                    <a:pt x="8318" y="21043"/>
                    <a:pt x="8134" y="20710"/>
                  </a:cubicBezTo>
                  <a:cubicBezTo>
                    <a:pt x="8318" y="20673"/>
                    <a:pt x="10241" y="20229"/>
                    <a:pt x="10943" y="19675"/>
                  </a:cubicBezTo>
                  <a:cubicBezTo>
                    <a:pt x="11572" y="19194"/>
                    <a:pt x="12274" y="18381"/>
                    <a:pt x="12274" y="17531"/>
                  </a:cubicBezTo>
                  <a:cubicBezTo>
                    <a:pt x="12274" y="16772"/>
                    <a:pt x="11663" y="16078"/>
                    <a:pt x="10891" y="16078"/>
                  </a:cubicBezTo>
                  <a:cubicBezTo>
                    <a:pt x="10835" y="16078"/>
                    <a:pt x="10779" y="16081"/>
                    <a:pt x="10721" y="16089"/>
                  </a:cubicBezTo>
                  <a:cubicBezTo>
                    <a:pt x="9501" y="16200"/>
                    <a:pt x="8466" y="18122"/>
                    <a:pt x="8244" y="19194"/>
                  </a:cubicBezTo>
                  <a:cubicBezTo>
                    <a:pt x="8244" y="19268"/>
                    <a:pt x="8134" y="20377"/>
                    <a:pt x="8134" y="20673"/>
                  </a:cubicBezTo>
                  <a:cubicBezTo>
                    <a:pt x="7727" y="19934"/>
                    <a:pt x="7357" y="19194"/>
                    <a:pt x="7024" y="18455"/>
                  </a:cubicBezTo>
                  <a:cubicBezTo>
                    <a:pt x="6581" y="17457"/>
                    <a:pt x="6174" y="16421"/>
                    <a:pt x="5841" y="15423"/>
                  </a:cubicBezTo>
                  <a:cubicBezTo>
                    <a:pt x="5915" y="15386"/>
                    <a:pt x="7912" y="14943"/>
                    <a:pt x="8651" y="14388"/>
                  </a:cubicBezTo>
                  <a:cubicBezTo>
                    <a:pt x="9317" y="13870"/>
                    <a:pt x="9982" y="13094"/>
                    <a:pt x="9982" y="12244"/>
                  </a:cubicBezTo>
                  <a:cubicBezTo>
                    <a:pt x="9982" y="11451"/>
                    <a:pt x="9403" y="10754"/>
                    <a:pt x="8605" y="10754"/>
                  </a:cubicBezTo>
                  <a:cubicBezTo>
                    <a:pt x="8548" y="10754"/>
                    <a:pt x="8489" y="10757"/>
                    <a:pt x="8429" y="10765"/>
                  </a:cubicBezTo>
                  <a:cubicBezTo>
                    <a:pt x="7209" y="10876"/>
                    <a:pt x="6174" y="12798"/>
                    <a:pt x="5952" y="13870"/>
                  </a:cubicBezTo>
                  <a:cubicBezTo>
                    <a:pt x="5952" y="13944"/>
                    <a:pt x="5841" y="15164"/>
                    <a:pt x="5841" y="15386"/>
                  </a:cubicBezTo>
                  <a:cubicBezTo>
                    <a:pt x="5804" y="15312"/>
                    <a:pt x="5804" y="15238"/>
                    <a:pt x="5767" y="15201"/>
                  </a:cubicBezTo>
                  <a:cubicBezTo>
                    <a:pt x="5435" y="14092"/>
                    <a:pt x="5287" y="13020"/>
                    <a:pt x="5176" y="11985"/>
                  </a:cubicBezTo>
                  <a:cubicBezTo>
                    <a:pt x="5102" y="11356"/>
                    <a:pt x="5065" y="10802"/>
                    <a:pt x="5028" y="10210"/>
                  </a:cubicBezTo>
                  <a:cubicBezTo>
                    <a:pt x="5435" y="10173"/>
                    <a:pt x="7172" y="9952"/>
                    <a:pt x="7875" y="9508"/>
                  </a:cubicBezTo>
                  <a:cubicBezTo>
                    <a:pt x="8577" y="9101"/>
                    <a:pt x="9354" y="8362"/>
                    <a:pt x="9427" y="7511"/>
                  </a:cubicBezTo>
                  <a:cubicBezTo>
                    <a:pt x="9501" y="6698"/>
                    <a:pt x="8910" y="5885"/>
                    <a:pt x="8060" y="5885"/>
                  </a:cubicBezTo>
                  <a:cubicBezTo>
                    <a:pt x="6840" y="5885"/>
                    <a:pt x="5583" y="7696"/>
                    <a:pt x="5250" y="8695"/>
                  </a:cubicBezTo>
                  <a:cubicBezTo>
                    <a:pt x="5250" y="8768"/>
                    <a:pt x="5102" y="9360"/>
                    <a:pt x="5028" y="9804"/>
                  </a:cubicBezTo>
                  <a:cubicBezTo>
                    <a:pt x="5028" y="9545"/>
                    <a:pt x="5028" y="9286"/>
                    <a:pt x="5028" y="9027"/>
                  </a:cubicBezTo>
                  <a:cubicBezTo>
                    <a:pt x="5028" y="8103"/>
                    <a:pt x="5102" y="7253"/>
                    <a:pt x="5139" y="6513"/>
                  </a:cubicBezTo>
                  <a:cubicBezTo>
                    <a:pt x="5176" y="6107"/>
                    <a:pt x="5213" y="5737"/>
                    <a:pt x="5250" y="5367"/>
                  </a:cubicBezTo>
                  <a:cubicBezTo>
                    <a:pt x="5620" y="5145"/>
                    <a:pt x="7024" y="4147"/>
                    <a:pt x="7431" y="3445"/>
                  </a:cubicBezTo>
                  <a:cubicBezTo>
                    <a:pt x="7875" y="2742"/>
                    <a:pt x="8207" y="1744"/>
                    <a:pt x="7912" y="968"/>
                  </a:cubicBezTo>
                  <a:cubicBezTo>
                    <a:pt x="7665" y="393"/>
                    <a:pt x="7115" y="0"/>
                    <a:pt x="65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2745;p51">
              <a:extLst>
                <a:ext uri="{FF2B5EF4-FFF2-40B4-BE49-F238E27FC236}">
                  <a16:creationId xmlns:a16="http://schemas.microsoft.com/office/drawing/2014/main" id="{94602945-293B-DC2C-1430-60E6BF603496}"/>
                </a:ext>
              </a:extLst>
            </p:cNvPr>
            <p:cNvSpPr/>
            <p:nvPr/>
          </p:nvSpPr>
          <p:spPr>
            <a:xfrm>
              <a:off x="1174425" y="3532200"/>
              <a:ext cx="91525" cy="134975"/>
            </a:xfrm>
            <a:custGeom>
              <a:avLst/>
              <a:gdLst/>
              <a:ahLst/>
              <a:cxnLst/>
              <a:rect l="l" t="t" r="r" b="b"/>
              <a:pathLst>
                <a:path w="3661" h="5399" extrusionOk="0">
                  <a:moveTo>
                    <a:pt x="1633" y="1"/>
                  </a:moveTo>
                  <a:cubicBezTo>
                    <a:pt x="1052" y="1"/>
                    <a:pt x="518" y="417"/>
                    <a:pt x="297" y="999"/>
                  </a:cubicBezTo>
                  <a:cubicBezTo>
                    <a:pt x="1" y="1812"/>
                    <a:pt x="371" y="2773"/>
                    <a:pt x="814" y="3476"/>
                  </a:cubicBezTo>
                  <a:cubicBezTo>
                    <a:pt x="1332" y="4252"/>
                    <a:pt x="3106" y="5398"/>
                    <a:pt x="3106" y="5398"/>
                  </a:cubicBezTo>
                  <a:cubicBezTo>
                    <a:pt x="3143" y="5398"/>
                    <a:pt x="3513" y="3993"/>
                    <a:pt x="3513" y="3883"/>
                  </a:cubicBezTo>
                  <a:cubicBezTo>
                    <a:pt x="3661" y="2810"/>
                    <a:pt x="3328" y="666"/>
                    <a:pt x="2219" y="149"/>
                  </a:cubicBezTo>
                  <a:cubicBezTo>
                    <a:pt x="2025" y="47"/>
                    <a:pt x="1826" y="1"/>
                    <a:pt x="16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2746;p51">
              <a:extLst>
                <a:ext uri="{FF2B5EF4-FFF2-40B4-BE49-F238E27FC236}">
                  <a16:creationId xmlns:a16="http://schemas.microsoft.com/office/drawing/2014/main" id="{36C9E1D6-724F-C36D-FCD4-32FC8EC9D63A}"/>
                </a:ext>
              </a:extLst>
            </p:cNvPr>
            <p:cNvSpPr/>
            <p:nvPr/>
          </p:nvSpPr>
          <p:spPr>
            <a:xfrm>
              <a:off x="4182000" y="4206925"/>
              <a:ext cx="147900" cy="871025"/>
            </a:xfrm>
            <a:custGeom>
              <a:avLst/>
              <a:gdLst/>
              <a:ahLst/>
              <a:cxnLst/>
              <a:rect l="l" t="t" r="r" b="b"/>
              <a:pathLst>
                <a:path w="5916" h="34841" extrusionOk="0">
                  <a:moveTo>
                    <a:pt x="2551" y="0"/>
                  </a:moveTo>
                  <a:lnTo>
                    <a:pt x="0" y="555"/>
                  </a:lnTo>
                  <a:lnTo>
                    <a:pt x="4769" y="34346"/>
                  </a:lnTo>
                  <a:cubicBezTo>
                    <a:pt x="4802" y="34635"/>
                    <a:pt x="5057" y="34841"/>
                    <a:pt x="5342" y="34841"/>
                  </a:cubicBezTo>
                  <a:cubicBezTo>
                    <a:pt x="5385" y="34841"/>
                    <a:pt x="5428" y="34836"/>
                    <a:pt x="5472" y="34827"/>
                  </a:cubicBezTo>
                  <a:cubicBezTo>
                    <a:pt x="5731" y="34790"/>
                    <a:pt x="5915" y="34531"/>
                    <a:pt x="5878" y="34235"/>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2747;p51">
              <a:extLst>
                <a:ext uri="{FF2B5EF4-FFF2-40B4-BE49-F238E27FC236}">
                  <a16:creationId xmlns:a16="http://schemas.microsoft.com/office/drawing/2014/main" id="{BF4B1BAA-3055-FFB5-54FE-B37F0D7F8A13}"/>
                </a:ext>
              </a:extLst>
            </p:cNvPr>
            <p:cNvSpPr/>
            <p:nvPr/>
          </p:nvSpPr>
          <p:spPr>
            <a:xfrm>
              <a:off x="4173675" y="4199525"/>
              <a:ext cx="163625" cy="886400"/>
            </a:xfrm>
            <a:custGeom>
              <a:avLst/>
              <a:gdLst/>
              <a:ahLst/>
              <a:cxnLst/>
              <a:rect l="l" t="t" r="r" b="b"/>
              <a:pathLst>
                <a:path w="6545" h="35456" extrusionOk="0">
                  <a:moveTo>
                    <a:pt x="2588" y="703"/>
                  </a:moveTo>
                  <a:lnTo>
                    <a:pt x="5916" y="34568"/>
                  </a:lnTo>
                  <a:cubicBezTo>
                    <a:pt x="5916" y="34716"/>
                    <a:pt x="5842" y="34790"/>
                    <a:pt x="5731" y="34827"/>
                  </a:cubicBezTo>
                  <a:lnTo>
                    <a:pt x="5657" y="34827"/>
                  </a:lnTo>
                  <a:cubicBezTo>
                    <a:pt x="5546" y="34827"/>
                    <a:pt x="5398" y="34753"/>
                    <a:pt x="5398" y="34605"/>
                  </a:cubicBezTo>
                  <a:lnTo>
                    <a:pt x="673" y="1125"/>
                  </a:lnTo>
                  <a:lnTo>
                    <a:pt x="673" y="1125"/>
                  </a:lnTo>
                  <a:lnTo>
                    <a:pt x="2588" y="703"/>
                  </a:lnTo>
                  <a:close/>
                  <a:moveTo>
                    <a:pt x="2810" y="0"/>
                  </a:moveTo>
                  <a:lnTo>
                    <a:pt x="259" y="555"/>
                  </a:lnTo>
                  <a:cubicBezTo>
                    <a:pt x="111" y="592"/>
                    <a:pt x="0" y="740"/>
                    <a:pt x="37" y="925"/>
                  </a:cubicBezTo>
                  <a:lnTo>
                    <a:pt x="4770" y="34716"/>
                  </a:lnTo>
                  <a:cubicBezTo>
                    <a:pt x="4844" y="35160"/>
                    <a:pt x="5213" y="35455"/>
                    <a:pt x="5657" y="35455"/>
                  </a:cubicBezTo>
                  <a:cubicBezTo>
                    <a:pt x="5731" y="35455"/>
                    <a:pt x="5805" y="35455"/>
                    <a:pt x="5842" y="35418"/>
                  </a:cubicBezTo>
                  <a:cubicBezTo>
                    <a:pt x="6248" y="35344"/>
                    <a:pt x="6544" y="34975"/>
                    <a:pt x="6544" y="34568"/>
                  </a:cubicBezTo>
                  <a:lnTo>
                    <a:pt x="6544" y="34494"/>
                  </a:lnTo>
                  <a:lnTo>
                    <a:pt x="3180" y="296"/>
                  </a:lnTo>
                  <a:cubicBezTo>
                    <a:pt x="3180" y="185"/>
                    <a:pt x="3143" y="111"/>
                    <a:pt x="3069" y="74"/>
                  </a:cubicBezTo>
                  <a:cubicBezTo>
                    <a:pt x="2995" y="0"/>
                    <a:pt x="2884" y="0"/>
                    <a:pt x="28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2748;p51">
              <a:extLst>
                <a:ext uri="{FF2B5EF4-FFF2-40B4-BE49-F238E27FC236}">
                  <a16:creationId xmlns:a16="http://schemas.microsoft.com/office/drawing/2014/main" id="{D080D780-3689-647D-4CB8-D736FCB3FDCE}"/>
                </a:ext>
              </a:extLst>
            </p:cNvPr>
            <p:cNvSpPr/>
            <p:nvPr/>
          </p:nvSpPr>
          <p:spPr>
            <a:xfrm>
              <a:off x="3355700" y="4206925"/>
              <a:ext cx="147900" cy="871025"/>
            </a:xfrm>
            <a:custGeom>
              <a:avLst/>
              <a:gdLst/>
              <a:ahLst/>
              <a:cxnLst/>
              <a:rect l="l" t="t" r="r" b="b"/>
              <a:pathLst>
                <a:path w="5916" h="34841" extrusionOk="0">
                  <a:moveTo>
                    <a:pt x="3365" y="0"/>
                  </a:moveTo>
                  <a:lnTo>
                    <a:pt x="37" y="34235"/>
                  </a:lnTo>
                  <a:cubicBezTo>
                    <a:pt x="0" y="34531"/>
                    <a:pt x="185" y="34790"/>
                    <a:pt x="481" y="34827"/>
                  </a:cubicBezTo>
                  <a:cubicBezTo>
                    <a:pt x="520" y="34836"/>
                    <a:pt x="559" y="34841"/>
                    <a:pt x="598" y="34841"/>
                  </a:cubicBezTo>
                  <a:cubicBezTo>
                    <a:pt x="859" y="34841"/>
                    <a:pt x="1114" y="34635"/>
                    <a:pt x="1147" y="34346"/>
                  </a:cubicBezTo>
                  <a:lnTo>
                    <a:pt x="5916" y="555"/>
                  </a:lnTo>
                  <a:lnTo>
                    <a:pt x="33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2749;p51">
              <a:extLst>
                <a:ext uri="{FF2B5EF4-FFF2-40B4-BE49-F238E27FC236}">
                  <a16:creationId xmlns:a16="http://schemas.microsoft.com/office/drawing/2014/main" id="{DD00EE37-62A4-A53C-ABDB-CFBB477D89C3}"/>
                </a:ext>
              </a:extLst>
            </p:cNvPr>
            <p:cNvSpPr/>
            <p:nvPr/>
          </p:nvSpPr>
          <p:spPr>
            <a:xfrm>
              <a:off x="3348300" y="4199525"/>
              <a:ext cx="163625" cy="886400"/>
            </a:xfrm>
            <a:custGeom>
              <a:avLst/>
              <a:gdLst/>
              <a:ahLst/>
              <a:cxnLst/>
              <a:rect l="l" t="t" r="r" b="b"/>
              <a:pathLst>
                <a:path w="6545" h="35456" extrusionOk="0">
                  <a:moveTo>
                    <a:pt x="3957" y="703"/>
                  </a:moveTo>
                  <a:lnTo>
                    <a:pt x="5872" y="1125"/>
                  </a:lnTo>
                  <a:lnTo>
                    <a:pt x="5872" y="1125"/>
                  </a:lnTo>
                  <a:lnTo>
                    <a:pt x="1147" y="34605"/>
                  </a:lnTo>
                  <a:cubicBezTo>
                    <a:pt x="1147" y="34753"/>
                    <a:pt x="1036" y="34827"/>
                    <a:pt x="888" y="34827"/>
                  </a:cubicBezTo>
                  <a:lnTo>
                    <a:pt x="851" y="34827"/>
                  </a:lnTo>
                  <a:cubicBezTo>
                    <a:pt x="703" y="34790"/>
                    <a:pt x="629" y="34716"/>
                    <a:pt x="629" y="34568"/>
                  </a:cubicBezTo>
                  <a:lnTo>
                    <a:pt x="3957" y="703"/>
                  </a:lnTo>
                  <a:close/>
                  <a:moveTo>
                    <a:pt x="3735" y="0"/>
                  </a:moveTo>
                  <a:cubicBezTo>
                    <a:pt x="3661" y="0"/>
                    <a:pt x="3550" y="0"/>
                    <a:pt x="3513" y="74"/>
                  </a:cubicBezTo>
                  <a:cubicBezTo>
                    <a:pt x="3439" y="111"/>
                    <a:pt x="3365" y="185"/>
                    <a:pt x="3365" y="296"/>
                  </a:cubicBezTo>
                  <a:lnTo>
                    <a:pt x="38" y="34494"/>
                  </a:lnTo>
                  <a:lnTo>
                    <a:pt x="1" y="34568"/>
                  </a:lnTo>
                  <a:cubicBezTo>
                    <a:pt x="1" y="34975"/>
                    <a:pt x="296" y="35344"/>
                    <a:pt x="703" y="35418"/>
                  </a:cubicBezTo>
                  <a:cubicBezTo>
                    <a:pt x="777" y="35455"/>
                    <a:pt x="814" y="35455"/>
                    <a:pt x="888" y="35455"/>
                  </a:cubicBezTo>
                  <a:cubicBezTo>
                    <a:pt x="1332" y="35455"/>
                    <a:pt x="1701" y="35160"/>
                    <a:pt x="1775" y="34716"/>
                  </a:cubicBezTo>
                  <a:lnTo>
                    <a:pt x="6508" y="925"/>
                  </a:lnTo>
                  <a:cubicBezTo>
                    <a:pt x="6544" y="740"/>
                    <a:pt x="6434" y="592"/>
                    <a:pt x="6286" y="555"/>
                  </a:cubicBezTo>
                  <a:lnTo>
                    <a:pt x="373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2750;p51">
              <a:extLst>
                <a:ext uri="{FF2B5EF4-FFF2-40B4-BE49-F238E27FC236}">
                  <a16:creationId xmlns:a16="http://schemas.microsoft.com/office/drawing/2014/main" id="{0234C532-91B7-2FB8-804E-08ADB0B251DA}"/>
                </a:ext>
              </a:extLst>
            </p:cNvPr>
            <p:cNvSpPr/>
            <p:nvPr/>
          </p:nvSpPr>
          <p:spPr>
            <a:xfrm>
              <a:off x="3415775" y="3231825"/>
              <a:ext cx="889175" cy="1075875"/>
            </a:xfrm>
            <a:custGeom>
              <a:avLst/>
              <a:gdLst/>
              <a:ahLst/>
              <a:cxnLst/>
              <a:rect l="l" t="t" r="r" b="b"/>
              <a:pathLst>
                <a:path w="35567" h="43035" extrusionOk="0">
                  <a:moveTo>
                    <a:pt x="4178" y="0"/>
                  </a:moveTo>
                  <a:cubicBezTo>
                    <a:pt x="1849" y="0"/>
                    <a:pt x="1" y="1923"/>
                    <a:pt x="111" y="4215"/>
                  </a:cubicBezTo>
                  <a:lnTo>
                    <a:pt x="1738" y="43034"/>
                  </a:lnTo>
                  <a:lnTo>
                    <a:pt x="32387" y="43034"/>
                  </a:lnTo>
                  <a:lnTo>
                    <a:pt x="35381" y="4363"/>
                  </a:lnTo>
                  <a:cubicBezTo>
                    <a:pt x="35566" y="1997"/>
                    <a:pt x="33718" y="0"/>
                    <a:pt x="313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2751;p51">
              <a:extLst>
                <a:ext uri="{FF2B5EF4-FFF2-40B4-BE49-F238E27FC236}">
                  <a16:creationId xmlns:a16="http://schemas.microsoft.com/office/drawing/2014/main" id="{3196CD3E-4056-7758-9714-9606DC79A1C5}"/>
                </a:ext>
              </a:extLst>
            </p:cNvPr>
            <p:cNvSpPr/>
            <p:nvPr/>
          </p:nvSpPr>
          <p:spPr>
            <a:xfrm>
              <a:off x="3410225" y="3223500"/>
              <a:ext cx="898425" cy="1091575"/>
            </a:xfrm>
            <a:custGeom>
              <a:avLst/>
              <a:gdLst/>
              <a:ahLst/>
              <a:cxnLst/>
              <a:rect l="l" t="t" r="r" b="b"/>
              <a:pathLst>
                <a:path w="35937" h="43663" extrusionOk="0">
                  <a:moveTo>
                    <a:pt x="31574" y="629"/>
                  </a:moveTo>
                  <a:cubicBezTo>
                    <a:pt x="32609" y="629"/>
                    <a:pt x="33533" y="1073"/>
                    <a:pt x="34235" y="1738"/>
                  </a:cubicBezTo>
                  <a:cubicBezTo>
                    <a:pt x="34901" y="2440"/>
                    <a:pt x="35308" y="3365"/>
                    <a:pt x="35308" y="4400"/>
                  </a:cubicBezTo>
                  <a:cubicBezTo>
                    <a:pt x="35308" y="4474"/>
                    <a:pt x="35308" y="4585"/>
                    <a:pt x="35308" y="4696"/>
                  </a:cubicBezTo>
                  <a:lnTo>
                    <a:pt x="32313" y="43034"/>
                  </a:lnTo>
                  <a:lnTo>
                    <a:pt x="2244" y="43034"/>
                  </a:lnTo>
                  <a:lnTo>
                    <a:pt x="629" y="4548"/>
                  </a:lnTo>
                  <a:cubicBezTo>
                    <a:pt x="629" y="4511"/>
                    <a:pt x="629" y="4437"/>
                    <a:pt x="629" y="4400"/>
                  </a:cubicBezTo>
                  <a:cubicBezTo>
                    <a:pt x="629" y="3365"/>
                    <a:pt x="1036" y="2404"/>
                    <a:pt x="1738" y="1738"/>
                  </a:cubicBezTo>
                  <a:cubicBezTo>
                    <a:pt x="2404" y="1073"/>
                    <a:pt x="3328" y="629"/>
                    <a:pt x="4400" y="629"/>
                  </a:cubicBezTo>
                  <a:close/>
                  <a:moveTo>
                    <a:pt x="4400" y="0"/>
                  </a:moveTo>
                  <a:cubicBezTo>
                    <a:pt x="1960" y="0"/>
                    <a:pt x="1" y="1997"/>
                    <a:pt x="1" y="4400"/>
                  </a:cubicBezTo>
                  <a:cubicBezTo>
                    <a:pt x="1" y="4437"/>
                    <a:pt x="1" y="4511"/>
                    <a:pt x="1" y="4585"/>
                  </a:cubicBezTo>
                  <a:lnTo>
                    <a:pt x="1627" y="43367"/>
                  </a:lnTo>
                  <a:cubicBezTo>
                    <a:pt x="1664" y="43552"/>
                    <a:pt x="1775" y="43663"/>
                    <a:pt x="1960" y="43663"/>
                  </a:cubicBezTo>
                  <a:lnTo>
                    <a:pt x="32609" y="43663"/>
                  </a:lnTo>
                  <a:cubicBezTo>
                    <a:pt x="32757" y="43663"/>
                    <a:pt x="32905" y="43552"/>
                    <a:pt x="32905" y="43367"/>
                  </a:cubicBezTo>
                  <a:lnTo>
                    <a:pt x="35936" y="4733"/>
                  </a:lnTo>
                  <a:cubicBezTo>
                    <a:pt x="35936" y="4622"/>
                    <a:pt x="35936" y="4511"/>
                    <a:pt x="35936" y="4400"/>
                  </a:cubicBezTo>
                  <a:cubicBezTo>
                    <a:pt x="35936" y="1997"/>
                    <a:pt x="34014" y="0"/>
                    <a:pt x="315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752;p51">
              <a:extLst>
                <a:ext uri="{FF2B5EF4-FFF2-40B4-BE49-F238E27FC236}">
                  <a16:creationId xmlns:a16="http://schemas.microsoft.com/office/drawing/2014/main" id="{A56DC0B8-BF4A-BAA9-1996-955BF5CA9460}"/>
                </a:ext>
              </a:extLst>
            </p:cNvPr>
            <p:cNvSpPr/>
            <p:nvPr/>
          </p:nvSpPr>
          <p:spPr>
            <a:xfrm>
              <a:off x="3388050" y="4095075"/>
              <a:ext cx="902100" cy="212625"/>
            </a:xfrm>
            <a:custGeom>
              <a:avLst/>
              <a:gdLst/>
              <a:ahLst/>
              <a:cxnLst/>
              <a:rect l="l" t="t" r="r" b="b"/>
              <a:pathLst>
                <a:path w="36084" h="8505" extrusionOk="0">
                  <a:moveTo>
                    <a:pt x="0" y="1"/>
                  </a:moveTo>
                  <a:lnTo>
                    <a:pt x="0" y="8504"/>
                  </a:lnTo>
                  <a:lnTo>
                    <a:pt x="36084" y="8504"/>
                  </a:lnTo>
                  <a:lnTo>
                    <a:pt x="360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753;p51">
              <a:extLst>
                <a:ext uri="{FF2B5EF4-FFF2-40B4-BE49-F238E27FC236}">
                  <a16:creationId xmlns:a16="http://schemas.microsoft.com/office/drawing/2014/main" id="{7F872E2F-DFC5-FF54-1717-6D9D033FBF9B}"/>
                </a:ext>
              </a:extLst>
            </p:cNvPr>
            <p:cNvSpPr/>
            <p:nvPr/>
          </p:nvSpPr>
          <p:spPr>
            <a:xfrm>
              <a:off x="3380650" y="4086775"/>
              <a:ext cx="916900" cy="228300"/>
            </a:xfrm>
            <a:custGeom>
              <a:avLst/>
              <a:gdLst/>
              <a:ahLst/>
              <a:cxnLst/>
              <a:rect l="l" t="t" r="r" b="b"/>
              <a:pathLst>
                <a:path w="36676" h="9132" extrusionOk="0">
                  <a:moveTo>
                    <a:pt x="36047" y="629"/>
                  </a:moveTo>
                  <a:lnTo>
                    <a:pt x="36047" y="8503"/>
                  </a:lnTo>
                  <a:lnTo>
                    <a:pt x="592" y="8503"/>
                  </a:lnTo>
                  <a:lnTo>
                    <a:pt x="592" y="629"/>
                  </a:lnTo>
                  <a:close/>
                  <a:moveTo>
                    <a:pt x="296" y="0"/>
                  </a:moveTo>
                  <a:cubicBezTo>
                    <a:pt x="222" y="0"/>
                    <a:pt x="149" y="37"/>
                    <a:pt x="75" y="111"/>
                  </a:cubicBezTo>
                  <a:cubicBezTo>
                    <a:pt x="1" y="148"/>
                    <a:pt x="1" y="259"/>
                    <a:pt x="1" y="333"/>
                  </a:cubicBezTo>
                  <a:lnTo>
                    <a:pt x="1" y="8836"/>
                  </a:lnTo>
                  <a:cubicBezTo>
                    <a:pt x="1" y="8910"/>
                    <a:pt x="1" y="8984"/>
                    <a:pt x="75" y="9058"/>
                  </a:cubicBezTo>
                  <a:cubicBezTo>
                    <a:pt x="149" y="9095"/>
                    <a:pt x="222" y="9132"/>
                    <a:pt x="296" y="9132"/>
                  </a:cubicBezTo>
                  <a:lnTo>
                    <a:pt x="36380" y="9132"/>
                  </a:lnTo>
                  <a:cubicBezTo>
                    <a:pt x="36454" y="9132"/>
                    <a:pt x="36528" y="9095"/>
                    <a:pt x="36602" y="9058"/>
                  </a:cubicBezTo>
                  <a:cubicBezTo>
                    <a:pt x="36639" y="8984"/>
                    <a:pt x="36675" y="8910"/>
                    <a:pt x="36675" y="8836"/>
                  </a:cubicBezTo>
                  <a:lnTo>
                    <a:pt x="36675" y="333"/>
                  </a:lnTo>
                  <a:cubicBezTo>
                    <a:pt x="36675" y="259"/>
                    <a:pt x="36639" y="148"/>
                    <a:pt x="36602" y="111"/>
                  </a:cubicBezTo>
                  <a:cubicBezTo>
                    <a:pt x="36528" y="37"/>
                    <a:pt x="36454" y="0"/>
                    <a:pt x="363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754;p51">
              <a:extLst>
                <a:ext uri="{FF2B5EF4-FFF2-40B4-BE49-F238E27FC236}">
                  <a16:creationId xmlns:a16="http://schemas.microsoft.com/office/drawing/2014/main" id="{81402DCA-B5FB-7A71-68F4-8627E65163F4}"/>
                </a:ext>
              </a:extLst>
            </p:cNvPr>
            <p:cNvSpPr/>
            <p:nvPr/>
          </p:nvSpPr>
          <p:spPr>
            <a:xfrm>
              <a:off x="3342750" y="3850150"/>
              <a:ext cx="116500" cy="457550"/>
            </a:xfrm>
            <a:custGeom>
              <a:avLst/>
              <a:gdLst/>
              <a:ahLst/>
              <a:cxnLst/>
              <a:rect l="l" t="t" r="r" b="b"/>
              <a:pathLst>
                <a:path w="4660" h="18302" extrusionOk="0">
                  <a:moveTo>
                    <a:pt x="2330" y="1"/>
                  </a:moveTo>
                  <a:cubicBezTo>
                    <a:pt x="1036" y="1"/>
                    <a:pt x="1" y="1036"/>
                    <a:pt x="1" y="2330"/>
                  </a:cubicBezTo>
                  <a:lnTo>
                    <a:pt x="1923" y="18301"/>
                  </a:lnTo>
                  <a:lnTo>
                    <a:pt x="4659" y="18301"/>
                  </a:lnTo>
                  <a:lnTo>
                    <a:pt x="4659" y="2330"/>
                  </a:lnTo>
                  <a:cubicBezTo>
                    <a:pt x="4659" y="1036"/>
                    <a:pt x="3624" y="1"/>
                    <a:pt x="23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755;p51">
              <a:extLst>
                <a:ext uri="{FF2B5EF4-FFF2-40B4-BE49-F238E27FC236}">
                  <a16:creationId xmlns:a16="http://schemas.microsoft.com/office/drawing/2014/main" id="{09FA051E-F48B-FCC7-8499-1E6146053382}"/>
                </a:ext>
              </a:extLst>
            </p:cNvPr>
            <p:cNvSpPr/>
            <p:nvPr/>
          </p:nvSpPr>
          <p:spPr>
            <a:xfrm>
              <a:off x="3335375" y="3842750"/>
              <a:ext cx="131250" cy="472325"/>
            </a:xfrm>
            <a:custGeom>
              <a:avLst/>
              <a:gdLst/>
              <a:ahLst/>
              <a:cxnLst/>
              <a:rect l="l" t="t" r="r" b="b"/>
              <a:pathLst>
                <a:path w="5250" h="18893" extrusionOk="0">
                  <a:moveTo>
                    <a:pt x="2625" y="592"/>
                  </a:moveTo>
                  <a:cubicBezTo>
                    <a:pt x="3734" y="592"/>
                    <a:pt x="4621" y="1517"/>
                    <a:pt x="4621" y="2626"/>
                  </a:cubicBezTo>
                  <a:lnTo>
                    <a:pt x="4621" y="18264"/>
                  </a:lnTo>
                  <a:lnTo>
                    <a:pt x="2477" y="18264"/>
                  </a:lnTo>
                  <a:lnTo>
                    <a:pt x="593" y="2598"/>
                  </a:lnTo>
                  <a:lnTo>
                    <a:pt x="593" y="2598"/>
                  </a:lnTo>
                  <a:cubicBezTo>
                    <a:pt x="643" y="1501"/>
                    <a:pt x="1525" y="592"/>
                    <a:pt x="2625" y="592"/>
                  </a:cubicBezTo>
                  <a:close/>
                  <a:moveTo>
                    <a:pt x="2625" y="1"/>
                  </a:moveTo>
                  <a:cubicBezTo>
                    <a:pt x="1183" y="1"/>
                    <a:pt x="0" y="1147"/>
                    <a:pt x="0" y="2626"/>
                  </a:cubicBezTo>
                  <a:lnTo>
                    <a:pt x="0" y="2663"/>
                  </a:lnTo>
                  <a:lnTo>
                    <a:pt x="1923" y="18634"/>
                  </a:lnTo>
                  <a:cubicBezTo>
                    <a:pt x="1923" y="18782"/>
                    <a:pt x="2070" y="18893"/>
                    <a:pt x="2218" y="18893"/>
                  </a:cubicBezTo>
                  <a:lnTo>
                    <a:pt x="4954" y="18893"/>
                  </a:lnTo>
                  <a:cubicBezTo>
                    <a:pt x="5028" y="18893"/>
                    <a:pt x="5102" y="18856"/>
                    <a:pt x="5176" y="18819"/>
                  </a:cubicBezTo>
                  <a:cubicBezTo>
                    <a:pt x="5213" y="18745"/>
                    <a:pt x="5250" y="18671"/>
                    <a:pt x="5250" y="18597"/>
                  </a:cubicBezTo>
                  <a:lnTo>
                    <a:pt x="5250" y="2626"/>
                  </a:lnTo>
                  <a:cubicBezTo>
                    <a:pt x="5250" y="1147"/>
                    <a:pt x="4067" y="1"/>
                    <a:pt x="26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756;p51">
              <a:extLst>
                <a:ext uri="{FF2B5EF4-FFF2-40B4-BE49-F238E27FC236}">
                  <a16:creationId xmlns:a16="http://schemas.microsoft.com/office/drawing/2014/main" id="{C4377D11-4F4B-5B9D-1DC5-7FF0E47F1D86}"/>
                </a:ext>
              </a:extLst>
            </p:cNvPr>
            <p:cNvSpPr/>
            <p:nvPr/>
          </p:nvSpPr>
          <p:spPr>
            <a:xfrm>
              <a:off x="4225425" y="3850150"/>
              <a:ext cx="116500" cy="457550"/>
            </a:xfrm>
            <a:custGeom>
              <a:avLst/>
              <a:gdLst/>
              <a:ahLst/>
              <a:cxnLst/>
              <a:rect l="l" t="t" r="r" b="b"/>
              <a:pathLst>
                <a:path w="4660" h="18302" extrusionOk="0">
                  <a:moveTo>
                    <a:pt x="2330" y="1"/>
                  </a:moveTo>
                  <a:cubicBezTo>
                    <a:pt x="1036" y="1"/>
                    <a:pt x="1" y="1036"/>
                    <a:pt x="1" y="2330"/>
                  </a:cubicBezTo>
                  <a:lnTo>
                    <a:pt x="1" y="18301"/>
                  </a:lnTo>
                  <a:lnTo>
                    <a:pt x="2737" y="18301"/>
                  </a:lnTo>
                  <a:lnTo>
                    <a:pt x="4659" y="2330"/>
                  </a:lnTo>
                  <a:cubicBezTo>
                    <a:pt x="4659" y="1036"/>
                    <a:pt x="3587" y="1"/>
                    <a:pt x="23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757;p51">
              <a:extLst>
                <a:ext uri="{FF2B5EF4-FFF2-40B4-BE49-F238E27FC236}">
                  <a16:creationId xmlns:a16="http://schemas.microsoft.com/office/drawing/2014/main" id="{7D55FDB6-5291-52F1-2960-DEFD48AA7F52}"/>
                </a:ext>
              </a:extLst>
            </p:cNvPr>
            <p:cNvSpPr/>
            <p:nvPr/>
          </p:nvSpPr>
          <p:spPr>
            <a:xfrm>
              <a:off x="4218050" y="3842750"/>
              <a:ext cx="131250" cy="472325"/>
            </a:xfrm>
            <a:custGeom>
              <a:avLst/>
              <a:gdLst/>
              <a:ahLst/>
              <a:cxnLst/>
              <a:rect l="l" t="t" r="r" b="b"/>
              <a:pathLst>
                <a:path w="5250" h="18893" extrusionOk="0">
                  <a:moveTo>
                    <a:pt x="2625" y="592"/>
                  </a:moveTo>
                  <a:cubicBezTo>
                    <a:pt x="3723" y="592"/>
                    <a:pt x="4603" y="1497"/>
                    <a:pt x="4621" y="2591"/>
                  </a:cubicBezTo>
                  <a:lnTo>
                    <a:pt x="4621" y="2591"/>
                  </a:lnTo>
                  <a:lnTo>
                    <a:pt x="2736" y="18264"/>
                  </a:lnTo>
                  <a:lnTo>
                    <a:pt x="592" y="18264"/>
                  </a:lnTo>
                  <a:lnTo>
                    <a:pt x="592" y="2626"/>
                  </a:lnTo>
                  <a:cubicBezTo>
                    <a:pt x="592" y="1517"/>
                    <a:pt x="1516" y="592"/>
                    <a:pt x="2625" y="592"/>
                  </a:cubicBezTo>
                  <a:close/>
                  <a:moveTo>
                    <a:pt x="2625" y="1"/>
                  </a:moveTo>
                  <a:cubicBezTo>
                    <a:pt x="1183" y="1"/>
                    <a:pt x="0" y="1147"/>
                    <a:pt x="0" y="2626"/>
                  </a:cubicBezTo>
                  <a:lnTo>
                    <a:pt x="0" y="18597"/>
                  </a:lnTo>
                  <a:cubicBezTo>
                    <a:pt x="0" y="18671"/>
                    <a:pt x="37" y="18745"/>
                    <a:pt x="74" y="18819"/>
                  </a:cubicBezTo>
                  <a:cubicBezTo>
                    <a:pt x="148" y="18856"/>
                    <a:pt x="222" y="18893"/>
                    <a:pt x="296" y="18893"/>
                  </a:cubicBezTo>
                  <a:lnTo>
                    <a:pt x="3032" y="18893"/>
                  </a:lnTo>
                  <a:cubicBezTo>
                    <a:pt x="3179" y="18893"/>
                    <a:pt x="3327" y="18782"/>
                    <a:pt x="3327" y="18634"/>
                  </a:cubicBezTo>
                  <a:lnTo>
                    <a:pt x="5250" y="2663"/>
                  </a:lnTo>
                  <a:lnTo>
                    <a:pt x="5250" y="2626"/>
                  </a:lnTo>
                  <a:cubicBezTo>
                    <a:pt x="5250" y="1147"/>
                    <a:pt x="4067" y="1"/>
                    <a:pt x="26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758;p51">
              <a:extLst>
                <a:ext uri="{FF2B5EF4-FFF2-40B4-BE49-F238E27FC236}">
                  <a16:creationId xmlns:a16="http://schemas.microsoft.com/office/drawing/2014/main" id="{976A4D39-9B15-6B39-0872-AAD2FC753645}"/>
                </a:ext>
              </a:extLst>
            </p:cNvPr>
            <p:cNvSpPr/>
            <p:nvPr/>
          </p:nvSpPr>
          <p:spPr>
            <a:xfrm>
              <a:off x="3548875" y="3556225"/>
              <a:ext cx="574000" cy="329075"/>
            </a:xfrm>
            <a:custGeom>
              <a:avLst/>
              <a:gdLst/>
              <a:ahLst/>
              <a:cxnLst/>
              <a:rect l="l" t="t" r="r" b="b"/>
              <a:pathLst>
                <a:path w="22960" h="13163" extrusionOk="0">
                  <a:moveTo>
                    <a:pt x="0" y="1"/>
                  </a:moveTo>
                  <a:lnTo>
                    <a:pt x="1294" y="13162"/>
                  </a:lnTo>
                  <a:lnTo>
                    <a:pt x="21665" y="13162"/>
                  </a:lnTo>
                  <a:lnTo>
                    <a:pt x="2295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59;p51">
              <a:extLst>
                <a:ext uri="{FF2B5EF4-FFF2-40B4-BE49-F238E27FC236}">
                  <a16:creationId xmlns:a16="http://schemas.microsoft.com/office/drawing/2014/main" id="{4B05E70A-EAE8-1E11-CF5E-F248F51AA5C8}"/>
                </a:ext>
              </a:extLst>
            </p:cNvPr>
            <p:cNvSpPr/>
            <p:nvPr/>
          </p:nvSpPr>
          <p:spPr>
            <a:xfrm>
              <a:off x="3541475" y="3548850"/>
              <a:ext cx="588775" cy="343850"/>
            </a:xfrm>
            <a:custGeom>
              <a:avLst/>
              <a:gdLst/>
              <a:ahLst/>
              <a:cxnLst/>
              <a:rect l="l" t="t" r="r" b="b"/>
              <a:pathLst>
                <a:path w="23551" h="13754" extrusionOk="0">
                  <a:moveTo>
                    <a:pt x="22885" y="592"/>
                  </a:moveTo>
                  <a:lnTo>
                    <a:pt x="21665" y="13125"/>
                  </a:lnTo>
                  <a:lnTo>
                    <a:pt x="1886" y="13125"/>
                  </a:lnTo>
                  <a:lnTo>
                    <a:pt x="626" y="592"/>
                  </a:lnTo>
                  <a:close/>
                  <a:moveTo>
                    <a:pt x="296" y="0"/>
                  </a:moveTo>
                  <a:cubicBezTo>
                    <a:pt x="222" y="0"/>
                    <a:pt x="148" y="37"/>
                    <a:pt x="74" y="74"/>
                  </a:cubicBezTo>
                  <a:cubicBezTo>
                    <a:pt x="1" y="148"/>
                    <a:pt x="1" y="259"/>
                    <a:pt x="1" y="333"/>
                  </a:cubicBezTo>
                  <a:lnTo>
                    <a:pt x="1295" y="13457"/>
                  </a:lnTo>
                  <a:cubicBezTo>
                    <a:pt x="1295" y="13642"/>
                    <a:pt x="1442" y="13753"/>
                    <a:pt x="1590" y="13753"/>
                  </a:cubicBezTo>
                  <a:lnTo>
                    <a:pt x="21961" y="13753"/>
                  </a:lnTo>
                  <a:cubicBezTo>
                    <a:pt x="22109" y="13753"/>
                    <a:pt x="22257" y="13642"/>
                    <a:pt x="22257" y="13457"/>
                  </a:cubicBezTo>
                  <a:lnTo>
                    <a:pt x="23551" y="333"/>
                  </a:lnTo>
                  <a:cubicBezTo>
                    <a:pt x="23551" y="259"/>
                    <a:pt x="23514" y="148"/>
                    <a:pt x="23477" y="74"/>
                  </a:cubicBezTo>
                  <a:cubicBezTo>
                    <a:pt x="23403" y="37"/>
                    <a:pt x="23329" y="0"/>
                    <a:pt x="232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760;p51">
              <a:extLst>
                <a:ext uri="{FF2B5EF4-FFF2-40B4-BE49-F238E27FC236}">
                  <a16:creationId xmlns:a16="http://schemas.microsoft.com/office/drawing/2014/main" id="{4476DB89-602A-F4E9-249A-9DAE9CA6A6C7}"/>
                </a:ext>
              </a:extLst>
            </p:cNvPr>
            <p:cNvSpPr/>
            <p:nvPr/>
          </p:nvSpPr>
          <p:spPr>
            <a:xfrm>
              <a:off x="3337225" y="3015525"/>
              <a:ext cx="1061075" cy="603575"/>
            </a:xfrm>
            <a:custGeom>
              <a:avLst/>
              <a:gdLst/>
              <a:ahLst/>
              <a:cxnLst/>
              <a:rect l="l" t="t" r="r" b="b"/>
              <a:pathLst>
                <a:path w="42443" h="24143" extrusionOk="0">
                  <a:moveTo>
                    <a:pt x="22552" y="1"/>
                  </a:moveTo>
                  <a:lnTo>
                    <a:pt x="16748" y="112"/>
                  </a:lnTo>
                  <a:lnTo>
                    <a:pt x="5878" y="6212"/>
                  </a:lnTo>
                  <a:lnTo>
                    <a:pt x="0" y="24143"/>
                  </a:lnTo>
                  <a:lnTo>
                    <a:pt x="42442" y="24143"/>
                  </a:lnTo>
                  <a:cubicBezTo>
                    <a:pt x="42442" y="24143"/>
                    <a:pt x="35640" y="6693"/>
                    <a:pt x="34309" y="5805"/>
                  </a:cubicBezTo>
                  <a:cubicBezTo>
                    <a:pt x="32978" y="4881"/>
                    <a:pt x="22552" y="1"/>
                    <a:pt x="22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761;p51">
              <a:extLst>
                <a:ext uri="{FF2B5EF4-FFF2-40B4-BE49-F238E27FC236}">
                  <a16:creationId xmlns:a16="http://schemas.microsoft.com/office/drawing/2014/main" id="{0E4632CC-9B7C-4686-EC40-82403860D46E}"/>
                </a:ext>
              </a:extLst>
            </p:cNvPr>
            <p:cNvSpPr/>
            <p:nvPr/>
          </p:nvSpPr>
          <p:spPr>
            <a:xfrm>
              <a:off x="3328900" y="3008150"/>
              <a:ext cx="1076800" cy="619275"/>
            </a:xfrm>
            <a:custGeom>
              <a:avLst/>
              <a:gdLst/>
              <a:ahLst/>
              <a:cxnLst/>
              <a:rect l="l" t="t" r="r" b="b"/>
              <a:pathLst>
                <a:path w="43072" h="24771" extrusionOk="0">
                  <a:moveTo>
                    <a:pt x="22743" y="594"/>
                  </a:moveTo>
                  <a:cubicBezTo>
                    <a:pt x="22812" y="625"/>
                    <a:pt x="23458" y="914"/>
                    <a:pt x="24401" y="1368"/>
                  </a:cubicBezTo>
                  <a:cubicBezTo>
                    <a:pt x="25880" y="2071"/>
                    <a:pt x="28172" y="3143"/>
                    <a:pt x="30205" y="4141"/>
                  </a:cubicBezTo>
                  <a:cubicBezTo>
                    <a:pt x="31203" y="4622"/>
                    <a:pt x="32165" y="5102"/>
                    <a:pt x="32941" y="5472"/>
                  </a:cubicBezTo>
                  <a:cubicBezTo>
                    <a:pt x="33681" y="5879"/>
                    <a:pt x="34235" y="6174"/>
                    <a:pt x="34457" y="6322"/>
                  </a:cubicBezTo>
                  <a:cubicBezTo>
                    <a:pt x="34494" y="6359"/>
                    <a:pt x="34605" y="6433"/>
                    <a:pt x="34716" y="6618"/>
                  </a:cubicBezTo>
                  <a:cubicBezTo>
                    <a:pt x="35122" y="7246"/>
                    <a:pt x="35862" y="8688"/>
                    <a:pt x="36675" y="10500"/>
                  </a:cubicBezTo>
                  <a:cubicBezTo>
                    <a:pt x="37895" y="13236"/>
                    <a:pt x="39337" y="16748"/>
                    <a:pt x="40483" y="19558"/>
                  </a:cubicBezTo>
                  <a:cubicBezTo>
                    <a:pt x="41075" y="21000"/>
                    <a:pt x="41555" y="22257"/>
                    <a:pt x="41925" y="23144"/>
                  </a:cubicBezTo>
                  <a:cubicBezTo>
                    <a:pt x="42082" y="23563"/>
                    <a:pt x="42215" y="23900"/>
                    <a:pt x="42311" y="24142"/>
                  </a:cubicBezTo>
                  <a:lnTo>
                    <a:pt x="777" y="24142"/>
                  </a:lnTo>
                  <a:lnTo>
                    <a:pt x="6470" y="6692"/>
                  </a:lnTo>
                  <a:lnTo>
                    <a:pt x="17166" y="701"/>
                  </a:lnTo>
                  <a:lnTo>
                    <a:pt x="17166" y="701"/>
                  </a:lnTo>
                  <a:lnTo>
                    <a:pt x="22743" y="594"/>
                  </a:lnTo>
                  <a:close/>
                  <a:moveTo>
                    <a:pt x="22848" y="0"/>
                  </a:moveTo>
                  <a:lnTo>
                    <a:pt x="17081" y="74"/>
                  </a:lnTo>
                  <a:lnTo>
                    <a:pt x="16933" y="148"/>
                  </a:lnTo>
                  <a:lnTo>
                    <a:pt x="6063" y="6211"/>
                  </a:lnTo>
                  <a:cubicBezTo>
                    <a:pt x="5990" y="6248"/>
                    <a:pt x="5953" y="6322"/>
                    <a:pt x="5916" y="6396"/>
                  </a:cubicBezTo>
                  <a:lnTo>
                    <a:pt x="37" y="24364"/>
                  </a:lnTo>
                  <a:cubicBezTo>
                    <a:pt x="0" y="24438"/>
                    <a:pt x="37" y="24549"/>
                    <a:pt x="74" y="24623"/>
                  </a:cubicBezTo>
                  <a:cubicBezTo>
                    <a:pt x="148" y="24734"/>
                    <a:pt x="222" y="24771"/>
                    <a:pt x="333" y="24771"/>
                  </a:cubicBezTo>
                  <a:lnTo>
                    <a:pt x="42775" y="24771"/>
                  </a:lnTo>
                  <a:cubicBezTo>
                    <a:pt x="42849" y="24771"/>
                    <a:pt x="42960" y="24697"/>
                    <a:pt x="43034" y="24623"/>
                  </a:cubicBezTo>
                  <a:cubicBezTo>
                    <a:pt x="43071" y="24549"/>
                    <a:pt x="43071" y="24438"/>
                    <a:pt x="43034" y="24327"/>
                  </a:cubicBezTo>
                  <a:cubicBezTo>
                    <a:pt x="43034" y="24327"/>
                    <a:pt x="41333" y="19964"/>
                    <a:pt x="39485" y="15491"/>
                  </a:cubicBezTo>
                  <a:cubicBezTo>
                    <a:pt x="38561" y="13236"/>
                    <a:pt x="37562" y="10981"/>
                    <a:pt x="36749" y="9206"/>
                  </a:cubicBezTo>
                  <a:cubicBezTo>
                    <a:pt x="36342" y="8319"/>
                    <a:pt x="35973" y="7579"/>
                    <a:pt x="35640" y="6988"/>
                  </a:cubicBezTo>
                  <a:cubicBezTo>
                    <a:pt x="35492" y="6692"/>
                    <a:pt x="35344" y="6470"/>
                    <a:pt x="35196" y="6285"/>
                  </a:cubicBezTo>
                  <a:cubicBezTo>
                    <a:pt x="35085" y="6063"/>
                    <a:pt x="34974" y="5953"/>
                    <a:pt x="34827" y="5842"/>
                  </a:cubicBezTo>
                  <a:cubicBezTo>
                    <a:pt x="34642" y="5694"/>
                    <a:pt x="34309" y="5509"/>
                    <a:pt x="33902" y="5287"/>
                  </a:cubicBezTo>
                  <a:cubicBezTo>
                    <a:pt x="31019" y="3734"/>
                    <a:pt x="22996" y="37"/>
                    <a:pt x="22996" y="37"/>
                  </a:cubicBezTo>
                  <a:lnTo>
                    <a:pt x="2284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762;p51">
              <a:extLst>
                <a:ext uri="{FF2B5EF4-FFF2-40B4-BE49-F238E27FC236}">
                  <a16:creationId xmlns:a16="http://schemas.microsoft.com/office/drawing/2014/main" id="{5A6262CE-D99A-EE0F-E674-72ABC8BD372D}"/>
                </a:ext>
              </a:extLst>
            </p:cNvPr>
            <p:cNvSpPr/>
            <p:nvPr/>
          </p:nvSpPr>
          <p:spPr>
            <a:xfrm>
              <a:off x="3938900" y="2856775"/>
              <a:ext cx="52725" cy="82300"/>
            </a:xfrm>
            <a:custGeom>
              <a:avLst/>
              <a:gdLst/>
              <a:ahLst/>
              <a:cxnLst/>
              <a:rect l="l" t="t" r="r" b="b"/>
              <a:pathLst>
                <a:path w="2109" h="3292" extrusionOk="0">
                  <a:moveTo>
                    <a:pt x="1480" y="0"/>
                  </a:moveTo>
                  <a:cubicBezTo>
                    <a:pt x="1085" y="0"/>
                    <a:pt x="592" y="362"/>
                    <a:pt x="592" y="362"/>
                  </a:cubicBezTo>
                  <a:lnTo>
                    <a:pt x="518" y="768"/>
                  </a:lnTo>
                  <a:lnTo>
                    <a:pt x="1" y="2913"/>
                  </a:lnTo>
                  <a:cubicBezTo>
                    <a:pt x="1" y="2913"/>
                    <a:pt x="332" y="3291"/>
                    <a:pt x="824" y="3291"/>
                  </a:cubicBezTo>
                  <a:cubicBezTo>
                    <a:pt x="947" y="3291"/>
                    <a:pt x="1080" y="3268"/>
                    <a:pt x="1221" y="3208"/>
                  </a:cubicBezTo>
                  <a:cubicBezTo>
                    <a:pt x="1923" y="2913"/>
                    <a:pt x="2108" y="1175"/>
                    <a:pt x="1923" y="362"/>
                  </a:cubicBezTo>
                  <a:cubicBezTo>
                    <a:pt x="1849" y="91"/>
                    <a:pt x="1677" y="0"/>
                    <a:pt x="148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763;p51">
              <a:extLst>
                <a:ext uri="{FF2B5EF4-FFF2-40B4-BE49-F238E27FC236}">
                  <a16:creationId xmlns:a16="http://schemas.microsoft.com/office/drawing/2014/main" id="{23961834-683A-1D32-D7C6-380F6248B0A4}"/>
                </a:ext>
              </a:extLst>
            </p:cNvPr>
            <p:cNvSpPr/>
            <p:nvPr/>
          </p:nvSpPr>
          <p:spPr>
            <a:xfrm>
              <a:off x="3930600" y="2849175"/>
              <a:ext cx="65650" cy="98000"/>
            </a:xfrm>
            <a:custGeom>
              <a:avLst/>
              <a:gdLst/>
              <a:ahLst/>
              <a:cxnLst/>
              <a:rect l="l" t="t" r="r" b="b"/>
              <a:pathLst>
                <a:path w="2626" h="3920" extrusionOk="0">
                  <a:moveTo>
                    <a:pt x="1886" y="629"/>
                  </a:moveTo>
                  <a:cubicBezTo>
                    <a:pt x="1923" y="629"/>
                    <a:pt x="1923" y="666"/>
                    <a:pt x="1960" y="740"/>
                  </a:cubicBezTo>
                  <a:cubicBezTo>
                    <a:pt x="1997" y="888"/>
                    <a:pt x="2034" y="1146"/>
                    <a:pt x="2034" y="1405"/>
                  </a:cubicBezTo>
                  <a:cubicBezTo>
                    <a:pt x="2034" y="1775"/>
                    <a:pt x="1960" y="2219"/>
                    <a:pt x="1849" y="2588"/>
                  </a:cubicBezTo>
                  <a:cubicBezTo>
                    <a:pt x="1738" y="2958"/>
                    <a:pt x="1553" y="3180"/>
                    <a:pt x="1405" y="3217"/>
                  </a:cubicBezTo>
                  <a:cubicBezTo>
                    <a:pt x="1331" y="3291"/>
                    <a:pt x="1220" y="3291"/>
                    <a:pt x="1146" y="3291"/>
                  </a:cubicBezTo>
                  <a:cubicBezTo>
                    <a:pt x="961" y="3291"/>
                    <a:pt x="850" y="3217"/>
                    <a:pt x="740" y="3143"/>
                  </a:cubicBezTo>
                  <a:lnTo>
                    <a:pt x="676" y="3095"/>
                  </a:lnTo>
                  <a:lnTo>
                    <a:pt x="676" y="3095"/>
                  </a:lnTo>
                  <a:lnTo>
                    <a:pt x="1146" y="1146"/>
                  </a:lnTo>
                  <a:lnTo>
                    <a:pt x="1194" y="886"/>
                  </a:lnTo>
                  <a:lnTo>
                    <a:pt x="1194" y="886"/>
                  </a:lnTo>
                  <a:cubicBezTo>
                    <a:pt x="1248" y="846"/>
                    <a:pt x="1335" y="793"/>
                    <a:pt x="1442" y="740"/>
                  </a:cubicBezTo>
                  <a:cubicBezTo>
                    <a:pt x="1553" y="666"/>
                    <a:pt x="1738" y="629"/>
                    <a:pt x="1812" y="629"/>
                  </a:cubicBezTo>
                  <a:close/>
                  <a:moveTo>
                    <a:pt x="1812" y="0"/>
                  </a:moveTo>
                  <a:cubicBezTo>
                    <a:pt x="1516" y="0"/>
                    <a:pt x="1294" y="111"/>
                    <a:pt x="1072" y="222"/>
                  </a:cubicBezTo>
                  <a:cubicBezTo>
                    <a:pt x="887" y="333"/>
                    <a:pt x="777" y="407"/>
                    <a:pt x="740" y="407"/>
                  </a:cubicBezTo>
                  <a:cubicBezTo>
                    <a:pt x="703" y="481"/>
                    <a:pt x="666" y="518"/>
                    <a:pt x="629" y="592"/>
                  </a:cubicBezTo>
                  <a:lnTo>
                    <a:pt x="518" y="998"/>
                  </a:lnTo>
                  <a:lnTo>
                    <a:pt x="37" y="3143"/>
                  </a:lnTo>
                  <a:cubicBezTo>
                    <a:pt x="0" y="3217"/>
                    <a:pt x="37" y="3328"/>
                    <a:pt x="74" y="3402"/>
                  </a:cubicBezTo>
                  <a:cubicBezTo>
                    <a:pt x="111" y="3402"/>
                    <a:pt x="185" y="3549"/>
                    <a:pt x="370" y="3660"/>
                  </a:cubicBezTo>
                  <a:cubicBezTo>
                    <a:pt x="555" y="3771"/>
                    <a:pt x="814" y="3919"/>
                    <a:pt x="1146" y="3919"/>
                  </a:cubicBezTo>
                  <a:cubicBezTo>
                    <a:pt x="1294" y="3919"/>
                    <a:pt x="1479" y="3882"/>
                    <a:pt x="1664" y="3808"/>
                  </a:cubicBezTo>
                  <a:cubicBezTo>
                    <a:pt x="2071" y="3623"/>
                    <a:pt x="2292" y="3217"/>
                    <a:pt x="2440" y="2773"/>
                  </a:cubicBezTo>
                  <a:cubicBezTo>
                    <a:pt x="2588" y="2329"/>
                    <a:pt x="2625" y="1849"/>
                    <a:pt x="2625" y="1405"/>
                  </a:cubicBezTo>
                  <a:cubicBezTo>
                    <a:pt x="2625" y="1109"/>
                    <a:pt x="2625" y="814"/>
                    <a:pt x="2551" y="592"/>
                  </a:cubicBezTo>
                  <a:cubicBezTo>
                    <a:pt x="2514" y="407"/>
                    <a:pt x="2403" y="259"/>
                    <a:pt x="2255" y="148"/>
                  </a:cubicBezTo>
                  <a:cubicBezTo>
                    <a:pt x="2144" y="37"/>
                    <a:pt x="1960" y="0"/>
                    <a:pt x="18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764;p51">
              <a:extLst>
                <a:ext uri="{FF2B5EF4-FFF2-40B4-BE49-F238E27FC236}">
                  <a16:creationId xmlns:a16="http://schemas.microsoft.com/office/drawing/2014/main" id="{10649AAA-9B25-8B8B-2AFE-90CD091CB22A}"/>
                </a:ext>
              </a:extLst>
            </p:cNvPr>
            <p:cNvSpPr/>
            <p:nvPr/>
          </p:nvSpPr>
          <p:spPr>
            <a:xfrm>
              <a:off x="3667175" y="2856775"/>
              <a:ext cx="53625" cy="82300"/>
            </a:xfrm>
            <a:custGeom>
              <a:avLst/>
              <a:gdLst/>
              <a:ahLst/>
              <a:cxnLst/>
              <a:rect l="l" t="t" r="r" b="b"/>
              <a:pathLst>
                <a:path w="2145" h="3292" extrusionOk="0">
                  <a:moveTo>
                    <a:pt x="640" y="0"/>
                  </a:moveTo>
                  <a:cubicBezTo>
                    <a:pt x="448" y="0"/>
                    <a:pt x="284" y="91"/>
                    <a:pt x="222" y="362"/>
                  </a:cubicBezTo>
                  <a:cubicBezTo>
                    <a:pt x="1" y="1175"/>
                    <a:pt x="222" y="2913"/>
                    <a:pt x="925" y="3208"/>
                  </a:cubicBezTo>
                  <a:cubicBezTo>
                    <a:pt x="1065" y="3268"/>
                    <a:pt x="1198" y="3291"/>
                    <a:pt x="1321" y="3291"/>
                  </a:cubicBezTo>
                  <a:cubicBezTo>
                    <a:pt x="1814" y="3291"/>
                    <a:pt x="2145" y="2913"/>
                    <a:pt x="2145" y="2913"/>
                  </a:cubicBezTo>
                  <a:lnTo>
                    <a:pt x="1627" y="768"/>
                  </a:lnTo>
                  <a:lnTo>
                    <a:pt x="1516" y="362"/>
                  </a:lnTo>
                  <a:cubicBezTo>
                    <a:pt x="1516" y="362"/>
                    <a:pt x="1023" y="0"/>
                    <a:pt x="64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765;p51">
              <a:extLst>
                <a:ext uri="{FF2B5EF4-FFF2-40B4-BE49-F238E27FC236}">
                  <a16:creationId xmlns:a16="http://schemas.microsoft.com/office/drawing/2014/main" id="{B97D2D8E-7A83-AC4F-05F1-650F78F73D1D}"/>
                </a:ext>
              </a:extLst>
            </p:cNvPr>
            <p:cNvSpPr/>
            <p:nvPr/>
          </p:nvSpPr>
          <p:spPr>
            <a:xfrm>
              <a:off x="3662550" y="2849175"/>
              <a:ext cx="65650" cy="98000"/>
            </a:xfrm>
            <a:custGeom>
              <a:avLst/>
              <a:gdLst/>
              <a:ahLst/>
              <a:cxnLst/>
              <a:rect l="l" t="t" r="r" b="b"/>
              <a:pathLst>
                <a:path w="2626" h="3920" extrusionOk="0">
                  <a:moveTo>
                    <a:pt x="814" y="629"/>
                  </a:moveTo>
                  <a:cubicBezTo>
                    <a:pt x="925" y="629"/>
                    <a:pt x="1110" y="666"/>
                    <a:pt x="1258" y="777"/>
                  </a:cubicBezTo>
                  <a:cubicBezTo>
                    <a:pt x="1332" y="814"/>
                    <a:pt x="1406" y="851"/>
                    <a:pt x="1443" y="888"/>
                  </a:cubicBezTo>
                  <a:lnTo>
                    <a:pt x="1446" y="890"/>
                  </a:lnTo>
                  <a:lnTo>
                    <a:pt x="1516" y="1146"/>
                  </a:lnTo>
                  <a:lnTo>
                    <a:pt x="1987" y="3094"/>
                  </a:lnTo>
                  <a:lnTo>
                    <a:pt x="1987" y="3094"/>
                  </a:lnTo>
                  <a:cubicBezTo>
                    <a:pt x="1959" y="3113"/>
                    <a:pt x="1925" y="3130"/>
                    <a:pt x="1886" y="3143"/>
                  </a:cubicBezTo>
                  <a:cubicBezTo>
                    <a:pt x="1775" y="3217"/>
                    <a:pt x="1664" y="3291"/>
                    <a:pt x="1516" y="3291"/>
                  </a:cubicBezTo>
                  <a:cubicBezTo>
                    <a:pt x="1406" y="3291"/>
                    <a:pt x="1332" y="3291"/>
                    <a:pt x="1221" y="3217"/>
                  </a:cubicBezTo>
                  <a:cubicBezTo>
                    <a:pt x="1110" y="3180"/>
                    <a:pt x="925" y="2958"/>
                    <a:pt x="814" y="2588"/>
                  </a:cubicBezTo>
                  <a:cubicBezTo>
                    <a:pt x="666" y="2219"/>
                    <a:pt x="629" y="1775"/>
                    <a:pt x="629" y="1405"/>
                  </a:cubicBezTo>
                  <a:cubicBezTo>
                    <a:pt x="629" y="1146"/>
                    <a:pt x="629" y="925"/>
                    <a:pt x="703" y="740"/>
                  </a:cubicBezTo>
                  <a:cubicBezTo>
                    <a:pt x="703" y="666"/>
                    <a:pt x="740" y="629"/>
                    <a:pt x="740" y="629"/>
                  </a:cubicBezTo>
                  <a:close/>
                  <a:moveTo>
                    <a:pt x="814" y="0"/>
                  </a:moveTo>
                  <a:cubicBezTo>
                    <a:pt x="666" y="0"/>
                    <a:pt x="518" y="37"/>
                    <a:pt x="370" y="148"/>
                  </a:cubicBezTo>
                  <a:cubicBezTo>
                    <a:pt x="223" y="259"/>
                    <a:pt x="149" y="407"/>
                    <a:pt x="75" y="592"/>
                  </a:cubicBezTo>
                  <a:cubicBezTo>
                    <a:pt x="38" y="814"/>
                    <a:pt x="1" y="1109"/>
                    <a:pt x="1" y="1405"/>
                  </a:cubicBezTo>
                  <a:cubicBezTo>
                    <a:pt x="1" y="1849"/>
                    <a:pt x="75" y="2329"/>
                    <a:pt x="223" y="2773"/>
                  </a:cubicBezTo>
                  <a:cubicBezTo>
                    <a:pt x="370" y="3217"/>
                    <a:pt x="555" y="3623"/>
                    <a:pt x="962" y="3808"/>
                  </a:cubicBezTo>
                  <a:cubicBezTo>
                    <a:pt x="1147" y="3882"/>
                    <a:pt x="1332" y="3919"/>
                    <a:pt x="1516" y="3919"/>
                  </a:cubicBezTo>
                  <a:cubicBezTo>
                    <a:pt x="1812" y="3919"/>
                    <a:pt x="2108" y="3771"/>
                    <a:pt x="2256" y="3660"/>
                  </a:cubicBezTo>
                  <a:cubicBezTo>
                    <a:pt x="2441" y="3549"/>
                    <a:pt x="2552" y="3402"/>
                    <a:pt x="2552" y="3402"/>
                  </a:cubicBezTo>
                  <a:cubicBezTo>
                    <a:pt x="2626" y="3328"/>
                    <a:pt x="2626" y="3217"/>
                    <a:pt x="2626" y="3143"/>
                  </a:cubicBezTo>
                  <a:lnTo>
                    <a:pt x="2108" y="998"/>
                  </a:lnTo>
                  <a:lnTo>
                    <a:pt x="1997" y="592"/>
                  </a:lnTo>
                  <a:cubicBezTo>
                    <a:pt x="1997" y="518"/>
                    <a:pt x="1960" y="481"/>
                    <a:pt x="1886" y="407"/>
                  </a:cubicBezTo>
                  <a:cubicBezTo>
                    <a:pt x="1886" y="407"/>
                    <a:pt x="1738" y="333"/>
                    <a:pt x="1553" y="222"/>
                  </a:cubicBezTo>
                  <a:cubicBezTo>
                    <a:pt x="1369" y="111"/>
                    <a:pt x="1110" y="0"/>
                    <a:pt x="8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766;p51">
              <a:extLst>
                <a:ext uri="{FF2B5EF4-FFF2-40B4-BE49-F238E27FC236}">
                  <a16:creationId xmlns:a16="http://schemas.microsoft.com/office/drawing/2014/main" id="{C4A33057-0050-34F9-55EF-E3B76D0B6499}"/>
                </a:ext>
              </a:extLst>
            </p:cNvPr>
            <p:cNvSpPr/>
            <p:nvPr/>
          </p:nvSpPr>
          <p:spPr>
            <a:xfrm>
              <a:off x="3694900" y="2954900"/>
              <a:ext cx="289325" cy="233500"/>
            </a:xfrm>
            <a:custGeom>
              <a:avLst/>
              <a:gdLst/>
              <a:ahLst/>
              <a:cxnLst/>
              <a:rect l="l" t="t" r="r" b="b"/>
              <a:pathLst>
                <a:path w="11573" h="9340" extrusionOk="0">
                  <a:moveTo>
                    <a:pt x="5371" y="0"/>
                  </a:moveTo>
                  <a:cubicBezTo>
                    <a:pt x="4082" y="0"/>
                    <a:pt x="2795" y="308"/>
                    <a:pt x="2034" y="1021"/>
                  </a:cubicBezTo>
                  <a:cubicBezTo>
                    <a:pt x="2034" y="1021"/>
                    <a:pt x="1110" y="1724"/>
                    <a:pt x="925" y="2426"/>
                  </a:cubicBezTo>
                  <a:cubicBezTo>
                    <a:pt x="703" y="3128"/>
                    <a:pt x="1" y="8933"/>
                    <a:pt x="1" y="8933"/>
                  </a:cubicBezTo>
                  <a:cubicBezTo>
                    <a:pt x="1" y="8933"/>
                    <a:pt x="3883" y="6382"/>
                    <a:pt x="4992" y="6197"/>
                  </a:cubicBezTo>
                  <a:cubicBezTo>
                    <a:pt x="5027" y="6190"/>
                    <a:pt x="5067" y="6187"/>
                    <a:pt x="5111" y="6187"/>
                  </a:cubicBezTo>
                  <a:cubicBezTo>
                    <a:pt x="6444" y="6187"/>
                    <a:pt x="11572" y="9340"/>
                    <a:pt x="11572" y="9340"/>
                  </a:cubicBezTo>
                  <a:cubicBezTo>
                    <a:pt x="11572" y="9340"/>
                    <a:pt x="10278" y="2722"/>
                    <a:pt x="9243" y="1317"/>
                  </a:cubicBezTo>
                  <a:cubicBezTo>
                    <a:pt x="8682" y="507"/>
                    <a:pt x="7025" y="0"/>
                    <a:pt x="53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767;p51">
              <a:extLst>
                <a:ext uri="{FF2B5EF4-FFF2-40B4-BE49-F238E27FC236}">
                  <a16:creationId xmlns:a16="http://schemas.microsoft.com/office/drawing/2014/main" id="{9F3AAA74-BFEC-096B-8796-869B84759FCA}"/>
                </a:ext>
              </a:extLst>
            </p:cNvPr>
            <p:cNvSpPr/>
            <p:nvPr/>
          </p:nvSpPr>
          <p:spPr>
            <a:xfrm>
              <a:off x="3687500" y="2947150"/>
              <a:ext cx="305050" cy="249100"/>
            </a:xfrm>
            <a:custGeom>
              <a:avLst/>
              <a:gdLst/>
              <a:ahLst/>
              <a:cxnLst/>
              <a:rect l="l" t="t" r="r" b="b"/>
              <a:pathLst>
                <a:path w="12202" h="9964" extrusionOk="0">
                  <a:moveTo>
                    <a:pt x="2146" y="1074"/>
                  </a:moveTo>
                  <a:lnTo>
                    <a:pt x="2146" y="1074"/>
                  </a:lnTo>
                  <a:cubicBezTo>
                    <a:pt x="2146" y="1074"/>
                    <a:pt x="2146" y="1074"/>
                    <a:pt x="2146" y="1074"/>
                  </a:cubicBezTo>
                  <a:lnTo>
                    <a:pt x="2146" y="1074"/>
                  </a:lnTo>
                  <a:lnTo>
                    <a:pt x="2146" y="1074"/>
                  </a:lnTo>
                  <a:close/>
                  <a:moveTo>
                    <a:pt x="5620" y="629"/>
                  </a:moveTo>
                  <a:cubicBezTo>
                    <a:pt x="6434" y="629"/>
                    <a:pt x="7247" y="740"/>
                    <a:pt x="7913" y="961"/>
                  </a:cubicBezTo>
                  <a:cubicBezTo>
                    <a:pt x="8578" y="1183"/>
                    <a:pt x="9059" y="1479"/>
                    <a:pt x="9281" y="1812"/>
                  </a:cubicBezTo>
                  <a:cubicBezTo>
                    <a:pt x="9502" y="2107"/>
                    <a:pt x="9798" y="2773"/>
                    <a:pt x="10057" y="3586"/>
                  </a:cubicBezTo>
                  <a:cubicBezTo>
                    <a:pt x="10427" y="4769"/>
                    <a:pt x="10833" y="6322"/>
                    <a:pt x="11092" y="7542"/>
                  </a:cubicBezTo>
                  <a:cubicBezTo>
                    <a:pt x="11233" y="8141"/>
                    <a:pt x="11340" y="8639"/>
                    <a:pt x="11446" y="9037"/>
                  </a:cubicBezTo>
                  <a:lnTo>
                    <a:pt x="11446" y="9037"/>
                  </a:lnTo>
                  <a:cubicBezTo>
                    <a:pt x="10926" y="8727"/>
                    <a:pt x="10129" y="8258"/>
                    <a:pt x="9281" y="7801"/>
                  </a:cubicBezTo>
                  <a:cubicBezTo>
                    <a:pt x="8541" y="7394"/>
                    <a:pt x="7765" y="6988"/>
                    <a:pt x="7099" y="6692"/>
                  </a:cubicBezTo>
                  <a:cubicBezTo>
                    <a:pt x="6730" y="6544"/>
                    <a:pt x="6434" y="6433"/>
                    <a:pt x="6138" y="6322"/>
                  </a:cubicBezTo>
                  <a:cubicBezTo>
                    <a:pt x="5842" y="6248"/>
                    <a:pt x="5620" y="6174"/>
                    <a:pt x="5399" y="6174"/>
                  </a:cubicBezTo>
                  <a:lnTo>
                    <a:pt x="5214" y="6174"/>
                  </a:lnTo>
                  <a:cubicBezTo>
                    <a:pt x="4881" y="6248"/>
                    <a:pt x="4437" y="6470"/>
                    <a:pt x="3883" y="6729"/>
                  </a:cubicBezTo>
                  <a:cubicBezTo>
                    <a:pt x="2781" y="7293"/>
                    <a:pt x="1413" y="8158"/>
                    <a:pt x="676" y="8637"/>
                  </a:cubicBezTo>
                  <a:lnTo>
                    <a:pt x="676" y="8637"/>
                  </a:lnTo>
                  <a:cubicBezTo>
                    <a:pt x="751" y="8071"/>
                    <a:pt x="869" y="7197"/>
                    <a:pt x="999" y="6285"/>
                  </a:cubicBezTo>
                  <a:cubicBezTo>
                    <a:pt x="1110" y="5509"/>
                    <a:pt x="1184" y="4732"/>
                    <a:pt x="1295" y="4104"/>
                  </a:cubicBezTo>
                  <a:cubicBezTo>
                    <a:pt x="1332" y="3771"/>
                    <a:pt x="1369" y="3512"/>
                    <a:pt x="1406" y="3291"/>
                  </a:cubicBezTo>
                  <a:cubicBezTo>
                    <a:pt x="1480" y="3069"/>
                    <a:pt x="1480" y="2884"/>
                    <a:pt x="1517" y="2810"/>
                  </a:cubicBezTo>
                  <a:cubicBezTo>
                    <a:pt x="1591" y="2551"/>
                    <a:pt x="1849" y="2218"/>
                    <a:pt x="2071" y="1960"/>
                  </a:cubicBezTo>
                  <a:cubicBezTo>
                    <a:pt x="2182" y="1849"/>
                    <a:pt x="2293" y="1738"/>
                    <a:pt x="2404" y="1664"/>
                  </a:cubicBezTo>
                  <a:lnTo>
                    <a:pt x="2478" y="1590"/>
                  </a:lnTo>
                  <a:lnTo>
                    <a:pt x="2515" y="1553"/>
                  </a:lnTo>
                  <a:lnTo>
                    <a:pt x="2552" y="1553"/>
                  </a:lnTo>
                  <a:cubicBezTo>
                    <a:pt x="3180" y="924"/>
                    <a:pt x="4400" y="629"/>
                    <a:pt x="5620" y="629"/>
                  </a:cubicBezTo>
                  <a:close/>
                  <a:moveTo>
                    <a:pt x="5620" y="0"/>
                  </a:moveTo>
                  <a:cubicBezTo>
                    <a:pt x="4309" y="0"/>
                    <a:pt x="2998" y="287"/>
                    <a:pt x="2146" y="1074"/>
                  </a:cubicBezTo>
                  <a:lnTo>
                    <a:pt x="2145" y="1072"/>
                  </a:lnTo>
                  <a:cubicBezTo>
                    <a:pt x="2145" y="1072"/>
                    <a:pt x="1886" y="1257"/>
                    <a:pt x="1628" y="1553"/>
                  </a:cubicBezTo>
                  <a:cubicBezTo>
                    <a:pt x="1369" y="1849"/>
                    <a:pt x="1036" y="2218"/>
                    <a:pt x="925" y="2662"/>
                  </a:cubicBezTo>
                  <a:cubicBezTo>
                    <a:pt x="888" y="2773"/>
                    <a:pt x="851" y="2921"/>
                    <a:pt x="814" y="3180"/>
                  </a:cubicBezTo>
                  <a:cubicBezTo>
                    <a:pt x="555" y="4769"/>
                    <a:pt x="1" y="9206"/>
                    <a:pt x="1" y="9206"/>
                  </a:cubicBezTo>
                  <a:cubicBezTo>
                    <a:pt x="1" y="9317"/>
                    <a:pt x="38" y="9428"/>
                    <a:pt x="149" y="9502"/>
                  </a:cubicBezTo>
                  <a:cubicBezTo>
                    <a:pt x="204" y="9539"/>
                    <a:pt x="260" y="9557"/>
                    <a:pt x="315" y="9557"/>
                  </a:cubicBezTo>
                  <a:cubicBezTo>
                    <a:pt x="371" y="9557"/>
                    <a:pt x="426" y="9539"/>
                    <a:pt x="482" y="9502"/>
                  </a:cubicBezTo>
                  <a:cubicBezTo>
                    <a:pt x="482" y="9502"/>
                    <a:pt x="703" y="9317"/>
                    <a:pt x="1073" y="9095"/>
                  </a:cubicBezTo>
                  <a:cubicBezTo>
                    <a:pt x="1665" y="8725"/>
                    <a:pt x="2515" y="8208"/>
                    <a:pt x="3365" y="7727"/>
                  </a:cubicBezTo>
                  <a:cubicBezTo>
                    <a:pt x="3772" y="7468"/>
                    <a:pt x="4179" y="7283"/>
                    <a:pt x="4548" y="7099"/>
                  </a:cubicBezTo>
                  <a:cubicBezTo>
                    <a:pt x="4881" y="6951"/>
                    <a:pt x="5177" y="6840"/>
                    <a:pt x="5325" y="6803"/>
                  </a:cubicBezTo>
                  <a:lnTo>
                    <a:pt x="5399" y="6803"/>
                  </a:lnTo>
                  <a:cubicBezTo>
                    <a:pt x="5510" y="6803"/>
                    <a:pt x="5694" y="6840"/>
                    <a:pt x="5953" y="6914"/>
                  </a:cubicBezTo>
                  <a:cubicBezTo>
                    <a:pt x="6840" y="7209"/>
                    <a:pt x="8319" y="7949"/>
                    <a:pt x="9502" y="8614"/>
                  </a:cubicBezTo>
                  <a:cubicBezTo>
                    <a:pt x="10131" y="8947"/>
                    <a:pt x="10685" y="9280"/>
                    <a:pt x="11055" y="9502"/>
                  </a:cubicBezTo>
                  <a:cubicBezTo>
                    <a:pt x="11462" y="9760"/>
                    <a:pt x="11721" y="9908"/>
                    <a:pt x="11721" y="9908"/>
                  </a:cubicBezTo>
                  <a:cubicBezTo>
                    <a:pt x="11776" y="9945"/>
                    <a:pt x="11831" y="9964"/>
                    <a:pt x="11887" y="9964"/>
                  </a:cubicBezTo>
                  <a:cubicBezTo>
                    <a:pt x="11942" y="9964"/>
                    <a:pt x="11998" y="9945"/>
                    <a:pt x="12053" y="9908"/>
                  </a:cubicBezTo>
                  <a:cubicBezTo>
                    <a:pt x="12164" y="9834"/>
                    <a:pt x="12201" y="9686"/>
                    <a:pt x="12164" y="9576"/>
                  </a:cubicBezTo>
                  <a:cubicBezTo>
                    <a:pt x="12164" y="9576"/>
                    <a:pt x="11831" y="7912"/>
                    <a:pt x="11388" y="6100"/>
                  </a:cubicBezTo>
                  <a:cubicBezTo>
                    <a:pt x="11166" y="5176"/>
                    <a:pt x="10907" y="4215"/>
                    <a:pt x="10611" y="3364"/>
                  </a:cubicBezTo>
                  <a:cubicBezTo>
                    <a:pt x="10353" y="2551"/>
                    <a:pt x="10094" y="1849"/>
                    <a:pt x="9798" y="1442"/>
                  </a:cubicBezTo>
                  <a:cubicBezTo>
                    <a:pt x="9428" y="961"/>
                    <a:pt x="8837" y="629"/>
                    <a:pt x="8097" y="370"/>
                  </a:cubicBezTo>
                  <a:cubicBezTo>
                    <a:pt x="7358" y="148"/>
                    <a:pt x="6508" y="0"/>
                    <a:pt x="56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768;p51">
              <a:extLst>
                <a:ext uri="{FF2B5EF4-FFF2-40B4-BE49-F238E27FC236}">
                  <a16:creationId xmlns:a16="http://schemas.microsoft.com/office/drawing/2014/main" id="{2773A33D-9903-F27B-12CD-32274C5BB2FC}"/>
                </a:ext>
              </a:extLst>
            </p:cNvPr>
            <p:cNvSpPr/>
            <p:nvPr/>
          </p:nvSpPr>
          <p:spPr>
            <a:xfrm>
              <a:off x="3761450" y="3038650"/>
              <a:ext cx="139600" cy="207225"/>
            </a:xfrm>
            <a:custGeom>
              <a:avLst/>
              <a:gdLst/>
              <a:ahLst/>
              <a:cxnLst/>
              <a:rect l="l" t="t" r="r" b="b"/>
              <a:pathLst>
                <a:path w="5584" h="8289" extrusionOk="0">
                  <a:moveTo>
                    <a:pt x="1" y="0"/>
                  </a:moveTo>
                  <a:cubicBezTo>
                    <a:pt x="1" y="1"/>
                    <a:pt x="2454" y="8289"/>
                    <a:pt x="2871" y="8289"/>
                  </a:cubicBezTo>
                  <a:cubicBezTo>
                    <a:pt x="2894" y="8289"/>
                    <a:pt x="2911" y="8263"/>
                    <a:pt x="2921" y="8208"/>
                  </a:cubicBezTo>
                  <a:cubicBezTo>
                    <a:pt x="3143" y="7210"/>
                    <a:pt x="5583" y="296"/>
                    <a:pt x="5583" y="296"/>
                  </a:cubicBezTo>
                  <a:lnTo>
                    <a:pt x="5583" y="296"/>
                  </a:lnTo>
                  <a:cubicBezTo>
                    <a:pt x="5583" y="296"/>
                    <a:pt x="4263" y="413"/>
                    <a:pt x="2886" y="413"/>
                  </a:cubicBezTo>
                  <a:cubicBezTo>
                    <a:pt x="1696" y="413"/>
                    <a:pt x="463" y="326"/>
                    <a:pt x="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769;p51">
              <a:extLst>
                <a:ext uri="{FF2B5EF4-FFF2-40B4-BE49-F238E27FC236}">
                  <a16:creationId xmlns:a16="http://schemas.microsoft.com/office/drawing/2014/main" id="{FABC8130-4FC8-D3A9-8C8D-BC0B4663B2EC}"/>
                </a:ext>
              </a:extLst>
            </p:cNvPr>
            <p:cNvSpPr/>
            <p:nvPr/>
          </p:nvSpPr>
          <p:spPr>
            <a:xfrm>
              <a:off x="3753125" y="3030800"/>
              <a:ext cx="155300" cy="223225"/>
            </a:xfrm>
            <a:custGeom>
              <a:avLst/>
              <a:gdLst/>
              <a:ahLst/>
              <a:cxnLst/>
              <a:rect l="l" t="t" r="r" b="b"/>
              <a:pathLst>
                <a:path w="6212" h="8929" extrusionOk="0">
                  <a:moveTo>
                    <a:pt x="793" y="828"/>
                  </a:moveTo>
                  <a:cubicBezTo>
                    <a:pt x="999" y="876"/>
                    <a:pt x="1228" y="909"/>
                    <a:pt x="1480" y="943"/>
                  </a:cubicBezTo>
                  <a:cubicBezTo>
                    <a:pt x="1997" y="1017"/>
                    <a:pt x="2626" y="1017"/>
                    <a:pt x="3217" y="1017"/>
                  </a:cubicBezTo>
                  <a:cubicBezTo>
                    <a:pt x="4113" y="1017"/>
                    <a:pt x="4963" y="972"/>
                    <a:pt x="5462" y="939"/>
                  </a:cubicBezTo>
                  <a:lnTo>
                    <a:pt x="5462" y="939"/>
                  </a:lnTo>
                  <a:cubicBezTo>
                    <a:pt x="5236" y="1571"/>
                    <a:pt x="4800" y="2801"/>
                    <a:pt x="4363" y="4085"/>
                  </a:cubicBezTo>
                  <a:cubicBezTo>
                    <a:pt x="4031" y="5010"/>
                    <a:pt x="3735" y="5971"/>
                    <a:pt x="3476" y="6784"/>
                  </a:cubicBezTo>
                  <a:cubicBezTo>
                    <a:pt x="3336" y="7205"/>
                    <a:pt x="3217" y="7583"/>
                    <a:pt x="3126" y="7888"/>
                  </a:cubicBezTo>
                  <a:lnTo>
                    <a:pt x="3126" y="7888"/>
                  </a:lnTo>
                  <a:cubicBezTo>
                    <a:pt x="3107" y="7843"/>
                    <a:pt x="3088" y="7796"/>
                    <a:pt x="3069" y="7745"/>
                  </a:cubicBezTo>
                  <a:cubicBezTo>
                    <a:pt x="2663" y="6747"/>
                    <a:pt x="2034" y="4862"/>
                    <a:pt x="1517" y="3235"/>
                  </a:cubicBezTo>
                  <a:cubicBezTo>
                    <a:pt x="1295" y="2422"/>
                    <a:pt x="1036" y="1645"/>
                    <a:pt x="888" y="1128"/>
                  </a:cubicBezTo>
                  <a:cubicBezTo>
                    <a:pt x="852" y="1020"/>
                    <a:pt x="821" y="920"/>
                    <a:pt x="793" y="828"/>
                  </a:cubicBezTo>
                  <a:close/>
                  <a:moveTo>
                    <a:pt x="315" y="0"/>
                  </a:moveTo>
                  <a:cubicBezTo>
                    <a:pt x="260" y="0"/>
                    <a:pt x="204" y="18"/>
                    <a:pt x="149" y="55"/>
                  </a:cubicBezTo>
                  <a:cubicBezTo>
                    <a:pt x="38" y="129"/>
                    <a:pt x="1" y="277"/>
                    <a:pt x="38" y="388"/>
                  </a:cubicBezTo>
                  <a:cubicBezTo>
                    <a:pt x="38" y="388"/>
                    <a:pt x="629" y="2459"/>
                    <a:pt x="1295" y="4566"/>
                  </a:cubicBezTo>
                  <a:cubicBezTo>
                    <a:pt x="1628" y="5601"/>
                    <a:pt x="1997" y="6636"/>
                    <a:pt x="2293" y="7413"/>
                  </a:cubicBezTo>
                  <a:cubicBezTo>
                    <a:pt x="2441" y="7819"/>
                    <a:pt x="2552" y="8152"/>
                    <a:pt x="2700" y="8374"/>
                  </a:cubicBezTo>
                  <a:cubicBezTo>
                    <a:pt x="2737" y="8522"/>
                    <a:pt x="2811" y="8596"/>
                    <a:pt x="2848" y="8670"/>
                  </a:cubicBezTo>
                  <a:lnTo>
                    <a:pt x="2958" y="8818"/>
                  </a:lnTo>
                  <a:cubicBezTo>
                    <a:pt x="2995" y="8854"/>
                    <a:pt x="3069" y="8891"/>
                    <a:pt x="3217" y="8928"/>
                  </a:cubicBezTo>
                  <a:cubicBezTo>
                    <a:pt x="3254" y="8928"/>
                    <a:pt x="3328" y="8891"/>
                    <a:pt x="3402" y="8854"/>
                  </a:cubicBezTo>
                  <a:cubicBezTo>
                    <a:pt x="3476" y="8818"/>
                    <a:pt x="3513" y="8744"/>
                    <a:pt x="3513" y="8707"/>
                  </a:cubicBezTo>
                  <a:lnTo>
                    <a:pt x="3550" y="8596"/>
                  </a:lnTo>
                  <a:cubicBezTo>
                    <a:pt x="3624" y="8374"/>
                    <a:pt x="3809" y="7745"/>
                    <a:pt x="4068" y="6969"/>
                  </a:cubicBezTo>
                  <a:cubicBezTo>
                    <a:pt x="4437" y="5786"/>
                    <a:pt x="4955" y="4233"/>
                    <a:pt x="5399" y="2939"/>
                  </a:cubicBezTo>
                  <a:cubicBezTo>
                    <a:pt x="5842" y="1682"/>
                    <a:pt x="6175" y="721"/>
                    <a:pt x="6175" y="721"/>
                  </a:cubicBezTo>
                  <a:cubicBezTo>
                    <a:pt x="6212" y="610"/>
                    <a:pt x="6212" y="499"/>
                    <a:pt x="6138" y="425"/>
                  </a:cubicBezTo>
                  <a:cubicBezTo>
                    <a:pt x="6078" y="365"/>
                    <a:pt x="6017" y="304"/>
                    <a:pt x="5937" y="304"/>
                  </a:cubicBezTo>
                  <a:cubicBezTo>
                    <a:pt x="5919" y="304"/>
                    <a:pt x="5899" y="307"/>
                    <a:pt x="5879" y="314"/>
                  </a:cubicBezTo>
                  <a:cubicBezTo>
                    <a:pt x="5879" y="314"/>
                    <a:pt x="5546" y="314"/>
                    <a:pt x="5066" y="351"/>
                  </a:cubicBezTo>
                  <a:cubicBezTo>
                    <a:pt x="4585" y="388"/>
                    <a:pt x="3920" y="425"/>
                    <a:pt x="3217" y="425"/>
                  </a:cubicBezTo>
                  <a:cubicBezTo>
                    <a:pt x="2663" y="425"/>
                    <a:pt x="2034" y="388"/>
                    <a:pt x="1554" y="351"/>
                  </a:cubicBezTo>
                  <a:cubicBezTo>
                    <a:pt x="1036" y="277"/>
                    <a:pt x="629" y="166"/>
                    <a:pt x="481" y="55"/>
                  </a:cubicBezTo>
                  <a:cubicBezTo>
                    <a:pt x="426" y="18"/>
                    <a:pt x="371" y="0"/>
                    <a:pt x="3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2770;p51">
              <a:extLst>
                <a:ext uri="{FF2B5EF4-FFF2-40B4-BE49-F238E27FC236}">
                  <a16:creationId xmlns:a16="http://schemas.microsoft.com/office/drawing/2014/main" id="{DEA2DADE-5D76-3D3A-6A9D-48AA65BD9FA9}"/>
                </a:ext>
              </a:extLst>
            </p:cNvPr>
            <p:cNvSpPr/>
            <p:nvPr/>
          </p:nvSpPr>
          <p:spPr>
            <a:xfrm>
              <a:off x="3715250" y="2777775"/>
              <a:ext cx="241250" cy="327075"/>
            </a:xfrm>
            <a:custGeom>
              <a:avLst/>
              <a:gdLst/>
              <a:ahLst/>
              <a:cxnLst/>
              <a:rect l="l" t="t" r="r" b="b"/>
              <a:pathLst>
                <a:path w="9650" h="13083" extrusionOk="0">
                  <a:moveTo>
                    <a:pt x="7210" y="0"/>
                  </a:moveTo>
                  <a:cubicBezTo>
                    <a:pt x="6721" y="0"/>
                    <a:pt x="6145" y="80"/>
                    <a:pt x="5472" y="268"/>
                  </a:cubicBezTo>
                  <a:cubicBezTo>
                    <a:pt x="2329" y="1193"/>
                    <a:pt x="111" y="2597"/>
                    <a:pt x="0" y="4631"/>
                  </a:cubicBezTo>
                  <a:cubicBezTo>
                    <a:pt x="0" y="4631"/>
                    <a:pt x="629" y="7995"/>
                    <a:pt x="1109" y="9326"/>
                  </a:cubicBezTo>
                  <a:cubicBezTo>
                    <a:pt x="1600" y="10555"/>
                    <a:pt x="3291" y="13082"/>
                    <a:pt x="4663" y="13082"/>
                  </a:cubicBezTo>
                  <a:cubicBezTo>
                    <a:pt x="4737" y="13082"/>
                    <a:pt x="4809" y="13075"/>
                    <a:pt x="4880" y="13060"/>
                  </a:cubicBezTo>
                  <a:cubicBezTo>
                    <a:pt x="6285" y="12764"/>
                    <a:pt x="8651" y="9807"/>
                    <a:pt x="8947" y="8698"/>
                  </a:cubicBezTo>
                  <a:cubicBezTo>
                    <a:pt x="9243" y="7589"/>
                    <a:pt x="9649" y="2930"/>
                    <a:pt x="9649" y="1895"/>
                  </a:cubicBezTo>
                  <a:cubicBezTo>
                    <a:pt x="9649" y="1108"/>
                    <a:pt x="9029" y="0"/>
                    <a:pt x="721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771;p51">
              <a:extLst>
                <a:ext uri="{FF2B5EF4-FFF2-40B4-BE49-F238E27FC236}">
                  <a16:creationId xmlns:a16="http://schemas.microsoft.com/office/drawing/2014/main" id="{F93820A3-D92C-AEF4-C7D8-DCC3DF6EE5D7}"/>
                </a:ext>
              </a:extLst>
            </p:cNvPr>
            <p:cNvSpPr/>
            <p:nvPr/>
          </p:nvSpPr>
          <p:spPr>
            <a:xfrm>
              <a:off x="3707850" y="2769675"/>
              <a:ext cx="256050" cy="342925"/>
            </a:xfrm>
            <a:custGeom>
              <a:avLst/>
              <a:gdLst/>
              <a:ahLst/>
              <a:cxnLst/>
              <a:rect l="l" t="t" r="r" b="b"/>
              <a:pathLst>
                <a:path w="10242" h="13717" extrusionOk="0">
                  <a:moveTo>
                    <a:pt x="7542" y="629"/>
                  </a:moveTo>
                  <a:cubicBezTo>
                    <a:pt x="8356" y="629"/>
                    <a:pt x="8873" y="888"/>
                    <a:pt x="9206" y="1184"/>
                  </a:cubicBezTo>
                  <a:cubicBezTo>
                    <a:pt x="9502" y="1517"/>
                    <a:pt x="9650" y="1923"/>
                    <a:pt x="9650" y="2219"/>
                  </a:cubicBezTo>
                  <a:cubicBezTo>
                    <a:pt x="9650" y="2700"/>
                    <a:pt x="9539" y="4142"/>
                    <a:pt x="9391" y="5546"/>
                  </a:cubicBezTo>
                  <a:cubicBezTo>
                    <a:pt x="9317" y="6286"/>
                    <a:pt x="9243" y="6988"/>
                    <a:pt x="9169" y="7580"/>
                  </a:cubicBezTo>
                  <a:cubicBezTo>
                    <a:pt x="9095" y="8208"/>
                    <a:pt x="9021" y="8689"/>
                    <a:pt x="8947" y="8948"/>
                  </a:cubicBezTo>
                  <a:cubicBezTo>
                    <a:pt x="8873" y="9170"/>
                    <a:pt x="8688" y="9539"/>
                    <a:pt x="8430" y="9983"/>
                  </a:cubicBezTo>
                  <a:cubicBezTo>
                    <a:pt x="7986" y="10611"/>
                    <a:pt x="7394" y="11351"/>
                    <a:pt x="6803" y="11942"/>
                  </a:cubicBezTo>
                  <a:cubicBezTo>
                    <a:pt x="6174" y="12571"/>
                    <a:pt x="5509" y="13014"/>
                    <a:pt x="5102" y="13088"/>
                  </a:cubicBezTo>
                  <a:lnTo>
                    <a:pt x="4954" y="13088"/>
                  </a:lnTo>
                  <a:cubicBezTo>
                    <a:pt x="4928" y="13092"/>
                    <a:pt x="4901" y="13094"/>
                    <a:pt x="4873" y="13094"/>
                  </a:cubicBezTo>
                  <a:cubicBezTo>
                    <a:pt x="4634" y="13094"/>
                    <a:pt x="4365" y="12955"/>
                    <a:pt x="4067" y="12756"/>
                  </a:cubicBezTo>
                  <a:cubicBezTo>
                    <a:pt x="3586" y="12386"/>
                    <a:pt x="3069" y="11831"/>
                    <a:pt x="2625" y="11203"/>
                  </a:cubicBezTo>
                  <a:cubicBezTo>
                    <a:pt x="2218" y="10611"/>
                    <a:pt x="1886" y="9946"/>
                    <a:pt x="1701" y="9539"/>
                  </a:cubicBezTo>
                  <a:cubicBezTo>
                    <a:pt x="1479" y="8911"/>
                    <a:pt x="1183" y="7728"/>
                    <a:pt x="961" y="6729"/>
                  </a:cubicBezTo>
                  <a:cubicBezTo>
                    <a:pt x="851" y="6249"/>
                    <a:pt x="777" y="5768"/>
                    <a:pt x="703" y="5435"/>
                  </a:cubicBezTo>
                  <a:cubicBezTo>
                    <a:pt x="656" y="5224"/>
                    <a:pt x="624" y="5072"/>
                    <a:pt x="606" y="4989"/>
                  </a:cubicBezTo>
                  <a:lnTo>
                    <a:pt x="606" y="4989"/>
                  </a:lnTo>
                  <a:lnTo>
                    <a:pt x="629" y="4992"/>
                  </a:lnTo>
                  <a:cubicBezTo>
                    <a:pt x="666" y="4068"/>
                    <a:pt x="1183" y="3291"/>
                    <a:pt x="2071" y="2626"/>
                  </a:cubicBezTo>
                  <a:cubicBezTo>
                    <a:pt x="2995" y="1923"/>
                    <a:pt x="4326" y="1332"/>
                    <a:pt x="5879" y="888"/>
                  </a:cubicBezTo>
                  <a:cubicBezTo>
                    <a:pt x="6507" y="703"/>
                    <a:pt x="7062" y="629"/>
                    <a:pt x="7542" y="629"/>
                  </a:cubicBezTo>
                  <a:close/>
                  <a:moveTo>
                    <a:pt x="7542" y="1"/>
                  </a:moveTo>
                  <a:cubicBezTo>
                    <a:pt x="6988" y="1"/>
                    <a:pt x="6396" y="112"/>
                    <a:pt x="5694" y="297"/>
                  </a:cubicBezTo>
                  <a:cubicBezTo>
                    <a:pt x="4104" y="777"/>
                    <a:pt x="2736" y="1369"/>
                    <a:pt x="1701" y="2108"/>
                  </a:cubicBezTo>
                  <a:cubicBezTo>
                    <a:pt x="703" y="2885"/>
                    <a:pt x="37" y="3809"/>
                    <a:pt x="0" y="4955"/>
                  </a:cubicBezTo>
                  <a:lnTo>
                    <a:pt x="0" y="5029"/>
                  </a:lnTo>
                  <a:cubicBezTo>
                    <a:pt x="0" y="5029"/>
                    <a:pt x="148" y="5879"/>
                    <a:pt x="370" y="6877"/>
                  </a:cubicBezTo>
                  <a:cubicBezTo>
                    <a:pt x="592" y="7876"/>
                    <a:pt x="851" y="9059"/>
                    <a:pt x="1146" y="9761"/>
                  </a:cubicBezTo>
                  <a:cubicBezTo>
                    <a:pt x="1405" y="10427"/>
                    <a:pt x="1923" y="11388"/>
                    <a:pt x="2625" y="12201"/>
                  </a:cubicBezTo>
                  <a:cubicBezTo>
                    <a:pt x="2958" y="12608"/>
                    <a:pt x="3328" y="12978"/>
                    <a:pt x="3697" y="13236"/>
                  </a:cubicBezTo>
                  <a:cubicBezTo>
                    <a:pt x="4104" y="13532"/>
                    <a:pt x="4511" y="13717"/>
                    <a:pt x="4954" y="13717"/>
                  </a:cubicBezTo>
                  <a:cubicBezTo>
                    <a:pt x="5028" y="13717"/>
                    <a:pt x="5139" y="13717"/>
                    <a:pt x="5250" y="13680"/>
                  </a:cubicBezTo>
                  <a:cubicBezTo>
                    <a:pt x="5694" y="13606"/>
                    <a:pt x="6100" y="13347"/>
                    <a:pt x="6544" y="12978"/>
                  </a:cubicBezTo>
                  <a:cubicBezTo>
                    <a:pt x="7210" y="12460"/>
                    <a:pt x="7875" y="11721"/>
                    <a:pt x="8430" y="11018"/>
                  </a:cubicBezTo>
                  <a:cubicBezTo>
                    <a:pt x="8984" y="10279"/>
                    <a:pt x="9391" y="9613"/>
                    <a:pt x="9539" y="9096"/>
                  </a:cubicBezTo>
                  <a:cubicBezTo>
                    <a:pt x="9613" y="8800"/>
                    <a:pt x="9687" y="8282"/>
                    <a:pt x="9797" y="7691"/>
                  </a:cubicBezTo>
                  <a:cubicBezTo>
                    <a:pt x="10019" y="5842"/>
                    <a:pt x="10241" y="3032"/>
                    <a:pt x="10241" y="2219"/>
                  </a:cubicBezTo>
                  <a:cubicBezTo>
                    <a:pt x="10241" y="1738"/>
                    <a:pt x="10056" y="1184"/>
                    <a:pt x="9613" y="740"/>
                  </a:cubicBezTo>
                  <a:cubicBezTo>
                    <a:pt x="9169" y="297"/>
                    <a:pt x="8503" y="1"/>
                    <a:pt x="7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2772;p51">
              <a:extLst>
                <a:ext uri="{FF2B5EF4-FFF2-40B4-BE49-F238E27FC236}">
                  <a16:creationId xmlns:a16="http://schemas.microsoft.com/office/drawing/2014/main" id="{171CE519-81AD-52D8-4EE4-CA2D6B7AB078}"/>
                </a:ext>
              </a:extLst>
            </p:cNvPr>
            <p:cNvSpPr/>
            <p:nvPr/>
          </p:nvSpPr>
          <p:spPr>
            <a:xfrm>
              <a:off x="3659775" y="2613900"/>
              <a:ext cx="321675" cy="302000"/>
            </a:xfrm>
            <a:custGeom>
              <a:avLst/>
              <a:gdLst/>
              <a:ahLst/>
              <a:cxnLst/>
              <a:rect l="l" t="t" r="r" b="b"/>
              <a:pathLst>
                <a:path w="12867" h="12080" extrusionOk="0">
                  <a:moveTo>
                    <a:pt x="8223" y="1"/>
                  </a:moveTo>
                  <a:cubicBezTo>
                    <a:pt x="6105" y="1"/>
                    <a:pt x="3346" y="637"/>
                    <a:pt x="1923" y="1758"/>
                  </a:cubicBezTo>
                  <a:cubicBezTo>
                    <a:pt x="1" y="3274"/>
                    <a:pt x="407" y="7119"/>
                    <a:pt x="592" y="8857"/>
                  </a:cubicBezTo>
                  <a:cubicBezTo>
                    <a:pt x="758" y="10153"/>
                    <a:pt x="1294" y="10318"/>
                    <a:pt x="1555" y="10318"/>
                  </a:cubicBezTo>
                  <a:cubicBezTo>
                    <a:pt x="1644" y="10318"/>
                    <a:pt x="1701" y="10299"/>
                    <a:pt x="1701" y="10299"/>
                  </a:cubicBezTo>
                  <a:lnTo>
                    <a:pt x="1701" y="10299"/>
                  </a:lnTo>
                  <a:cubicBezTo>
                    <a:pt x="1701" y="10299"/>
                    <a:pt x="1295" y="11001"/>
                    <a:pt x="1221" y="11519"/>
                  </a:cubicBezTo>
                  <a:cubicBezTo>
                    <a:pt x="1163" y="11769"/>
                    <a:pt x="1737" y="12079"/>
                    <a:pt x="2660" y="12079"/>
                  </a:cubicBezTo>
                  <a:cubicBezTo>
                    <a:pt x="3510" y="12079"/>
                    <a:pt x="4656" y="11816"/>
                    <a:pt x="5879" y="11001"/>
                  </a:cubicBezTo>
                  <a:cubicBezTo>
                    <a:pt x="8430" y="9263"/>
                    <a:pt x="9946" y="7858"/>
                    <a:pt x="9946" y="7858"/>
                  </a:cubicBezTo>
                  <a:cubicBezTo>
                    <a:pt x="9946" y="7858"/>
                    <a:pt x="10242" y="8265"/>
                    <a:pt x="10057" y="9152"/>
                  </a:cubicBezTo>
                  <a:cubicBezTo>
                    <a:pt x="9895" y="9825"/>
                    <a:pt x="10282" y="10282"/>
                    <a:pt x="10931" y="10282"/>
                  </a:cubicBezTo>
                  <a:cubicBezTo>
                    <a:pt x="11175" y="10282"/>
                    <a:pt x="11455" y="10218"/>
                    <a:pt x="11757" y="10077"/>
                  </a:cubicBezTo>
                  <a:cubicBezTo>
                    <a:pt x="12867" y="9559"/>
                    <a:pt x="12460" y="8968"/>
                    <a:pt x="12460" y="8968"/>
                  </a:cubicBezTo>
                  <a:cubicBezTo>
                    <a:pt x="12460" y="8968"/>
                    <a:pt x="12867" y="6343"/>
                    <a:pt x="12867" y="5012"/>
                  </a:cubicBezTo>
                  <a:cubicBezTo>
                    <a:pt x="12867" y="3681"/>
                    <a:pt x="12053" y="834"/>
                    <a:pt x="10131" y="243"/>
                  </a:cubicBezTo>
                  <a:cubicBezTo>
                    <a:pt x="9631" y="79"/>
                    <a:pt x="8966" y="1"/>
                    <a:pt x="82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2773;p51">
              <a:extLst>
                <a:ext uri="{FF2B5EF4-FFF2-40B4-BE49-F238E27FC236}">
                  <a16:creationId xmlns:a16="http://schemas.microsoft.com/office/drawing/2014/main" id="{04F3DE45-145E-0CEE-0713-4879E1F4DC6A}"/>
                </a:ext>
              </a:extLst>
            </p:cNvPr>
            <p:cNvSpPr/>
            <p:nvPr/>
          </p:nvSpPr>
          <p:spPr>
            <a:xfrm>
              <a:off x="3662550" y="2606075"/>
              <a:ext cx="327225" cy="317975"/>
            </a:xfrm>
            <a:custGeom>
              <a:avLst/>
              <a:gdLst/>
              <a:ahLst/>
              <a:cxnLst/>
              <a:rect l="l" t="t" r="r" b="b"/>
              <a:pathLst>
                <a:path w="13089" h="12719" extrusionOk="0">
                  <a:moveTo>
                    <a:pt x="8134" y="629"/>
                  </a:moveTo>
                  <a:cubicBezTo>
                    <a:pt x="8837" y="629"/>
                    <a:pt x="9502" y="703"/>
                    <a:pt x="9946" y="851"/>
                  </a:cubicBezTo>
                  <a:cubicBezTo>
                    <a:pt x="10796" y="1110"/>
                    <a:pt x="11425" y="1886"/>
                    <a:pt x="11831" y="2811"/>
                  </a:cubicBezTo>
                  <a:cubicBezTo>
                    <a:pt x="12275" y="3698"/>
                    <a:pt x="12460" y="4733"/>
                    <a:pt x="12460" y="5325"/>
                  </a:cubicBezTo>
                  <a:cubicBezTo>
                    <a:pt x="12460" y="5953"/>
                    <a:pt x="12349" y="6951"/>
                    <a:pt x="12275" y="7765"/>
                  </a:cubicBezTo>
                  <a:cubicBezTo>
                    <a:pt x="12164" y="8578"/>
                    <a:pt x="12053" y="9244"/>
                    <a:pt x="12053" y="9244"/>
                  </a:cubicBezTo>
                  <a:cubicBezTo>
                    <a:pt x="12053" y="9305"/>
                    <a:pt x="12053" y="9366"/>
                    <a:pt x="12095" y="9427"/>
                  </a:cubicBezTo>
                  <a:lnTo>
                    <a:pt x="12095" y="9427"/>
                  </a:lnTo>
                  <a:lnTo>
                    <a:pt x="12090" y="9429"/>
                  </a:lnTo>
                  <a:lnTo>
                    <a:pt x="12127" y="9539"/>
                  </a:lnTo>
                  <a:cubicBezTo>
                    <a:pt x="12127" y="9613"/>
                    <a:pt x="12127" y="9650"/>
                    <a:pt x="12053" y="9761"/>
                  </a:cubicBezTo>
                  <a:cubicBezTo>
                    <a:pt x="11979" y="9835"/>
                    <a:pt x="11831" y="9983"/>
                    <a:pt x="11536" y="10131"/>
                  </a:cubicBezTo>
                  <a:cubicBezTo>
                    <a:pt x="11240" y="10242"/>
                    <a:pt x="11018" y="10279"/>
                    <a:pt x="10833" y="10279"/>
                  </a:cubicBezTo>
                  <a:cubicBezTo>
                    <a:pt x="10611" y="10279"/>
                    <a:pt x="10463" y="10205"/>
                    <a:pt x="10352" y="10131"/>
                  </a:cubicBezTo>
                  <a:cubicBezTo>
                    <a:pt x="10279" y="10057"/>
                    <a:pt x="10205" y="9946"/>
                    <a:pt x="10205" y="9761"/>
                  </a:cubicBezTo>
                  <a:cubicBezTo>
                    <a:pt x="10205" y="9687"/>
                    <a:pt x="10205" y="9613"/>
                    <a:pt x="10242" y="9539"/>
                  </a:cubicBezTo>
                  <a:cubicBezTo>
                    <a:pt x="10279" y="9281"/>
                    <a:pt x="10315" y="9096"/>
                    <a:pt x="10315" y="8874"/>
                  </a:cubicBezTo>
                  <a:cubicBezTo>
                    <a:pt x="10315" y="8319"/>
                    <a:pt x="10094" y="8024"/>
                    <a:pt x="10057" y="7987"/>
                  </a:cubicBezTo>
                  <a:cubicBezTo>
                    <a:pt x="10020" y="7913"/>
                    <a:pt x="9946" y="7876"/>
                    <a:pt x="9872" y="7839"/>
                  </a:cubicBezTo>
                  <a:cubicBezTo>
                    <a:pt x="9761" y="7839"/>
                    <a:pt x="9687" y="7876"/>
                    <a:pt x="9613" y="7950"/>
                  </a:cubicBezTo>
                  <a:lnTo>
                    <a:pt x="9539" y="7987"/>
                  </a:lnTo>
                  <a:cubicBezTo>
                    <a:pt x="9243" y="8282"/>
                    <a:pt x="7801" y="9539"/>
                    <a:pt x="5583" y="11055"/>
                  </a:cubicBezTo>
                  <a:cubicBezTo>
                    <a:pt x="4437" y="11832"/>
                    <a:pt x="3365" y="12090"/>
                    <a:pt x="2552" y="12090"/>
                  </a:cubicBezTo>
                  <a:cubicBezTo>
                    <a:pt x="2145" y="12090"/>
                    <a:pt x="1812" y="12016"/>
                    <a:pt x="1627" y="11943"/>
                  </a:cubicBezTo>
                  <a:cubicBezTo>
                    <a:pt x="1524" y="11908"/>
                    <a:pt x="1452" y="11841"/>
                    <a:pt x="1413" y="11833"/>
                  </a:cubicBezTo>
                  <a:lnTo>
                    <a:pt x="1413" y="11833"/>
                  </a:lnTo>
                  <a:cubicBezTo>
                    <a:pt x="1456" y="11647"/>
                    <a:pt x="1560" y="11372"/>
                    <a:pt x="1664" y="11129"/>
                  </a:cubicBezTo>
                  <a:cubicBezTo>
                    <a:pt x="1738" y="11018"/>
                    <a:pt x="1775" y="10944"/>
                    <a:pt x="1812" y="10870"/>
                  </a:cubicBezTo>
                  <a:cubicBezTo>
                    <a:pt x="1849" y="10796"/>
                    <a:pt x="1886" y="10759"/>
                    <a:pt x="1886" y="10759"/>
                  </a:cubicBezTo>
                  <a:cubicBezTo>
                    <a:pt x="1923" y="10649"/>
                    <a:pt x="1923" y="10501"/>
                    <a:pt x="1849" y="10390"/>
                  </a:cubicBezTo>
                  <a:cubicBezTo>
                    <a:pt x="1795" y="10336"/>
                    <a:pt x="1701" y="10301"/>
                    <a:pt x="1611" y="10301"/>
                  </a:cubicBezTo>
                  <a:cubicBezTo>
                    <a:pt x="1579" y="10301"/>
                    <a:pt x="1546" y="10306"/>
                    <a:pt x="1516" y="10316"/>
                  </a:cubicBezTo>
                  <a:lnTo>
                    <a:pt x="1443" y="10316"/>
                  </a:lnTo>
                  <a:cubicBezTo>
                    <a:pt x="1369" y="10316"/>
                    <a:pt x="1258" y="10279"/>
                    <a:pt x="1147" y="10168"/>
                  </a:cubicBezTo>
                  <a:cubicBezTo>
                    <a:pt x="1036" y="10020"/>
                    <a:pt x="851" y="9724"/>
                    <a:pt x="814" y="9133"/>
                  </a:cubicBezTo>
                  <a:cubicBezTo>
                    <a:pt x="703" y="8504"/>
                    <a:pt x="629" y="7580"/>
                    <a:pt x="629" y="6582"/>
                  </a:cubicBezTo>
                  <a:cubicBezTo>
                    <a:pt x="629" y="5768"/>
                    <a:pt x="703" y="4881"/>
                    <a:pt x="888" y="4142"/>
                  </a:cubicBezTo>
                  <a:cubicBezTo>
                    <a:pt x="1110" y="3365"/>
                    <a:pt x="1480" y="2737"/>
                    <a:pt x="1997" y="2330"/>
                  </a:cubicBezTo>
                  <a:cubicBezTo>
                    <a:pt x="2663" y="1776"/>
                    <a:pt x="3698" y="1369"/>
                    <a:pt x="4807" y="1073"/>
                  </a:cubicBezTo>
                  <a:cubicBezTo>
                    <a:pt x="5916" y="777"/>
                    <a:pt x="7099" y="629"/>
                    <a:pt x="8134" y="629"/>
                  </a:cubicBezTo>
                  <a:close/>
                  <a:moveTo>
                    <a:pt x="8134" y="1"/>
                  </a:moveTo>
                  <a:cubicBezTo>
                    <a:pt x="7025" y="1"/>
                    <a:pt x="5805" y="149"/>
                    <a:pt x="4622" y="482"/>
                  </a:cubicBezTo>
                  <a:cubicBezTo>
                    <a:pt x="3476" y="777"/>
                    <a:pt x="2404" y="1221"/>
                    <a:pt x="1627" y="1813"/>
                  </a:cubicBezTo>
                  <a:cubicBezTo>
                    <a:pt x="962" y="2367"/>
                    <a:pt x="555" y="3143"/>
                    <a:pt x="296" y="3957"/>
                  </a:cubicBezTo>
                  <a:cubicBezTo>
                    <a:pt x="75" y="4807"/>
                    <a:pt x="1" y="5731"/>
                    <a:pt x="1" y="6582"/>
                  </a:cubicBezTo>
                  <a:cubicBezTo>
                    <a:pt x="1" y="7617"/>
                    <a:pt x="112" y="8578"/>
                    <a:pt x="186" y="9207"/>
                  </a:cubicBezTo>
                  <a:cubicBezTo>
                    <a:pt x="259" y="9872"/>
                    <a:pt x="444" y="10316"/>
                    <a:pt x="703" y="10575"/>
                  </a:cubicBezTo>
                  <a:cubicBezTo>
                    <a:pt x="836" y="10726"/>
                    <a:pt x="978" y="10819"/>
                    <a:pt x="1110" y="10869"/>
                  </a:cubicBezTo>
                  <a:lnTo>
                    <a:pt x="1110" y="10869"/>
                  </a:lnTo>
                  <a:cubicBezTo>
                    <a:pt x="1110" y="10870"/>
                    <a:pt x="1110" y="10870"/>
                    <a:pt x="1110" y="10870"/>
                  </a:cubicBezTo>
                  <a:cubicBezTo>
                    <a:pt x="1003" y="11119"/>
                    <a:pt x="863" y="11436"/>
                    <a:pt x="819" y="11723"/>
                  </a:cubicBezTo>
                  <a:lnTo>
                    <a:pt x="819" y="11723"/>
                  </a:lnTo>
                  <a:lnTo>
                    <a:pt x="814" y="11721"/>
                  </a:lnTo>
                  <a:lnTo>
                    <a:pt x="777" y="11832"/>
                  </a:lnTo>
                  <a:cubicBezTo>
                    <a:pt x="777" y="12016"/>
                    <a:pt x="888" y="12164"/>
                    <a:pt x="999" y="12275"/>
                  </a:cubicBezTo>
                  <a:cubicBezTo>
                    <a:pt x="1147" y="12423"/>
                    <a:pt x="1369" y="12497"/>
                    <a:pt x="1627" y="12608"/>
                  </a:cubicBezTo>
                  <a:cubicBezTo>
                    <a:pt x="1886" y="12682"/>
                    <a:pt x="2182" y="12719"/>
                    <a:pt x="2552" y="12719"/>
                  </a:cubicBezTo>
                  <a:cubicBezTo>
                    <a:pt x="3476" y="12719"/>
                    <a:pt x="4696" y="12423"/>
                    <a:pt x="5953" y="11573"/>
                  </a:cubicBezTo>
                  <a:cubicBezTo>
                    <a:pt x="7781" y="10327"/>
                    <a:pt x="9078" y="9234"/>
                    <a:pt x="9679" y="8714"/>
                  </a:cubicBezTo>
                  <a:lnTo>
                    <a:pt x="9679" y="8714"/>
                  </a:lnTo>
                  <a:cubicBezTo>
                    <a:pt x="9684" y="8762"/>
                    <a:pt x="9687" y="8815"/>
                    <a:pt x="9687" y="8874"/>
                  </a:cubicBezTo>
                  <a:cubicBezTo>
                    <a:pt x="9687" y="9014"/>
                    <a:pt x="9687" y="9187"/>
                    <a:pt x="9624" y="9394"/>
                  </a:cubicBezTo>
                  <a:lnTo>
                    <a:pt x="9624" y="9394"/>
                  </a:lnTo>
                  <a:lnTo>
                    <a:pt x="9613" y="9392"/>
                  </a:lnTo>
                  <a:cubicBezTo>
                    <a:pt x="9613" y="9539"/>
                    <a:pt x="9576" y="9650"/>
                    <a:pt x="9576" y="9761"/>
                  </a:cubicBezTo>
                  <a:cubicBezTo>
                    <a:pt x="9576" y="10094"/>
                    <a:pt x="9724" y="10390"/>
                    <a:pt x="9946" y="10575"/>
                  </a:cubicBezTo>
                  <a:cubicBezTo>
                    <a:pt x="10168" y="10796"/>
                    <a:pt x="10500" y="10907"/>
                    <a:pt x="10833" y="10907"/>
                  </a:cubicBezTo>
                  <a:cubicBezTo>
                    <a:pt x="11129" y="10907"/>
                    <a:pt x="11462" y="10833"/>
                    <a:pt x="11794" y="10686"/>
                  </a:cubicBezTo>
                  <a:cubicBezTo>
                    <a:pt x="12127" y="10501"/>
                    <a:pt x="12386" y="10316"/>
                    <a:pt x="12534" y="10131"/>
                  </a:cubicBezTo>
                  <a:cubicBezTo>
                    <a:pt x="12682" y="9946"/>
                    <a:pt x="12756" y="9724"/>
                    <a:pt x="12756" y="9539"/>
                  </a:cubicBezTo>
                  <a:cubicBezTo>
                    <a:pt x="12756" y="9409"/>
                    <a:pt x="12727" y="9306"/>
                    <a:pt x="12695" y="9232"/>
                  </a:cubicBezTo>
                  <a:lnTo>
                    <a:pt x="12695" y="9232"/>
                  </a:lnTo>
                  <a:cubicBezTo>
                    <a:pt x="12764" y="8771"/>
                    <a:pt x="13088" y="6546"/>
                    <a:pt x="13088" y="5325"/>
                  </a:cubicBezTo>
                  <a:cubicBezTo>
                    <a:pt x="13088" y="4585"/>
                    <a:pt x="12866" y="3550"/>
                    <a:pt x="12423" y="2552"/>
                  </a:cubicBezTo>
                  <a:cubicBezTo>
                    <a:pt x="11942" y="1554"/>
                    <a:pt x="11203" y="593"/>
                    <a:pt x="10131" y="260"/>
                  </a:cubicBezTo>
                  <a:cubicBezTo>
                    <a:pt x="9576" y="75"/>
                    <a:pt x="8911" y="1"/>
                    <a:pt x="81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2774;p51">
              <a:extLst>
                <a:ext uri="{FF2B5EF4-FFF2-40B4-BE49-F238E27FC236}">
                  <a16:creationId xmlns:a16="http://schemas.microsoft.com/office/drawing/2014/main" id="{ED7CBB44-9048-04F4-4B7C-578F257C7D32}"/>
                </a:ext>
              </a:extLst>
            </p:cNvPr>
            <p:cNvSpPr/>
            <p:nvPr/>
          </p:nvSpPr>
          <p:spPr>
            <a:xfrm>
              <a:off x="3314100" y="3493950"/>
              <a:ext cx="431675" cy="128850"/>
            </a:xfrm>
            <a:custGeom>
              <a:avLst/>
              <a:gdLst/>
              <a:ahLst/>
              <a:cxnLst/>
              <a:rect l="l" t="t" r="r" b="b"/>
              <a:pathLst>
                <a:path w="17267" h="5154" extrusionOk="0">
                  <a:moveTo>
                    <a:pt x="3848" y="0"/>
                  </a:moveTo>
                  <a:cubicBezTo>
                    <a:pt x="3145" y="0"/>
                    <a:pt x="2774" y="163"/>
                    <a:pt x="2774" y="163"/>
                  </a:cubicBezTo>
                  <a:cubicBezTo>
                    <a:pt x="334" y="1789"/>
                    <a:pt x="1" y="4710"/>
                    <a:pt x="925" y="5006"/>
                  </a:cubicBezTo>
                  <a:cubicBezTo>
                    <a:pt x="1233" y="5117"/>
                    <a:pt x="3152" y="5154"/>
                    <a:pt x="5572" y="5154"/>
                  </a:cubicBezTo>
                  <a:cubicBezTo>
                    <a:pt x="10414" y="5154"/>
                    <a:pt x="17266" y="5006"/>
                    <a:pt x="17266" y="5006"/>
                  </a:cubicBezTo>
                  <a:lnTo>
                    <a:pt x="17155" y="2788"/>
                  </a:lnTo>
                  <a:cubicBezTo>
                    <a:pt x="17155" y="2788"/>
                    <a:pt x="13717" y="2492"/>
                    <a:pt x="13125" y="2492"/>
                  </a:cubicBezTo>
                  <a:cubicBezTo>
                    <a:pt x="12497" y="2492"/>
                    <a:pt x="8245" y="1272"/>
                    <a:pt x="6101" y="458"/>
                  </a:cubicBezTo>
                  <a:cubicBezTo>
                    <a:pt x="5157" y="101"/>
                    <a:pt x="4400" y="0"/>
                    <a:pt x="3848"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2775;p51">
              <a:extLst>
                <a:ext uri="{FF2B5EF4-FFF2-40B4-BE49-F238E27FC236}">
                  <a16:creationId xmlns:a16="http://schemas.microsoft.com/office/drawing/2014/main" id="{24E21BAE-60ED-26D3-9D5A-DF5047F7603E}"/>
                </a:ext>
              </a:extLst>
            </p:cNvPr>
            <p:cNvSpPr/>
            <p:nvPr/>
          </p:nvSpPr>
          <p:spPr>
            <a:xfrm>
              <a:off x="3317800" y="3486000"/>
              <a:ext cx="436275" cy="144200"/>
            </a:xfrm>
            <a:custGeom>
              <a:avLst/>
              <a:gdLst/>
              <a:ahLst/>
              <a:cxnLst/>
              <a:rect l="l" t="t" r="r" b="b"/>
              <a:pathLst>
                <a:path w="17451" h="5768" extrusionOk="0">
                  <a:moveTo>
                    <a:pt x="3698" y="629"/>
                  </a:moveTo>
                  <a:cubicBezTo>
                    <a:pt x="4215" y="629"/>
                    <a:pt x="4918" y="703"/>
                    <a:pt x="5842" y="1072"/>
                  </a:cubicBezTo>
                  <a:cubicBezTo>
                    <a:pt x="6914" y="1479"/>
                    <a:pt x="8541" y="1997"/>
                    <a:pt x="9946" y="2403"/>
                  </a:cubicBezTo>
                  <a:cubicBezTo>
                    <a:pt x="10648" y="2588"/>
                    <a:pt x="11314" y="2773"/>
                    <a:pt x="11831" y="2884"/>
                  </a:cubicBezTo>
                  <a:cubicBezTo>
                    <a:pt x="12090" y="2958"/>
                    <a:pt x="12312" y="3032"/>
                    <a:pt x="12497" y="3069"/>
                  </a:cubicBezTo>
                  <a:cubicBezTo>
                    <a:pt x="12719" y="3106"/>
                    <a:pt x="12829" y="3106"/>
                    <a:pt x="12977" y="3106"/>
                  </a:cubicBezTo>
                  <a:cubicBezTo>
                    <a:pt x="13236" y="3106"/>
                    <a:pt x="14271" y="3180"/>
                    <a:pt x="15196" y="3254"/>
                  </a:cubicBezTo>
                  <a:cubicBezTo>
                    <a:pt x="15801" y="3302"/>
                    <a:pt x="16390" y="3350"/>
                    <a:pt x="16725" y="3378"/>
                  </a:cubicBezTo>
                  <a:lnTo>
                    <a:pt x="16725" y="3378"/>
                  </a:lnTo>
                  <a:lnTo>
                    <a:pt x="16806" y="5033"/>
                  </a:lnTo>
                  <a:lnTo>
                    <a:pt x="16806" y="5033"/>
                  </a:lnTo>
                  <a:cubicBezTo>
                    <a:pt x="16608" y="5037"/>
                    <a:pt x="16322" y="5047"/>
                    <a:pt x="15972" y="5065"/>
                  </a:cubicBezTo>
                  <a:cubicBezTo>
                    <a:pt x="13828" y="5102"/>
                    <a:pt x="9058" y="5176"/>
                    <a:pt x="5435" y="5176"/>
                  </a:cubicBezTo>
                  <a:cubicBezTo>
                    <a:pt x="4215" y="5176"/>
                    <a:pt x="3143" y="5176"/>
                    <a:pt x="2330" y="5139"/>
                  </a:cubicBezTo>
                  <a:cubicBezTo>
                    <a:pt x="1923" y="5139"/>
                    <a:pt x="1553" y="5102"/>
                    <a:pt x="1332" y="5102"/>
                  </a:cubicBezTo>
                  <a:cubicBezTo>
                    <a:pt x="1184" y="5102"/>
                    <a:pt x="1073" y="5065"/>
                    <a:pt x="999" y="5065"/>
                  </a:cubicBezTo>
                  <a:lnTo>
                    <a:pt x="888" y="5065"/>
                  </a:lnTo>
                  <a:cubicBezTo>
                    <a:pt x="814" y="5028"/>
                    <a:pt x="777" y="4991"/>
                    <a:pt x="703" y="4843"/>
                  </a:cubicBezTo>
                  <a:cubicBezTo>
                    <a:pt x="666" y="4732"/>
                    <a:pt x="629" y="4547"/>
                    <a:pt x="629" y="4289"/>
                  </a:cubicBezTo>
                  <a:cubicBezTo>
                    <a:pt x="629" y="3808"/>
                    <a:pt x="777" y="3180"/>
                    <a:pt x="1110" y="2551"/>
                  </a:cubicBezTo>
                  <a:cubicBezTo>
                    <a:pt x="1479" y="1886"/>
                    <a:pt x="1997" y="1220"/>
                    <a:pt x="2773" y="740"/>
                  </a:cubicBezTo>
                  <a:lnTo>
                    <a:pt x="2768" y="730"/>
                  </a:lnTo>
                  <a:lnTo>
                    <a:pt x="2768" y="730"/>
                  </a:lnTo>
                  <a:cubicBezTo>
                    <a:pt x="2865" y="703"/>
                    <a:pt x="3181" y="629"/>
                    <a:pt x="3698" y="629"/>
                  </a:cubicBezTo>
                  <a:close/>
                  <a:moveTo>
                    <a:pt x="3698" y="0"/>
                  </a:moveTo>
                  <a:cubicBezTo>
                    <a:pt x="2921" y="0"/>
                    <a:pt x="2515" y="185"/>
                    <a:pt x="2478" y="185"/>
                  </a:cubicBezTo>
                  <a:lnTo>
                    <a:pt x="2441" y="222"/>
                  </a:lnTo>
                  <a:cubicBezTo>
                    <a:pt x="1590" y="776"/>
                    <a:pt x="962" y="1516"/>
                    <a:pt x="592" y="2255"/>
                  </a:cubicBezTo>
                  <a:cubicBezTo>
                    <a:pt x="186" y="2958"/>
                    <a:pt x="1" y="3697"/>
                    <a:pt x="1" y="4289"/>
                  </a:cubicBezTo>
                  <a:cubicBezTo>
                    <a:pt x="1" y="4621"/>
                    <a:pt x="38" y="4880"/>
                    <a:pt x="149" y="5102"/>
                  </a:cubicBezTo>
                  <a:cubicBezTo>
                    <a:pt x="259" y="5361"/>
                    <a:pt x="444" y="5546"/>
                    <a:pt x="666" y="5620"/>
                  </a:cubicBezTo>
                  <a:cubicBezTo>
                    <a:pt x="777" y="5657"/>
                    <a:pt x="851" y="5657"/>
                    <a:pt x="925" y="5694"/>
                  </a:cubicBezTo>
                  <a:cubicBezTo>
                    <a:pt x="1258" y="5731"/>
                    <a:pt x="1849" y="5731"/>
                    <a:pt x="2626" y="5768"/>
                  </a:cubicBezTo>
                  <a:lnTo>
                    <a:pt x="5435" y="5768"/>
                  </a:lnTo>
                  <a:cubicBezTo>
                    <a:pt x="10278" y="5768"/>
                    <a:pt x="17118" y="5657"/>
                    <a:pt x="17118" y="5657"/>
                  </a:cubicBezTo>
                  <a:cubicBezTo>
                    <a:pt x="17229" y="5657"/>
                    <a:pt x="17303" y="5620"/>
                    <a:pt x="17340" y="5546"/>
                  </a:cubicBezTo>
                  <a:cubicBezTo>
                    <a:pt x="17414" y="5509"/>
                    <a:pt x="17451" y="5398"/>
                    <a:pt x="17414" y="5324"/>
                  </a:cubicBezTo>
                  <a:lnTo>
                    <a:pt x="17340" y="3106"/>
                  </a:lnTo>
                  <a:cubicBezTo>
                    <a:pt x="17340" y="2958"/>
                    <a:pt x="17192" y="2810"/>
                    <a:pt x="17044" y="2810"/>
                  </a:cubicBezTo>
                  <a:cubicBezTo>
                    <a:pt x="17044" y="2810"/>
                    <a:pt x="16194" y="2736"/>
                    <a:pt x="15233" y="2662"/>
                  </a:cubicBezTo>
                  <a:cubicBezTo>
                    <a:pt x="14308" y="2588"/>
                    <a:pt x="13310" y="2514"/>
                    <a:pt x="12977" y="2514"/>
                  </a:cubicBezTo>
                  <a:cubicBezTo>
                    <a:pt x="12940" y="2514"/>
                    <a:pt x="12792" y="2477"/>
                    <a:pt x="12645" y="2440"/>
                  </a:cubicBezTo>
                  <a:cubicBezTo>
                    <a:pt x="11425" y="2218"/>
                    <a:pt x="7912" y="1183"/>
                    <a:pt x="6064" y="481"/>
                  </a:cubicBezTo>
                  <a:cubicBezTo>
                    <a:pt x="5103" y="111"/>
                    <a:pt x="4289" y="0"/>
                    <a:pt x="3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2776;p51">
              <a:extLst>
                <a:ext uri="{FF2B5EF4-FFF2-40B4-BE49-F238E27FC236}">
                  <a16:creationId xmlns:a16="http://schemas.microsoft.com/office/drawing/2014/main" id="{8CDF35EA-E7D2-EAB6-F9A1-0965896D7040}"/>
                </a:ext>
              </a:extLst>
            </p:cNvPr>
            <p:cNvSpPr/>
            <p:nvPr/>
          </p:nvSpPr>
          <p:spPr>
            <a:xfrm>
              <a:off x="3642225" y="3515250"/>
              <a:ext cx="183025" cy="99250"/>
            </a:xfrm>
            <a:custGeom>
              <a:avLst/>
              <a:gdLst/>
              <a:ahLst/>
              <a:cxnLst/>
              <a:rect l="l" t="t" r="r" b="b"/>
              <a:pathLst>
                <a:path w="7321" h="3970" extrusionOk="0">
                  <a:moveTo>
                    <a:pt x="4177" y="1"/>
                  </a:moveTo>
                  <a:cubicBezTo>
                    <a:pt x="4110" y="1"/>
                    <a:pt x="4049" y="16"/>
                    <a:pt x="3993" y="50"/>
                  </a:cubicBezTo>
                  <a:cubicBezTo>
                    <a:pt x="3180" y="605"/>
                    <a:pt x="481" y="2934"/>
                    <a:pt x="481" y="2934"/>
                  </a:cubicBezTo>
                  <a:lnTo>
                    <a:pt x="0" y="3821"/>
                  </a:lnTo>
                  <a:lnTo>
                    <a:pt x="2736" y="3821"/>
                  </a:lnTo>
                  <a:cubicBezTo>
                    <a:pt x="3610" y="3821"/>
                    <a:pt x="3995" y="3516"/>
                    <a:pt x="4336" y="3516"/>
                  </a:cubicBezTo>
                  <a:cubicBezTo>
                    <a:pt x="4370" y="3516"/>
                    <a:pt x="4403" y="3519"/>
                    <a:pt x="4437" y="3525"/>
                  </a:cubicBezTo>
                  <a:cubicBezTo>
                    <a:pt x="4843" y="3599"/>
                    <a:pt x="6618" y="3969"/>
                    <a:pt x="6618" y="3969"/>
                  </a:cubicBezTo>
                  <a:cubicBezTo>
                    <a:pt x="6618" y="3969"/>
                    <a:pt x="7321" y="3821"/>
                    <a:pt x="7247" y="3525"/>
                  </a:cubicBezTo>
                  <a:cubicBezTo>
                    <a:pt x="7177" y="3249"/>
                    <a:pt x="5138" y="1"/>
                    <a:pt x="41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777;p51">
              <a:extLst>
                <a:ext uri="{FF2B5EF4-FFF2-40B4-BE49-F238E27FC236}">
                  <a16:creationId xmlns:a16="http://schemas.microsoft.com/office/drawing/2014/main" id="{A105B4B9-B768-2A34-561D-60180EE84557}"/>
                </a:ext>
              </a:extLst>
            </p:cNvPr>
            <p:cNvSpPr/>
            <p:nvPr/>
          </p:nvSpPr>
          <p:spPr>
            <a:xfrm>
              <a:off x="3634825" y="3508175"/>
              <a:ext cx="195975" cy="113700"/>
            </a:xfrm>
            <a:custGeom>
              <a:avLst/>
              <a:gdLst/>
              <a:ahLst/>
              <a:cxnLst/>
              <a:rect l="l" t="t" r="r" b="b"/>
              <a:pathLst>
                <a:path w="7839" h="4548" extrusionOk="0">
                  <a:moveTo>
                    <a:pt x="4474" y="0"/>
                  </a:moveTo>
                  <a:cubicBezTo>
                    <a:pt x="4363" y="0"/>
                    <a:pt x="4252" y="0"/>
                    <a:pt x="4141" y="74"/>
                  </a:cubicBezTo>
                  <a:cubicBezTo>
                    <a:pt x="3698" y="370"/>
                    <a:pt x="2810" y="1073"/>
                    <a:pt x="2034" y="1738"/>
                  </a:cubicBezTo>
                  <a:cubicBezTo>
                    <a:pt x="1258" y="2403"/>
                    <a:pt x="555" y="2958"/>
                    <a:pt x="555" y="2958"/>
                  </a:cubicBezTo>
                  <a:cubicBezTo>
                    <a:pt x="444" y="3069"/>
                    <a:pt x="407" y="3291"/>
                    <a:pt x="518" y="3402"/>
                  </a:cubicBezTo>
                  <a:cubicBezTo>
                    <a:pt x="578" y="3481"/>
                    <a:pt x="669" y="3518"/>
                    <a:pt x="758" y="3518"/>
                  </a:cubicBezTo>
                  <a:cubicBezTo>
                    <a:pt x="835" y="3518"/>
                    <a:pt x="910" y="3490"/>
                    <a:pt x="962" y="3439"/>
                  </a:cubicBezTo>
                  <a:cubicBezTo>
                    <a:pt x="962" y="3439"/>
                    <a:pt x="1147" y="3291"/>
                    <a:pt x="1405" y="3069"/>
                  </a:cubicBezTo>
                  <a:cubicBezTo>
                    <a:pt x="1812" y="2736"/>
                    <a:pt x="2404" y="2219"/>
                    <a:pt x="2995" y="1701"/>
                  </a:cubicBezTo>
                  <a:cubicBezTo>
                    <a:pt x="3587" y="1220"/>
                    <a:pt x="4178" y="777"/>
                    <a:pt x="4474" y="592"/>
                  </a:cubicBezTo>
                  <a:cubicBezTo>
                    <a:pt x="4511" y="592"/>
                    <a:pt x="4585" y="629"/>
                    <a:pt x="4733" y="703"/>
                  </a:cubicBezTo>
                  <a:cubicBezTo>
                    <a:pt x="4918" y="814"/>
                    <a:pt x="5213" y="1073"/>
                    <a:pt x="5472" y="1405"/>
                  </a:cubicBezTo>
                  <a:cubicBezTo>
                    <a:pt x="5916" y="1849"/>
                    <a:pt x="6360" y="2477"/>
                    <a:pt x="6692" y="2958"/>
                  </a:cubicBezTo>
                  <a:cubicBezTo>
                    <a:pt x="6840" y="3217"/>
                    <a:pt x="6988" y="3439"/>
                    <a:pt x="7099" y="3624"/>
                  </a:cubicBezTo>
                  <a:cubicBezTo>
                    <a:pt x="7136" y="3697"/>
                    <a:pt x="7173" y="3771"/>
                    <a:pt x="7210" y="3808"/>
                  </a:cubicBezTo>
                  <a:lnTo>
                    <a:pt x="7214" y="3817"/>
                  </a:lnTo>
                  <a:lnTo>
                    <a:pt x="7214" y="3817"/>
                  </a:lnTo>
                  <a:cubicBezTo>
                    <a:pt x="7176" y="3850"/>
                    <a:pt x="7111" y="3882"/>
                    <a:pt x="7062" y="3882"/>
                  </a:cubicBezTo>
                  <a:lnTo>
                    <a:pt x="6936" y="3946"/>
                  </a:lnTo>
                  <a:lnTo>
                    <a:pt x="6936" y="3946"/>
                  </a:lnTo>
                  <a:cubicBezTo>
                    <a:pt x="6635" y="3884"/>
                    <a:pt x="5139" y="3579"/>
                    <a:pt x="4807" y="3513"/>
                  </a:cubicBezTo>
                  <a:lnTo>
                    <a:pt x="4659" y="3476"/>
                  </a:lnTo>
                  <a:cubicBezTo>
                    <a:pt x="4363" y="3476"/>
                    <a:pt x="4178" y="3587"/>
                    <a:pt x="3956" y="3660"/>
                  </a:cubicBezTo>
                  <a:cubicBezTo>
                    <a:pt x="3698" y="3734"/>
                    <a:pt x="3439" y="3808"/>
                    <a:pt x="3032" y="3808"/>
                  </a:cubicBezTo>
                  <a:lnTo>
                    <a:pt x="296" y="3808"/>
                  </a:lnTo>
                  <a:cubicBezTo>
                    <a:pt x="148" y="3808"/>
                    <a:pt x="1" y="3919"/>
                    <a:pt x="1" y="4104"/>
                  </a:cubicBezTo>
                  <a:cubicBezTo>
                    <a:pt x="1" y="4289"/>
                    <a:pt x="148" y="4400"/>
                    <a:pt x="296" y="4400"/>
                  </a:cubicBezTo>
                  <a:lnTo>
                    <a:pt x="3032" y="4400"/>
                  </a:lnTo>
                  <a:cubicBezTo>
                    <a:pt x="3513" y="4400"/>
                    <a:pt x="3846" y="4326"/>
                    <a:pt x="4141" y="4252"/>
                  </a:cubicBezTo>
                  <a:cubicBezTo>
                    <a:pt x="4400" y="4141"/>
                    <a:pt x="4585" y="4104"/>
                    <a:pt x="4659" y="4104"/>
                  </a:cubicBezTo>
                  <a:lnTo>
                    <a:pt x="4696" y="4104"/>
                  </a:lnTo>
                  <a:cubicBezTo>
                    <a:pt x="5066" y="4178"/>
                    <a:pt x="6877" y="4548"/>
                    <a:pt x="6877" y="4548"/>
                  </a:cubicBezTo>
                  <a:lnTo>
                    <a:pt x="6988" y="4548"/>
                  </a:lnTo>
                  <a:cubicBezTo>
                    <a:pt x="7025" y="4548"/>
                    <a:pt x="7173" y="4511"/>
                    <a:pt x="7358" y="4437"/>
                  </a:cubicBezTo>
                  <a:cubicBezTo>
                    <a:pt x="7469" y="4400"/>
                    <a:pt x="7543" y="4326"/>
                    <a:pt x="7653" y="4252"/>
                  </a:cubicBezTo>
                  <a:cubicBezTo>
                    <a:pt x="7727" y="4178"/>
                    <a:pt x="7838" y="4030"/>
                    <a:pt x="7838" y="3845"/>
                  </a:cubicBezTo>
                  <a:lnTo>
                    <a:pt x="7838" y="3734"/>
                  </a:lnTo>
                  <a:cubicBezTo>
                    <a:pt x="7801" y="3660"/>
                    <a:pt x="7801" y="3624"/>
                    <a:pt x="7764" y="3587"/>
                  </a:cubicBezTo>
                  <a:cubicBezTo>
                    <a:pt x="7690" y="3402"/>
                    <a:pt x="7506" y="3143"/>
                    <a:pt x="7284" y="2773"/>
                  </a:cubicBezTo>
                  <a:cubicBezTo>
                    <a:pt x="6951" y="2219"/>
                    <a:pt x="6470" y="1553"/>
                    <a:pt x="5990" y="1036"/>
                  </a:cubicBezTo>
                  <a:cubicBezTo>
                    <a:pt x="5731" y="740"/>
                    <a:pt x="5509" y="518"/>
                    <a:pt x="5250" y="296"/>
                  </a:cubicBezTo>
                  <a:cubicBezTo>
                    <a:pt x="4992" y="148"/>
                    <a:pt x="4770" y="0"/>
                    <a:pt x="44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2778;p51">
              <a:extLst>
                <a:ext uri="{FF2B5EF4-FFF2-40B4-BE49-F238E27FC236}">
                  <a16:creationId xmlns:a16="http://schemas.microsoft.com/office/drawing/2014/main" id="{63883134-6E9F-B2B8-8DDD-3D54A7867EA2}"/>
                </a:ext>
              </a:extLst>
            </p:cNvPr>
            <p:cNvSpPr/>
            <p:nvPr/>
          </p:nvSpPr>
          <p:spPr>
            <a:xfrm>
              <a:off x="4000825" y="3493950"/>
              <a:ext cx="430750" cy="128850"/>
            </a:xfrm>
            <a:custGeom>
              <a:avLst/>
              <a:gdLst/>
              <a:ahLst/>
              <a:cxnLst/>
              <a:rect l="l" t="t" r="r" b="b"/>
              <a:pathLst>
                <a:path w="17230" h="5154" extrusionOk="0">
                  <a:moveTo>
                    <a:pt x="13404" y="0"/>
                  </a:moveTo>
                  <a:cubicBezTo>
                    <a:pt x="12849" y="0"/>
                    <a:pt x="12093" y="101"/>
                    <a:pt x="11166" y="458"/>
                  </a:cubicBezTo>
                  <a:cubicBezTo>
                    <a:pt x="9022" y="1272"/>
                    <a:pt x="4770" y="2492"/>
                    <a:pt x="4142" y="2492"/>
                  </a:cubicBezTo>
                  <a:cubicBezTo>
                    <a:pt x="3550" y="2492"/>
                    <a:pt x="75" y="2788"/>
                    <a:pt x="75" y="2788"/>
                  </a:cubicBezTo>
                  <a:lnTo>
                    <a:pt x="1" y="5006"/>
                  </a:lnTo>
                  <a:cubicBezTo>
                    <a:pt x="1" y="5006"/>
                    <a:pt x="6853" y="5154"/>
                    <a:pt x="11695" y="5154"/>
                  </a:cubicBezTo>
                  <a:cubicBezTo>
                    <a:pt x="14115" y="5154"/>
                    <a:pt x="16034" y="5117"/>
                    <a:pt x="16342" y="5006"/>
                  </a:cubicBezTo>
                  <a:cubicBezTo>
                    <a:pt x="17229" y="4710"/>
                    <a:pt x="16933" y="1789"/>
                    <a:pt x="14493" y="163"/>
                  </a:cubicBezTo>
                  <a:cubicBezTo>
                    <a:pt x="14493" y="163"/>
                    <a:pt x="14111" y="0"/>
                    <a:pt x="13404"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779;p51">
              <a:extLst>
                <a:ext uri="{FF2B5EF4-FFF2-40B4-BE49-F238E27FC236}">
                  <a16:creationId xmlns:a16="http://schemas.microsoft.com/office/drawing/2014/main" id="{F8BFC754-0586-5AB5-3045-82AE068F678C}"/>
                </a:ext>
              </a:extLst>
            </p:cNvPr>
            <p:cNvSpPr/>
            <p:nvPr/>
          </p:nvSpPr>
          <p:spPr>
            <a:xfrm>
              <a:off x="3992525" y="3486000"/>
              <a:ext cx="436275" cy="144200"/>
            </a:xfrm>
            <a:custGeom>
              <a:avLst/>
              <a:gdLst/>
              <a:ahLst/>
              <a:cxnLst/>
              <a:rect l="l" t="t" r="r" b="b"/>
              <a:pathLst>
                <a:path w="17451" h="5768" extrusionOk="0">
                  <a:moveTo>
                    <a:pt x="13753" y="629"/>
                  </a:moveTo>
                  <a:cubicBezTo>
                    <a:pt x="14086" y="629"/>
                    <a:pt x="14345" y="666"/>
                    <a:pt x="14493" y="703"/>
                  </a:cubicBezTo>
                  <a:cubicBezTo>
                    <a:pt x="14567" y="703"/>
                    <a:pt x="14641" y="740"/>
                    <a:pt x="14678" y="740"/>
                  </a:cubicBezTo>
                  <a:cubicBezTo>
                    <a:pt x="15417" y="1220"/>
                    <a:pt x="15971" y="1886"/>
                    <a:pt x="16304" y="2551"/>
                  </a:cubicBezTo>
                  <a:cubicBezTo>
                    <a:pt x="16674" y="3180"/>
                    <a:pt x="16822" y="3808"/>
                    <a:pt x="16822" y="4289"/>
                  </a:cubicBezTo>
                  <a:cubicBezTo>
                    <a:pt x="16822" y="4547"/>
                    <a:pt x="16785" y="4732"/>
                    <a:pt x="16711" y="4880"/>
                  </a:cubicBezTo>
                  <a:cubicBezTo>
                    <a:pt x="16674" y="4991"/>
                    <a:pt x="16600" y="5028"/>
                    <a:pt x="16563" y="5065"/>
                  </a:cubicBezTo>
                  <a:lnTo>
                    <a:pt x="16415" y="5065"/>
                  </a:lnTo>
                  <a:cubicBezTo>
                    <a:pt x="16156" y="5102"/>
                    <a:pt x="15565" y="5139"/>
                    <a:pt x="14788" y="5139"/>
                  </a:cubicBezTo>
                  <a:cubicBezTo>
                    <a:pt x="14049" y="5176"/>
                    <a:pt x="13088" y="5176"/>
                    <a:pt x="12016" y="5176"/>
                  </a:cubicBezTo>
                  <a:cubicBezTo>
                    <a:pt x="9613" y="5176"/>
                    <a:pt x="6692" y="5139"/>
                    <a:pt x="4363" y="5102"/>
                  </a:cubicBezTo>
                  <a:cubicBezTo>
                    <a:pt x="3180" y="5102"/>
                    <a:pt x="2181" y="5065"/>
                    <a:pt x="1479" y="5065"/>
                  </a:cubicBezTo>
                  <a:cubicBezTo>
                    <a:pt x="1119" y="5047"/>
                    <a:pt x="839" y="5038"/>
                    <a:pt x="645" y="5033"/>
                  </a:cubicBezTo>
                  <a:lnTo>
                    <a:pt x="645" y="5033"/>
                  </a:lnTo>
                  <a:lnTo>
                    <a:pt x="726" y="3377"/>
                  </a:lnTo>
                  <a:lnTo>
                    <a:pt x="726" y="3377"/>
                  </a:lnTo>
                  <a:cubicBezTo>
                    <a:pt x="1055" y="3349"/>
                    <a:pt x="1632" y="3301"/>
                    <a:pt x="2255" y="3254"/>
                  </a:cubicBezTo>
                  <a:cubicBezTo>
                    <a:pt x="3180" y="3180"/>
                    <a:pt x="4215" y="3106"/>
                    <a:pt x="4474" y="3106"/>
                  </a:cubicBezTo>
                  <a:cubicBezTo>
                    <a:pt x="4585" y="3106"/>
                    <a:pt x="4732" y="3106"/>
                    <a:pt x="4917" y="3069"/>
                  </a:cubicBezTo>
                  <a:cubicBezTo>
                    <a:pt x="6211" y="2810"/>
                    <a:pt x="9686" y="1775"/>
                    <a:pt x="11609" y="1072"/>
                  </a:cubicBezTo>
                  <a:cubicBezTo>
                    <a:pt x="12496" y="703"/>
                    <a:pt x="13236" y="629"/>
                    <a:pt x="13753" y="629"/>
                  </a:cubicBezTo>
                  <a:close/>
                  <a:moveTo>
                    <a:pt x="13753" y="0"/>
                  </a:moveTo>
                  <a:cubicBezTo>
                    <a:pt x="13162" y="0"/>
                    <a:pt x="12348" y="111"/>
                    <a:pt x="11387" y="481"/>
                  </a:cubicBezTo>
                  <a:cubicBezTo>
                    <a:pt x="10315" y="887"/>
                    <a:pt x="8725" y="1405"/>
                    <a:pt x="7320" y="1812"/>
                  </a:cubicBezTo>
                  <a:cubicBezTo>
                    <a:pt x="6618" y="1997"/>
                    <a:pt x="5952" y="2181"/>
                    <a:pt x="5472" y="2292"/>
                  </a:cubicBezTo>
                  <a:cubicBezTo>
                    <a:pt x="5213" y="2366"/>
                    <a:pt x="4991" y="2403"/>
                    <a:pt x="4806" y="2440"/>
                  </a:cubicBezTo>
                  <a:cubicBezTo>
                    <a:pt x="4622" y="2477"/>
                    <a:pt x="4511" y="2514"/>
                    <a:pt x="4474" y="2514"/>
                  </a:cubicBezTo>
                  <a:cubicBezTo>
                    <a:pt x="4141" y="2514"/>
                    <a:pt x="3143" y="2588"/>
                    <a:pt x="2181" y="2662"/>
                  </a:cubicBezTo>
                  <a:cubicBezTo>
                    <a:pt x="1257" y="2736"/>
                    <a:pt x="407" y="2810"/>
                    <a:pt x="407" y="2810"/>
                  </a:cubicBezTo>
                  <a:cubicBezTo>
                    <a:pt x="222" y="2810"/>
                    <a:pt x="111" y="2958"/>
                    <a:pt x="111" y="3106"/>
                  </a:cubicBezTo>
                  <a:lnTo>
                    <a:pt x="0" y="5324"/>
                  </a:lnTo>
                  <a:cubicBezTo>
                    <a:pt x="0" y="5398"/>
                    <a:pt x="37" y="5509"/>
                    <a:pt x="74" y="5546"/>
                  </a:cubicBezTo>
                  <a:cubicBezTo>
                    <a:pt x="148" y="5620"/>
                    <a:pt x="222" y="5657"/>
                    <a:pt x="296" y="5657"/>
                  </a:cubicBezTo>
                  <a:cubicBezTo>
                    <a:pt x="296" y="5657"/>
                    <a:pt x="7172" y="5768"/>
                    <a:pt x="12016" y="5768"/>
                  </a:cubicBezTo>
                  <a:lnTo>
                    <a:pt x="15121" y="5768"/>
                  </a:lnTo>
                  <a:cubicBezTo>
                    <a:pt x="15565" y="5731"/>
                    <a:pt x="15898" y="5731"/>
                    <a:pt x="16156" y="5731"/>
                  </a:cubicBezTo>
                  <a:cubicBezTo>
                    <a:pt x="16304" y="5694"/>
                    <a:pt x="16415" y="5694"/>
                    <a:pt x="16526" y="5694"/>
                  </a:cubicBezTo>
                  <a:cubicBezTo>
                    <a:pt x="16600" y="5657"/>
                    <a:pt x="16674" y="5657"/>
                    <a:pt x="16748" y="5620"/>
                  </a:cubicBezTo>
                  <a:cubicBezTo>
                    <a:pt x="17007" y="5546"/>
                    <a:pt x="17192" y="5361"/>
                    <a:pt x="17302" y="5102"/>
                  </a:cubicBezTo>
                  <a:cubicBezTo>
                    <a:pt x="17376" y="4880"/>
                    <a:pt x="17450" y="4621"/>
                    <a:pt x="17450" y="4289"/>
                  </a:cubicBezTo>
                  <a:cubicBezTo>
                    <a:pt x="17450" y="3697"/>
                    <a:pt x="17265" y="2958"/>
                    <a:pt x="16859" y="2255"/>
                  </a:cubicBezTo>
                  <a:cubicBezTo>
                    <a:pt x="16452" y="1516"/>
                    <a:pt x="15861" y="776"/>
                    <a:pt x="15010" y="222"/>
                  </a:cubicBezTo>
                  <a:lnTo>
                    <a:pt x="14936" y="185"/>
                  </a:lnTo>
                  <a:cubicBezTo>
                    <a:pt x="14936" y="185"/>
                    <a:pt x="14493" y="0"/>
                    <a:pt x="137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2780;p51">
              <a:extLst>
                <a:ext uri="{FF2B5EF4-FFF2-40B4-BE49-F238E27FC236}">
                  <a16:creationId xmlns:a16="http://schemas.microsoft.com/office/drawing/2014/main" id="{1A51D706-9ADC-F5E8-ED2B-0305E3F442E4}"/>
                </a:ext>
              </a:extLst>
            </p:cNvPr>
            <p:cNvSpPr/>
            <p:nvPr/>
          </p:nvSpPr>
          <p:spPr>
            <a:xfrm>
              <a:off x="3898250" y="3515250"/>
              <a:ext cx="183025" cy="99250"/>
            </a:xfrm>
            <a:custGeom>
              <a:avLst/>
              <a:gdLst/>
              <a:ahLst/>
              <a:cxnLst/>
              <a:rect l="l" t="t" r="r" b="b"/>
              <a:pathLst>
                <a:path w="7321" h="3970" extrusionOk="0">
                  <a:moveTo>
                    <a:pt x="3143" y="1"/>
                  </a:moveTo>
                  <a:cubicBezTo>
                    <a:pt x="2183" y="1"/>
                    <a:pt x="143" y="3249"/>
                    <a:pt x="74" y="3525"/>
                  </a:cubicBezTo>
                  <a:cubicBezTo>
                    <a:pt x="0" y="3821"/>
                    <a:pt x="703" y="3969"/>
                    <a:pt x="703" y="3969"/>
                  </a:cubicBezTo>
                  <a:cubicBezTo>
                    <a:pt x="703" y="3969"/>
                    <a:pt x="2477" y="3599"/>
                    <a:pt x="2884" y="3525"/>
                  </a:cubicBezTo>
                  <a:cubicBezTo>
                    <a:pt x="2918" y="3519"/>
                    <a:pt x="2951" y="3516"/>
                    <a:pt x="2985" y="3516"/>
                  </a:cubicBezTo>
                  <a:cubicBezTo>
                    <a:pt x="3326" y="3516"/>
                    <a:pt x="3711" y="3821"/>
                    <a:pt x="4585" y="3821"/>
                  </a:cubicBezTo>
                  <a:lnTo>
                    <a:pt x="7320" y="3821"/>
                  </a:lnTo>
                  <a:lnTo>
                    <a:pt x="6840" y="2934"/>
                  </a:lnTo>
                  <a:cubicBezTo>
                    <a:pt x="6840" y="2934"/>
                    <a:pt x="4141" y="605"/>
                    <a:pt x="3328" y="50"/>
                  </a:cubicBezTo>
                  <a:cubicBezTo>
                    <a:pt x="3272" y="16"/>
                    <a:pt x="3210" y="1"/>
                    <a:pt x="31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781;p51">
              <a:extLst>
                <a:ext uri="{FF2B5EF4-FFF2-40B4-BE49-F238E27FC236}">
                  <a16:creationId xmlns:a16="http://schemas.microsoft.com/office/drawing/2014/main" id="{6F745FA6-1FD6-69AE-DD40-51ECD6AAF4DF}"/>
                </a:ext>
              </a:extLst>
            </p:cNvPr>
            <p:cNvSpPr/>
            <p:nvPr/>
          </p:nvSpPr>
          <p:spPr>
            <a:xfrm>
              <a:off x="3892700" y="3508175"/>
              <a:ext cx="195975" cy="113700"/>
            </a:xfrm>
            <a:custGeom>
              <a:avLst/>
              <a:gdLst/>
              <a:ahLst/>
              <a:cxnLst/>
              <a:rect l="l" t="t" r="r" b="b"/>
              <a:pathLst>
                <a:path w="7839" h="4548" extrusionOk="0">
                  <a:moveTo>
                    <a:pt x="3365" y="0"/>
                  </a:moveTo>
                  <a:cubicBezTo>
                    <a:pt x="3143" y="0"/>
                    <a:pt x="2958" y="74"/>
                    <a:pt x="2810" y="185"/>
                  </a:cubicBezTo>
                  <a:cubicBezTo>
                    <a:pt x="2477" y="370"/>
                    <a:pt x="2182" y="629"/>
                    <a:pt x="1886" y="999"/>
                  </a:cubicBezTo>
                  <a:cubicBezTo>
                    <a:pt x="1442" y="1479"/>
                    <a:pt x="999" y="2108"/>
                    <a:pt x="629" y="2625"/>
                  </a:cubicBezTo>
                  <a:cubicBezTo>
                    <a:pt x="481" y="2884"/>
                    <a:pt x="333" y="3106"/>
                    <a:pt x="222" y="3291"/>
                  </a:cubicBezTo>
                  <a:cubicBezTo>
                    <a:pt x="185" y="3402"/>
                    <a:pt x="111" y="3476"/>
                    <a:pt x="74" y="3550"/>
                  </a:cubicBezTo>
                  <a:cubicBezTo>
                    <a:pt x="37" y="3624"/>
                    <a:pt x="37" y="3660"/>
                    <a:pt x="0" y="3734"/>
                  </a:cubicBezTo>
                  <a:lnTo>
                    <a:pt x="0" y="3845"/>
                  </a:lnTo>
                  <a:cubicBezTo>
                    <a:pt x="0" y="4030"/>
                    <a:pt x="111" y="4178"/>
                    <a:pt x="185" y="4252"/>
                  </a:cubicBezTo>
                  <a:cubicBezTo>
                    <a:pt x="333" y="4400"/>
                    <a:pt x="481" y="4437"/>
                    <a:pt x="629" y="4474"/>
                  </a:cubicBezTo>
                  <a:cubicBezTo>
                    <a:pt x="740" y="4548"/>
                    <a:pt x="851" y="4548"/>
                    <a:pt x="851" y="4548"/>
                  </a:cubicBezTo>
                  <a:lnTo>
                    <a:pt x="962" y="4548"/>
                  </a:lnTo>
                  <a:cubicBezTo>
                    <a:pt x="962" y="4548"/>
                    <a:pt x="2773" y="4178"/>
                    <a:pt x="3143" y="4104"/>
                  </a:cubicBezTo>
                  <a:lnTo>
                    <a:pt x="3180" y="4104"/>
                  </a:lnTo>
                  <a:cubicBezTo>
                    <a:pt x="3254" y="4104"/>
                    <a:pt x="3439" y="4141"/>
                    <a:pt x="3697" y="4252"/>
                  </a:cubicBezTo>
                  <a:cubicBezTo>
                    <a:pt x="3993" y="4326"/>
                    <a:pt x="4326" y="4400"/>
                    <a:pt x="4807" y="4400"/>
                  </a:cubicBezTo>
                  <a:lnTo>
                    <a:pt x="7542" y="4400"/>
                  </a:lnTo>
                  <a:cubicBezTo>
                    <a:pt x="7690" y="4400"/>
                    <a:pt x="7838" y="4289"/>
                    <a:pt x="7838" y="4104"/>
                  </a:cubicBezTo>
                  <a:cubicBezTo>
                    <a:pt x="7838" y="3919"/>
                    <a:pt x="7690" y="3808"/>
                    <a:pt x="7542" y="3808"/>
                  </a:cubicBezTo>
                  <a:lnTo>
                    <a:pt x="4807" y="3808"/>
                  </a:lnTo>
                  <a:cubicBezTo>
                    <a:pt x="4400" y="3808"/>
                    <a:pt x="4141" y="3734"/>
                    <a:pt x="3882" y="3660"/>
                  </a:cubicBezTo>
                  <a:cubicBezTo>
                    <a:pt x="3660" y="3587"/>
                    <a:pt x="3476" y="3476"/>
                    <a:pt x="3180" y="3476"/>
                  </a:cubicBezTo>
                  <a:lnTo>
                    <a:pt x="3032" y="3513"/>
                  </a:lnTo>
                  <a:cubicBezTo>
                    <a:pt x="2699" y="3579"/>
                    <a:pt x="1198" y="3885"/>
                    <a:pt x="902" y="3946"/>
                  </a:cubicBezTo>
                  <a:lnTo>
                    <a:pt x="902" y="3946"/>
                  </a:lnTo>
                  <a:cubicBezTo>
                    <a:pt x="841" y="3930"/>
                    <a:pt x="754" y="3897"/>
                    <a:pt x="703" y="3845"/>
                  </a:cubicBezTo>
                  <a:lnTo>
                    <a:pt x="626" y="3820"/>
                  </a:lnTo>
                  <a:lnTo>
                    <a:pt x="626" y="3820"/>
                  </a:lnTo>
                  <a:cubicBezTo>
                    <a:pt x="645" y="3788"/>
                    <a:pt x="670" y="3747"/>
                    <a:pt x="703" y="3697"/>
                  </a:cubicBezTo>
                  <a:cubicBezTo>
                    <a:pt x="925" y="3291"/>
                    <a:pt x="1442" y="2477"/>
                    <a:pt x="1997" y="1775"/>
                  </a:cubicBezTo>
                  <a:cubicBezTo>
                    <a:pt x="2293" y="1442"/>
                    <a:pt x="2588" y="1146"/>
                    <a:pt x="2810" y="925"/>
                  </a:cubicBezTo>
                  <a:cubicBezTo>
                    <a:pt x="2958" y="814"/>
                    <a:pt x="3069" y="703"/>
                    <a:pt x="3180" y="666"/>
                  </a:cubicBezTo>
                  <a:cubicBezTo>
                    <a:pt x="3254" y="629"/>
                    <a:pt x="3328" y="592"/>
                    <a:pt x="3365" y="592"/>
                  </a:cubicBezTo>
                  <a:cubicBezTo>
                    <a:pt x="3771" y="851"/>
                    <a:pt x="4659" y="1553"/>
                    <a:pt x="5435" y="2219"/>
                  </a:cubicBezTo>
                  <a:cubicBezTo>
                    <a:pt x="5805" y="2514"/>
                    <a:pt x="6174" y="2847"/>
                    <a:pt x="6433" y="3069"/>
                  </a:cubicBezTo>
                  <a:cubicBezTo>
                    <a:pt x="6692" y="3291"/>
                    <a:pt x="6877" y="3439"/>
                    <a:pt x="6877" y="3439"/>
                  </a:cubicBezTo>
                  <a:cubicBezTo>
                    <a:pt x="6928" y="3490"/>
                    <a:pt x="7004" y="3518"/>
                    <a:pt x="7081" y="3518"/>
                  </a:cubicBezTo>
                  <a:cubicBezTo>
                    <a:pt x="7170" y="3518"/>
                    <a:pt x="7261" y="3481"/>
                    <a:pt x="7321" y="3402"/>
                  </a:cubicBezTo>
                  <a:cubicBezTo>
                    <a:pt x="7431" y="3291"/>
                    <a:pt x="7394" y="3069"/>
                    <a:pt x="7284" y="2958"/>
                  </a:cubicBezTo>
                  <a:cubicBezTo>
                    <a:pt x="7284" y="2958"/>
                    <a:pt x="6581" y="2403"/>
                    <a:pt x="5805" y="1738"/>
                  </a:cubicBezTo>
                  <a:cubicBezTo>
                    <a:pt x="5028" y="1073"/>
                    <a:pt x="4141" y="370"/>
                    <a:pt x="3697" y="74"/>
                  </a:cubicBezTo>
                  <a:cubicBezTo>
                    <a:pt x="3587" y="0"/>
                    <a:pt x="3476" y="0"/>
                    <a:pt x="33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782;p51">
              <a:extLst>
                <a:ext uri="{FF2B5EF4-FFF2-40B4-BE49-F238E27FC236}">
                  <a16:creationId xmlns:a16="http://schemas.microsoft.com/office/drawing/2014/main" id="{B9155CD3-DD5A-01B2-0800-6F061BCCC63B}"/>
                </a:ext>
              </a:extLst>
            </p:cNvPr>
            <p:cNvSpPr/>
            <p:nvPr/>
          </p:nvSpPr>
          <p:spPr>
            <a:xfrm>
              <a:off x="3581225" y="3885275"/>
              <a:ext cx="489875" cy="212600"/>
            </a:xfrm>
            <a:custGeom>
              <a:avLst/>
              <a:gdLst/>
              <a:ahLst/>
              <a:cxnLst/>
              <a:rect l="l" t="t" r="r" b="b"/>
              <a:pathLst>
                <a:path w="19595" h="8504" extrusionOk="0">
                  <a:moveTo>
                    <a:pt x="0" y="0"/>
                  </a:moveTo>
                  <a:lnTo>
                    <a:pt x="0" y="8504"/>
                  </a:lnTo>
                  <a:lnTo>
                    <a:pt x="19595" y="8504"/>
                  </a:lnTo>
                  <a:lnTo>
                    <a:pt x="1959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783;p51">
              <a:extLst>
                <a:ext uri="{FF2B5EF4-FFF2-40B4-BE49-F238E27FC236}">
                  <a16:creationId xmlns:a16="http://schemas.microsoft.com/office/drawing/2014/main" id="{EADAD8DE-E2E1-51C0-9728-0DFFBDF99E4A}"/>
                </a:ext>
              </a:extLst>
            </p:cNvPr>
            <p:cNvSpPr/>
            <p:nvPr/>
          </p:nvSpPr>
          <p:spPr>
            <a:xfrm>
              <a:off x="3573825" y="3876950"/>
              <a:ext cx="504675" cy="228325"/>
            </a:xfrm>
            <a:custGeom>
              <a:avLst/>
              <a:gdLst/>
              <a:ahLst/>
              <a:cxnLst/>
              <a:rect l="l" t="t" r="r" b="b"/>
              <a:pathLst>
                <a:path w="20187" h="9133" extrusionOk="0">
                  <a:moveTo>
                    <a:pt x="19558" y="629"/>
                  </a:moveTo>
                  <a:lnTo>
                    <a:pt x="19558" y="8504"/>
                  </a:lnTo>
                  <a:lnTo>
                    <a:pt x="592" y="8504"/>
                  </a:lnTo>
                  <a:lnTo>
                    <a:pt x="592" y="629"/>
                  </a:lnTo>
                  <a:close/>
                  <a:moveTo>
                    <a:pt x="296" y="1"/>
                  </a:moveTo>
                  <a:cubicBezTo>
                    <a:pt x="222" y="1"/>
                    <a:pt x="148" y="38"/>
                    <a:pt x="74" y="112"/>
                  </a:cubicBezTo>
                  <a:cubicBezTo>
                    <a:pt x="37" y="149"/>
                    <a:pt x="1" y="223"/>
                    <a:pt x="1" y="333"/>
                  </a:cubicBezTo>
                  <a:lnTo>
                    <a:pt x="1" y="8837"/>
                  </a:lnTo>
                  <a:cubicBezTo>
                    <a:pt x="1" y="8911"/>
                    <a:pt x="37" y="8985"/>
                    <a:pt x="74" y="9022"/>
                  </a:cubicBezTo>
                  <a:cubicBezTo>
                    <a:pt x="148" y="9095"/>
                    <a:pt x="222" y="9132"/>
                    <a:pt x="296" y="9132"/>
                  </a:cubicBezTo>
                  <a:lnTo>
                    <a:pt x="19891" y="9132"/>
                  </a:lnTo>
                  <a:cubicBezTo>
                    <a:pt x="19965" y="9132"/>
                    <a:pt x="20039" y="9095"/>
                    <a:pt x="20113" y="9022"/>
                  </a:cubicBezTo>
                  <a:cubicBezTo>
                    <a:pt x="20149" y="8985"/>
                    <a:pt x="20186" y="8911"/>
                    <a:pt x="20186" y="8837"/>
                  </a:cubicBezTo>
                  <a:lnTo>
                    <a:pt x="20186" y="333"/>
                  </a:lnTo>
                  <a:cubicBezTo>
                    <a:pt x="20186" y="223"/>
                    <a:pt x="20149" y="149"/>
                    <a:pt x="20113" y="112"/>
                  </a:cubicBezTo>
                  <a:cubicBezTo>
                    <a:pt x="20039" y="38"/>
                    <a:pt x="19965" y="1"/>
                    <a:pt x="198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784;p51">
              <a:extLst>
                <a:ext uri="{FF2B5EF4-FFF2-40B4-BE49-F238E27FC236}">
                  <a16:creationId xmlns:a16="http://schemas.microsoft.com/office/drawing/2014/main" id="{6200C4AA-BD36-0728-1594-A664B450068F}"/>
                </a:ext>
              </a:extLst>
            </p:cNvPr>
            <p:cNvSpPr/>
            <p:nvPr/>
          </p:nvSpPr>
          <p:spPr>
            <a:xfrm>
              <a:off x="3618200" y="3864350"/>
              <a:ext cx="183950" cy="157000"/>
            </a:xfrm>
            <a:custGeom>
              <a:avLst/>
              <a:gdLst/>
              <a:ahLst/>
              <a:cxnLst/>
              <a:rect l="l" t="t" r="r" b="b"/>
              <a:pathLst>
                <a:path w="7358" h="6280" extrusionOk="0">
                  <a:moveTo>
                    <a:pt x="306" y="1"/>
                  </a:moveTo>
                  <a:cubicBezTo>
                    <a:pt x="185" y="1"/>
                    <a:pt x="66" y="93"/>
                    <a:pt x="37" y="209"/>
                  </a:cubicBezTo>
                  <a:cubicBezTo>
                    <a:pt x="0" y="394"/>
                    <a:pt x="74" y="542"/>
                    <a:pt x="259" y="616"/>
                  </a:cubicBezTo>
                  <a:lnTo>
                    <a:pt x="296" y="616"/>
                  </a:lnTo>
                  <a:cubicBezTo>
                    <a:pt x="592" y="690"/>
                    <a:pt x="1997" y="1133"/>
                    <a:pt x="3401" y="2021"/>
                  </a:cubicBezTo>
                  <a:cubicBezTo>
                    <a:pt x="4843" y="2908"/>
                    <a:pt x="6285" y="4239"/>
                    <a:pt x="6729" y="6050"/>
                  </a:cubicBezTo>
                  <a:cubicBezTo>
                    <a:pt x="6761" y="6179"/>
                    <a:pt x="6905" y="6279"/>
                    <a:pt x="7039" y="6279"/>
                  </a:cubicBezTo>
                  <a:cubicBezTo>
                    <a:pt x="7059" y="6279"/>
                    <a:pt x="7079" y="6277"/>
                    <a:pt x="7098" y="6272"/>
                  </a:cubicBezTo>
                  <a:cubicBezTo>
                    <a:pt x="7283" y="6235"/>
                    <a:pt x="7357" y="6050"/>
                    <a:pt x="7320" y="5902"/>
                  </a:cubicBezTo>
                  <a:cubicBezTo>
                    <a:pt x="6766" y="3721"/>
                    <a:pt x="5028" y="2242"/>
                    <a:pt x="3438" y="1318"/>
                  </a:cubicBezTo>
                  <a:cubicBezTo>
                    <a:pt x="1849" y="394"/>
                    <a:pt x="407" y="24"/>
                    <a:pt x="407" y="24"/>
                  </a:cubicBezTo>
                  <a:cubicBezTo>
                    <a:pt x="374" y="8"/>
                    <a:pt x="340" y="1"/>
                    <a:pt x="3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785;p51">
              <a:extLst>
                <a:ext uri="{FF2B5EF4-FFF2-40B4-BE49-F238E27FC236}">
                  <a16:creationId xmlns:a16="http://schemas.microsoft.com/office/drawing/2014/main" id="{E7DF8D9A-40C3-8748-D9BB-39B29F2B8C43}"/>
                </a:ext>
              </a:extLst>
            </p:cNvPr>
            <p:cNvSpPr/>
            <p:nvPr/>
          </p:nvSpPr>
          <p:spPr>
            <a:xfrm>
              <a:off x="3875125" y="3876950"/>
              <a:ext cx="171025" cy="137975"/>
            </a:xfrm>
            <a:custGeom>
              <a:avLst/>
              <a:gdLst/>
              <a:ahLst/>
              <a:cxnLst/>
              <a:rect l="l" t="t" r="r" b="b"/>
              <a:pathLst>
                <a:path w="6841" h="5519" extrusionOk="0">
                  <a:moveTo>
                    <a:pt x="6434" y="1"/>
                  </a:moveTo>
                  <a:cubicBezTo>
                    <a:pt x="6064" y="1"/>
                    <a:pt x="4844" y="75"/>
                    <a:pt x="3513" y="740"/>
                  </a:cubicBezTo>
                  <a:cubicBezTo>
                    <a:pt x="2182" y="1406"/>
                    <a:pt x="777" y="2700"/>
                    <a:pt x="75" y="5140"/>
                  </a:cubicBezTo>
                  <a:cubicBezTo>
                    <a:pt x="1" y="5288"/>
                    <a:pt x="112" y="5472"/>
                    <a:pt x="260" y="5509"/>
                  </a:cubicBezTo>
                  <a:cubicBezTo>
                    <a:pt x="291" y="5516"/>
                    <a:pt x="320" y="5519"/>
                    <a:pt x="349" y="5519"/>
                  </a:cubicBezTo>
                  <a:cubicBezTo>
                    <a:pt x="492" y="5519"/>
                    <a:pt x="605" y="5442"/>
                    <a:pt x="666" y="5288"/>
                  </a:cubicBezTo>
                  <a:cubicBezTo>
                    <a:pt x="1332" y="3032"/>
                    <a:pt x="2589" y="1886"/>
                    <a:pt x="3809" y="1295"/>
                  </a:cubicBezTo>
                  <a:cubicBezTo>
                    <a:pt x="4992" y="666"/>
                    <a:pt x="6101" y="629"/>
                    <a:pt x="6434" y="629"/>
                  </a:cubicBezTo>
                  <a:lnTo>
                    <a:pt x="6508" y="629"/>
                  </a:lnTo>
                  <a:cubicBezTo>
                    <a:pt x="6693" y="629"/>
                    <a:pt x="6840" y="518"/>
                    <a:pt x="6840" y="333"/>
                  </a:cubicBezTo>
                  <a:cubicBezTo>
                    <a:pt x="6840" y="149"/>
                    <a:pt x="6730" y="1"/>
                    <a:pt x="65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786;p51">
              <a:extLst>
                <a:ext uri="{FF2B5EF4-FFF2-40B4-BE49-F238E27FC236}">
                  <a16:creationId xmlns:a16="http://schemas.microsoft.com/office/drawing/2014/main" id="{713557BD-6E56-DB9A-550A-C611A67830C1}"/>
                </a:ext>
              </a:extLst>
            </p:cNvPr>
            <p:cNvSpPr/>
            <p:nvPr/>
          </p:nvSpPr>
          <p:spPr>
            <a:xfrm>
              <a:off x="3388050" y="3841775"/>
              <a:ext cx="297625" cy="1110125"/>
            </a:xfrm>
            <a:custGeom>
              <a:avLst/>
              <a:gdLst/>
              <a:ahLst/>
              <a:cxnLst/>
              <a:rect l="l" t="t" r="r" b="b"/>
              <a:pathLst>
                <a:path w="11905" h="44405" extrusionOk="0">
                  <a:moveTo>
                    <a:pt x="5814" y="0"/>
                  </a:moveTo>
                  <a:cubicBezTo>
                    <a:pt x="5175" y="0"/>
                    <a:pt x="4518" y="122"/>
                    <a:pt x="3845" y="446"/>
                  </a:cubicBezTo>
                  <a:cubicBezTo>
                    <a:pt x="0" y="2221"/>
                    <a:pt x="3771" y="44405"/>
                    <a:pt x="3771" y="44405"/>
                  </a:cubicBezTo>
                  <a:lnTo>
                    <a:pt x="6877" y="44405"/>
                  </a:lnTo>
                  <a:cubicBezTo>
                    <a:pt x="6877" y="44405"/>
                    <a:pt x="10907" y="19486"/>
                    <a:pt x="11720" y="6621"/>
                  </a:cubicBezTo>
                  <a:cubicBezTo>
                    <a:pt x="11905" y="3478"/>
                    <a:pt x="9835" y="594"/>
                    <a:pt x="6729" y="77"/>
                  </a:cubicBezTo>
                  <a:cubicBezTo>
                    <a:pt x="6428" y="29"/>
                    <a:pt x="6123" y="0"/>
                    <a:pt x="5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787;p51">
              <a:extLst>
                <a:ext uri="{FF2B5EF4-FFF2-40B4-BE49-F238E27FC236}">
                  <a16:creationId xmlns:a16="http://schemas.microsoft.com/office/drawing/2014/main" id="{7A9C6B61-D82D-9569-B9A3-9232A817D2C0}"/>
                </a:ext>
              </a:extLst>
            </p:cNvPr>
            <p:cNvSpPr/>
            <p:nvPr/>
          </p:nvSpPr>
          <p:spPr>
            <a:xfrm>
              <a:off x="3433325" y="3834450"/>
              <a:ext cx="256050" cy="1124850"/>
            </a:xfrm>
            <a:custGeom>
              <a:avLst/>
              <a:gdLst/>
              <a:ahLst/>
              <a:cxnLst/>
              <a:rect l="l" t="t" r="r" b="b"/>
              <a:pathLst>
                <a:path w="10242" h="44994" extrusionOk="0">
                  <a:moveTo>
                    <a:pt x="4031" y="592"/>
                  </a:moveTo>
                  <a:cubicBezTo>
                    <a:pt x="4327" y="592"/>
                    <a:pt x="4585" y="629"/>
                    <a:pt x="4881" y="666"/>
                  </a:cubicBezTo>
                  <a:cubicBezTo>
                    <a:pt x="7654" y="1146"/>
                    <a:pt x="9613" y="3697"/>
                    <a:pt x="9613" y="6507"/>
                  </a:cubicBezTo>
                  <a:cubicBezTo>
                    <a:pt x="9613" y="6618"/>
                    <a:pt x="9613" y="6766"/>
                    <a:pt x="9613" y="6877"/>
                  </a:cubicBezTo>
                  <a:cubicBezTo>
                    <a:pt x="9207" y="13310"/>
                    <a:pt x="7987" y="22737"/>
                    <a:pt x="6878" y="30575"/>
                  </a:cubicBezTo>
                  <a:cubicBezTo>
                    <a:pt x="6323" y="34494"/>
                    <a:pt x="5768" y="38006"/>
                    <a:pt x="5399" y="40557"/>
                  </a:cubicBezTo>
                  <a:cubicBezTo>
                    <a:pt x="5214" y="41814"/>
                    <a:pt x="5029" y="42849"/>
                    <a:pt x="4918" y="43552"/>
                  </a:cubicBezTo>
                  <a:cubicBezTo>
                    <a:pt x="4859" y="43923"/>
                    <a:pt x="4811" y="44212"/>
                    <a:pt x="4779" y="44402"/>
                  </a:cubicBezTo>
                  <a:lnTo>
                    <a:pt x="2244" y="44402"/>
                  </a:lnTo>
                  <a:cubicBezTo>
                    <a:pt x="2234" y="44266"/>
                    <a:pt x="2215" y="44079"/>
                    <a:pt x="2182" y="43847"/>
                  </a:cubicBezTo>
                  <a:cubicBezTo>
                    <a:pt x="1886" y="40150"/>
                    <a:pt x="629" y="24623"/>
                    <a:pt x="629" y="13236"/>
                  </a:cubicBezTo>
                  <a:cubicBezTo>
                    <a:pt x="629" y="9908"/>
                    <a:pt x="740" y="6951"/>
                    <a:pt x="999" y="4769"/>
                  </a:cubicBezTo>
                  <a:cubicBezTo>
                    <a:pt x="1147" y="3660"/>
                    <a:pt x="1295" y="2736"/>
                    <a:pt x="1517" y="2107"/>
                  </a:cubicBezTo>
                  <a:cubicBezTo>
                    <a:pt x="1628" y="1775"/>
                    <a:pt x="1739" y="1516"/>
                    <a:pt x="1850" y="1331"/>
                  </a:cubicBezTo>
                  <a:cubicBezTo>
                    <a:pt x="1960" y="1146"/>
                    <a:pt x="2108" y="1035"/>
                    <a:pt x="2182" y="998"/>
                  </a:cubicBezTo>
                  <a:cubicBezTo>
                    <a:pt x="2811" y="702"/>
                    <a:pt x="3402" y="592"/>
                    <a:pt x="4031" y="592"/>
                  </a:cubicBezTo>
                  <a:close/>
                  <a:moveTo>
                    <a:pt x="4031" y="0"/>
                  </a:moveTo>
                  <a:cubicBezTo>
                    <a:pt x="3328" y="0"/>
                    <a:pt x="2626" y="111"/>
                    <a:pt x="1923" y="444"/>
                  </a:cubicBezTo>
                  <a:cubicBezTo>
                    <a:pt x="1702" y="555"/>
                    <a:pt x="1517" y="739"/>
                    <a:pt x="1332" y="998"/>
                  </a:cubicBezTo>
                  <a:cubicBezTo>
                    <a:pt x="1073" y="1442"/>
                    <a:pt x="851" y="2033"/>
                    <a:pt x="703" y="2810"/>
                  </a:cubicBezTo>
                  <a:cubicBezTo>
                    <a:pt x="186" y="5102"/>
                    <a:pt x="1" y="8873"/>
                    <a:pt x="1" y="13236"/>
                  </a:cubicBezTo>
                  <a:cubicBezTo>
                    <a:pt x="1" y="26286"/>
                    <a:pt x="1665" y="44735"/>
                    <a:pt x="1665" y="44735"/>
                  </a:cubicBezTo>
                  <a:cubicBezTo>
                    <a:pt x="1665" y="44882"/>
                    <a:pt x="1813" y="44993"/>
                    <a:pt x="1960" y="44993"/>
                  </a:cubicBezTo>
                  <a:lnTo>
                    <a:pt x="5066" y="44993"/>
                  </a:lnTo>
                  <a:cubicBezTo>
                    <a:pt x="5214" y="44993"/>
                    <a:pt x="5325" y="44882"/>
                    <a:pt x="5362" y="44735"/>
                  </a:cubicBezTo>
                  <a:cubicBezTo>
                    <a:pt x="5362" y="44735"/>
                    <a:pt x="9392" y="19816"/>
                    <a:pt x="10205" y="6914"/>
                  </a:cubicBezTo>
                  <a:cubicBezTo>
                    <a:pt x="10242" y="6766"/>
                    <a:pt x="10242" y="6655"/>
                    <a:pt x="10242" y="6507"/>
                  </a:cubicBezTo>
                  <a:cubicBezTo>
                    <a:pt x="10242" y="3401"/>
                    <a:pt x="8098" y="592"/>
                    <a:pt x="4992" y="74"/>
                  </a:cubicBezTo>
                  <a:cubicBezTo>
                    <a:pt x="4659" y="0"/>
                    <a:pt x="4364" y="0"/>
                    <a:pt x="40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788;p51">
              <a:extLst>
                <a:ext uri="{FF2B5EF4-FFF2-40B4-BE49-F238E27FC236}">
                  <a16:creationId xmlns:a16="http://schemas.microsoft.com/office/drawing/2014/main" id="{B59753A0-2F8A-5A31-2F8D-DD2947A68F04}"/>
                </a:ext>
              </a:extLst>
            </p:cNvPr>
            <p:cNvSpPr/>
            <p:nvPr/>
          </p:nvSpPr>
          <p:spPr>
            <a:xfrm>
              <a:off x="3374175" y="4889025"/>
              <a:ext cx="198750" cy="146975"/>
            </a:xfrm>
            <a:custGeom>
              <a:avLst/>
              <a:gdLst/>
              <a:ahLst/>
              <a:cxnLst/>
              <a:rect l="l" t="t" r="r" b="b"/>
              <a:pathLst>
                <a:path w="7950" h="5879" extrusionOk="0">
                  <a:moveTo>
                    <a:pt x="3994" y="1"/>
                  </a:moveTo>
                  <a:lnTo>
                    <a:pt x="3069" y="3920"/>
                  </a:lnTo>
                  <a:lnTo>
                    <a:pt x="1" y="5879"/>
                  </a:lnTo>
                  <a:lnTo>
                    <a:pt x="7839" y="5879"/>
                  </a:lnTo>
                  <a:lnTo>
                    <a:pt x="795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789;p51">
              <a:extLst>
                <a:ext uri="{FF2B5EF4-FFF2-40B4-BE49-F238E27FC236}">
                  <a16:creationId xmlns:a16="http://schemas.microsoft.com/office/drawing/2014/main" id="{DED436A8-3955-B5CE-C2DF-0CE58D463E82}"/>
                </a:ext>
              </a:extLst>
            </p:cNvPr>
            <p:cNvSpPr/>
            <p:nvPr/>
          </p:nvSpPr>
          <p:spPr>
            <a:xfrm>
              <a:off x="3365875" y="4881625"/>
              <a:ext cx="215375" cy="161775"/>
            </a:xfrm>
            <a:custGeom>
              <a:avLst/>
              <a:gdLst/>
              <a:ahLst/>
              <a:cxnLst/>
              <a:rect l="l" t="t" r="r" b="b"/>
              <a:pathLst>
                <a:path w="8615" h="6471" extrusionOk="0">
                  <a:moveTo>
                    <a:pt x="7986" y="592"/>
                  </a:moveTo>
                  <a:lnTo>
                    <a:pt x="7875" y="5842"/>
                  </a:lnTo>
                  <a:lnTo>
                    <a:pt x="1405" y="5842"/>
                  </a:lnTo>
                  <a:lnTo>
                    <a:pt x="3586" y="4474"/>
                  </a:lnTo>
                  <a:cubicBezTo>
                    <a:pt x="3623" y="4437"/>
                    <a:pt x="3697" y="4363"/>
                    <a:pt x="3697" y="4289"/>
                  </a:cubicBezTo>
                  <a:lnTo>
                    <a:pt x="4569" y="592"/>
                  </a:lnTo>
                  <a:close/>
                  <a:moveTo>
                    <a:pt x="4326" y="1"/>
                  </a:moveTo>
                  <a:cubicBezTo>
                    <a:pt x="4178" y="1"/>
                    <a:pt x="4067" y="75"/>
                    <a:pt x="4030" y="223"/>
                  </a:cubicBezTo>
                  <a:lnTo>
                    <a:pt x="3143" y="4031"/>
                  </a:lnTo>
                  <a:lnTo>
                    <a:pt x="148" y="5916"/>
                  </a:lnTo>
                  <a:cubicBezTo>
                    <a:pt x="37" y="5990"/>
                    <a:pt x="0" y="6138"/>
                    <a:pt x="37" y="6249"/>
                  </a:cubicBezTo>
                  <a:cubicBezTo>
                    <a:pt x="74" y="6397"/>
                    <a:pt x="185" y="6471"/>
                    <a:pt x="333" y="6471"/>
                  </a:cubicBezTo>
                  <a:lnTo>
                    <a:pt x="8171" y="6471"/>
                  </a:lnTo>
                  <a:cubicBezTo>
                    <a:pt x="8319" y="6471"/>
                    <a:pt x="8466" y="6323"/>
                    <a:pt x="8466" y="6175"/>
                  </a:cubicBezTo>
                  <a:lnTo>
                    <a:pt x="8614" y="297"/>
                  </a:lnTo>
                  <a:cubicBezTo>
                    <a:pt x="8614" y="223"/>
                    <a:pt x="8577" y="149"/>
                    <a:pt x="8503" y="75"/>
                  </a:cubicBezTo>
                  <a:cubicBezTo>
                    <a:pt x="8466" y="38"/>
                    <a:pt x="8355" y="1"/>
                    <a:pt x="82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790;p51">
              <a:extLst>
                <a:ext uri="{FF2B5EF4-FFF2-40B4-BE49-F238E27FC236}">
                  <a16:creationId xmlns:a16="http://schemas.microsoft.com/office/drawing/2014/main" id="{96AD7394-841D-4496-BAC4-14C1726B7A85}"/>
                </a:ext>
              </a:extLst>
            </p:cNvPr>
            <p:cNvSpPr/>
            <p:nvPr/>
          </p:nvSpPr>
          <p:spPr>
            <a:xfrm>
              <a:off x="3450900" y="4973025"/>
              <a:ext cx="84125" cy="14000"/>
            </a:xfrm>
            <a:custGeom>
              <a:avLst/>
              <a:gdLst/>
              <a:ahLst/>
              <a:cxnLst/>
              <a:rect l="l" t="t" r="r" b="b"/>
              <a:pathLst>
                <a:path w="3365" h="560" extrusionOk="0">
                  <a:moveTo>
                    <a:pt x="1868" y="1"/>
                  </a:moveTo>
                  <a:cubicBezTo>
                    <a:pt x="871" y="1"/>
                    <a:pt x="0" y="560"/>
                    <a:pt x="0" y="560"/>
                  </a:cubicBezTo>
                  <a:lnTo>
                    <a:pt x="3365" y="560"/>
                  </a:lnTo>
                  <a:cubicBezTo>
                    <a:pt x="2896" y="141"/>
                    <a:pt x="2367" y="1"/>
                    <a:pt x="18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791;p51">
              <a:extLst>
                <a:ext uri="{FF2B5EF4-FFF2-40B4-BE49-F238E27FC236}">
                  <a16:creationId xmlns:a16="http://schemas.microsoft.com/office/drawing/2014/main" id="{A1B66670-F306-AE05-94B2-01A1669CA041}"/>
                </a:ext>
              </a:extLst>
            </p:cNvPr>
            <p:cNvSpPr/>
            <p:nvPr/>
          </p:nvSpPr>
          <p:spPr>
            <a:xfrm>
              <a:off x="3442575" y="4964825"/>
              <a:ext cx="100775" cy="29725"/>
            </a:xfrm>
            <a:custGeom>
              <a:avLst/>
              <a:gdLst/>
              <a:ahLst/>
              <a:cxnLst/>
              <a:rect l="l" t="t" r="r" b="b"/>
              <a:pathLst>
                <a:path w="4031" h="1189" extrusionOk="0">
                  <a:moveTo>
                    <a:pt x="2219" y="0"/>
                  </a:moveTo>
                  <a:cubicBezTo>
                    <a:pt x="1110" y="37"/>
                    <a:pt x="186" y="629"/>
                    <a:pt x="186" y="629"/>
                  </a:cubicBezTo>
                  <a:cubicBezTo>
                    <a:pt x="38" y="703"/>
                    <a:pt x="1" y="888"/>
                    <a:pt x="75" y="1035"/>
                  </a:cubicBezTo>
                  <a:cubicBezTo>
                    <a:pt x="149" y="1134"/>
                    <a:pt x="255" y="1183"/>
                    <a:pt x="362" y="1183"/>
                  </a:cubicBezTo>
                  <a:cubicBezTo>
                    <a:pt x="416" y="1183"/>
                    <a:pt x="469" y="1171"/>
                    <a:pt x="518" y="1146"/>
                  </a:cubicBezTo>
                  <a:cubicBezTo>
                    <a:pt x="592" y="1072"/>
                    <a:pt x="1369" y="629"/>
                    <a:pt x="2219" y="629"/>
                  </a:cubicBezTo>
                  <a:cubicBezTo>
                    <a:pt x="2626" y="629"/>
                    <a:pt x="3069" y="740"/>
                    <a:pt x="3476" y="1109"/>
                  </a:cubicBezTo>
                  <a:cubicBezTo>
                    <a:pt x="3545" y="1161"/>
                    <a:pt x="3621" y="1188"/>
                    <a:pt x="3695" y="1188"/>
                  </a:cubicBezTo>
                  <a:cubicBezTo>
                    <a:pt x="3779" y="1188"/>
                    <a:pt x="3860" y="1152"/>
                    <a:pt x="3920" y="1072"/>
                  </a:cubicBezTo>
                  <a:cubicBezTo>
                    <a:pt x="4030" y="961"/>
                    <a:pt x="4030" y="777"/>
                    <a:pt x="3883" y="666"/>
                  </a:cubicBezTo>
                  <a:cubicBezTo>
                    <a:pt x="3365" y="185"/>
                    <a:pt x="2737" y="0"/>
                    <a:pt x="22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792;p51">
              <a:extLst>
                <a:ext uri="{FF2B5EF4-FFF2-40B4-BE49-F238E27FC236}">
                  <a16:creationId xmlns:a16="http://schemas.microsoft.com/office/drawing/2014/main" id="{7779DF78-C022-82ED-7E25-F740F782014E}"/>
                </a:ext>
              </a:extLst>
            </p:cNvPr>
            <p:cNvSpPr/>
            <p:nvPr/>
          </p:nvSpPr>
          <p:spPr>
            <a:xfrm>
              <a:off x="3998975" y="3841775"/>
              <a:ext cx="297650" cy="1110125"/>
            </a:xfrm>
            <a:custGeom>
              <a:avLst/>
              <a:gdLst/>
              <a:ahLst/>
              <a:cxnLst/>
              <a:rect l="l" t="t" r="r" b="b"/>
              <a:pathLst>
                <a:path w="11906" h="44405" extrusionOk="0">
                  <a:moveTo>
                    <a:pt x="6079" y="0"/>
                  </a:moveTo>
                  <a:cubicBezTo>
                    <a:pt x="5766" y="0"/>
                    <a:pt x="5453" y="29"/>
                    <a:pt x="5140" y="77"/>
                  </a:cubicBezTo>
                  <a:cubicBezTo>
                    <a:pt x="2071" y="594"/>
                    <a:pt x="1" y="3478"/>
                    <a:pt x="186" y="6621"/>
                  </a:cubicBezTo>
                  <a:cubicBezTo>
                    <a:pt x="999" y="19486"/>
                    <a:pt x="5029" y="44405"/>
                    <a:pt x="5029" y="44405"/>
                  </a:cubicBezTo>
                  <a:lnTo>
                    <a:pt x="8135" y="44405"/>
                  </a:lnTo>
                  <a:cubicBezTo>
                    <a:pt x="8135" y="44405"/>
                    <a:pt x="11906" y="2221"/>
                    <a:pt x="8024" y="446"/>
                  </a:cubicBezTo>
                  <a:cubicBezTo>
                    <a:pt x="7375" y="122"/>
                    <a:pt x="6727" y="0"/>
                    <a:pt x="60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2793;p51">
              <a:extLst>
                <a:ext uri="{FF2B5EF4-FFF2-40B4-BE49-F238E27FC236}">
                  <a16:creationId xmlns:a16="http://schemas.microsoft.com/office/drawing/2014/main" id="{1E603704-6365-2F50-364A-647260209F58}"/>
                </a:ext>
              </a:extLst>
            </p:cNvPr>
            <p:cNvSpPr/>
            <p:nvPr/>
          </p:nvSpPr>
          <p:spPr>
            <a:xfrm>
              <a:off x="3995300" y="3834450"/>
              <a:ext cx="256025" cy="1124850"/>
            </a:xfrm>
            <a:custGeom>
              <a:avLst/>
              <a:gdLst/>
              <a:ahLst/>
              <a:cxnLst/>
              <a:rect l="l" t="t" r="r" b="b"/>
              <a:pathLst>
                <a:path w="10241" h="44994" extrusionOk="0">
                  <a:moveTo>
                    <a:pt x="6211" y="592"/>
                  </a:moveTo>
                  <a:cubicBezTo>
                    <a:pt x="6803" y="592"/>
                    <a:pt x="7431" y="702"/>
                    <a:pt x="8060" y="998"/>
                  </a:cubicBezTo>
                  <a:cubicBezTo>
                    <a:pt x="8134" y="1035"/>
                    <a:pt x="8245" y="1146"/>
                    <a:pt x="8355" y="1331"/>
                  </a:cubicBezTo>
                  <a:cubicBezTo>
                    <a:pt x="8577" y="1664"/>
                    <a:pt x="8762" y="2218"/>
                    <a:pt x="8947" y="2921"/>
                  </a:cubicBezTo>
                  <a:cubicBezTo>
                    <a:pt x="9428" y="5139"/>
                    <a:pt x="9612" y="8873"/>
                    <a:pt x="9612" y="13236"/>
                  </a:cubicBezTo>
                  <a:cubicBezTo>
                    <a:pt x="9612" y="19742"/>
                    <a:pt x="9206" y="27580"/>
                    <a:pt x="8799" y="33828"/>
                  </a:cubicBezTo>
                  <a:cubicBezTo>
                    <a:pt x="8577" y="36934"/>
                    <a:pt x="8392" y="39670"/>
                    <a:pt x="8208" y="41592"/>
                  </a:cubicBezTo>
                  <a:cubicBezTo>
                    <a:pt x="8134" y="42553"/>
                    <a:pt x="8097" y="43330"/>
                    <a:pt x="8023" y="43847"/>
                  </a:cubicBezTo>
                  <a:cubicBezTo>
                    <a:pt x="8006" y="44079"/>
                    <a:pt x="7990" y="44266"/>
                    <a:pt x="7976" y="44402"/>
                  </a:cubicBezTo>
                  <a:lnTo>
                    <a:pt x="5443" y="44402"/>
                  </a:lnTo>
                  <a:cubicBezTo>
                    <a:pt x="5421" y="44212"/>
                    <a:pt x="5383" y="43923"/>
                    <a:pt x="5324" y="43552"/>
                  </a:cubicBezTo>
                  <a:cubicBezTo>
                    <a:pt x="4511" y="38597"/>
                    <a:pt x="1331" y="18116"/>
                    <a:pt x="629" y="6877"/>
                  </a:cubicBezTo>
                  <a:cubicBezTo>
                    <a:pt x="629" y="6766"/>
                    <a:pt x="629" y="6618"/>
                    <a:pt x="629" y="6507"/>
                  </a:cubicBezTo>
                  <a:cubicBezTo>
                    <a:pt x="629" y="3697"/>
                    <a:pt x="2588" y="1146"/>
                    <a:pt x="5361" y="666"/>
                  </a:cubicBezTo>
                  <a:cubicBezTo>
                    <a:pt x="5620" y="629"/>
                    <a:pt x="5915" y="592"/>
                    <a:pt x="6211" y="592"/>
                  </a:cubicBezTo>
                  <a:close/>
                  <a:moveTo>
                    <a:pt x="6211" y="0"/>
                  </a:moveTo>
                  <a:cubicBezTo>
                    <a:pt x="5878" y="0"/>
                    <a:pt x="5546" y="0"/>
                    <a:pt x="5250" y="74"/>
                  </a:cubicBezTo>
                  <a:cubicBezTo>
                    <a:pt x="2144" y="592"/>
                    <a:pt x="0" y="3401"/>
                    <a:pt x="0" y="6507"/>
                  </a:cubicBezTo>
                  <a:cubicBezTo>
                    <a:pt x="0" y="6655"/>
                    <a:pt x="0" y="6766"/>
                    <a:pt x="37" y="6914"/>
                  </a:cubicBezTo>
                  <a:cubicBezTo>
                    <a:pt x="813" y="19816"/>
                    <a:pt x="4880" y="44735"/>
                    <a:pt x="4880" y="44735"/>
                  </a:cubicBezTo>
                  <a:cubicBezTo>
                    <a:pt x="4917" y="44882"/>
                    <a:pt x="5028" y="44993"/>
                    <a:pt x="5176" y="44993"/>
                  </a:cubicBezTo>
                  <a:lnTo>
                    <a:pt x="8282" y="44993"/>
                  </a:lnTo>
                  <a:cubicBezTo>
                    <a:pt x="8429" y="44993"/>
                    <a:pt x="8577" y="44882"/>
                    <a:pt x="8577" y="44735"/>
                  </a:cubicBezTo>
                  <a:cubicBezTo>
                    <a:pt x="8577" y="44735"/>
                    <a:pt x="10241" y="26286"/>
                    <a:pt x="10241" y="13236"/>
                  </a:cubicBezTo>
                  <a:cubicBezTo>
                    <a:pt x="10241" y="9908"/>
                    <a:pt x="10130" y="6914"/>
                    <a:pt x="9834" y="4695"/>
                  </a:cubicBezTo>
                  <a:cubicBezTo>
                    <a:pt x="9723" y="3549"/>
                    <a:pt x="9539" y="2625"/>
                    <a:pt x="9317" y="1923"/>
                  </a:cubicBezTo>
                  <a:cubicBezTo>
                    <a:pt x="9169" y="1553"/>
                    <a:pt x="9058" y="1257"/>
                    <a:pt x="8910" y="998"/>
                  </a:cubicBezTo>
                  <a:cubicBezTo>
                    <a:pt x="8725" y="739"/>
                    <a:pt x="8540" y="555"/>
                    <a:pt x="8318" y="444"/>
                  </a:cubicBezTo>
                  <a:cubicBezTo>
                    <a:pt x="7616" y="111"/>
                    <a:pt x="6877" y="0"/>
                    <a:pt x="62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794;p51">
              <a:extLst>
                <a:ext uri="{FF2B5EF4-FFF2-40B4-BE49-F238E27FC236}">
                  <a16:creationId xmlns:a16="http://schemas.microsoft.com/office/drawing/2014/main" id="{9C78BFDC-FB0C-A60D-AC41-D78C38E00B89}"/>
                </a:ext>
              </a:extLst>
            </p:cNvPr>
            <p:cNvSpPr/>
            <p:nvPr/>
          </p:nvSpPr>
          <p:spPr>
            <a:xfrm>
              <a:off x="4111750" y="4889025"/>
              <a:ext cx="198750" cy="146975"/>
            </a:xfrm>
            <a:custGeom>
              <a:avLst/>
              <a:gdLst/>
              <a:ahLst/>
              <a:cxnLst/>
              <a:rect l="l" t="t" r="r" b="b"/>
              <a:pathLst>
                <a:path w="7950" h="5879" extrusionOk="0">
                  <a:moveTo>
                    <a:pt x="0" y="1"/>
                  </a:moveTo>
                  <a:lnTo>
                    <a:pt x="111" y="5879"/>
                  </a:lnTo>
                  <a:lnTo>
                    <a:pt x="7949" y="5879"/>
                  </a:lnTo>
                  <a:lnTo>
                    <a:pt x="4881" y="3920"/>
                  </a:lnTo>
                  <a:lnTo>
                    <a:pt x="395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795;p51">
              <a:extLst>
                <a:ext uri="{FF2B5EF4-FFF2-40B4-BE49-F238E27FC236}">
                  <a16:creationId xmlns:a16="http://schemas.microsoft.com/office/drawing/2014/main" id="{000E5134-DCFB-91D8-C9CD-8D7A6178BCA9}"/>
                </a:ext>
              </a:extLst>
            </p:cNvPr>
            <p:cNvSpPr/>
            <p:nvPr/>
          </p:nvSpPr>
          <p:spPr>
            <a:xfrm>
              <a:off x="4103425" y="4881625"/>
              <a:ext cx="215375" cy="161775"/>
            </a:xfrm>
            <a:custGeom>
              <a:avLst/>
              <a:gdLst/>
              <a:ahLst/>
              <a:cxnLst/>
              <a:rect l="l" t="t" r="r" b="b"/>
              <a:pathLst>
                <a:path w="8615" h="6471" extrusionOk="0">
                  <a:moveTo>
                    <a:pt x="4046" y="592"/>
                  </a:moveTo>
                  <a:lnTo>
                    <a:pt x="4918" y="4289"/>
                  </a:lnTo>
                  <a:cubicBezTo>
                    <a:pt x="4918" y="4363"/>
                    <a:pt x="4955" y="4437"/>
                    <a:pt x="5029" y="4474"/>
                  </a:cubicBezTo>
                  <a:lnTo>
                    <a:pt x="7210" y="5842"/>
                  </a:lnTo>
                  <a:lnTo>
                    <a:pt x="740" y="5842"/>
                  </a:lnTo>
                  <a:lnTo>
                    <a:pt x="629" y="592"/>
                  </a:lnTo>
                  <a:close/>
                  <a:moveTo>
                    <a:pt x="333" y="1"/>
                  </a:moveTo>
                  <a:cubicBezTo>
                    <a:pt x="222" y="1"/>
                    <a:pt x="149" y="38"/>
                    <a:pt x="112" y="75"/>
                  </a:cubicBezTo>
                  <a:cubicBezTo>
                    <a:pt x="38" y="149"/>
                    <a:pt x="1" y="223"/>
                    <a:pt x="1" y="297"/>
                  </a:cubicBezTo>
                  <a:lnTo>
                    <a:pt x="149" y="6175"/>
                  </a:lnTo>
                  <a:cubicBezTo>
                    <a:pt x="149" y="6323"/>
                    <a:pt x="296" y="6471"/>
                    <a:pt x="444" y="6471"/>
                  </a:cubicBezTo>
                  <a:lnTo>
                    <a:pt x="8282" y="6471"/>
                  </a:lnTo>
                  <a:cubicBezTo>
                    <a:pt x="8430" y="6471"/>
                    <a:pt x="8541" y="6397"/>
                    <a:pt x="8578" y="6249"/>
                  </a:cubicBezTo>
                  <a:cubicBezTo>
                    <a:pt x="8615" y="6138"/>
                    <a:pt x="8541" y="5990"/>
                    <a:pt x="8430" y="5916"/>
                  </a:cubicBezTo>
                  <a:lnTo>
                    <a:pt x="5472" y="4031"/>
                  </a:lnTo>
                  <a:lnTo>
                    <a:pt x="4585" y="223"/>
                  </a:lnTo>
                  <a:cubicBezTo>
                    <a:pt x="4548" y="75"/>
                    <a:pt x="4437" y="1"/>
                    <a:pt x="4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796;p51">
              <a:extLst>
                <a:ext uri="{FF2B5EF4-FFF2-40B4-BE49-F238E27FC236}">
                  <a16:creationId xmlns:a16="http://schemas.microsoft.com/office/drawing/2014/main" id="{9608F2B3-1B6C-E64A-025F-3A94B0D3764F}"/>
                </a:ext>
              </a:extLst>
            </p:cNvPr>
            <p:cNvSpPr/>
            <p:nvPr/>
          </p:nvSpPr>
          <p:spPr>
            <a:xfrm>
              <a:off x="4149650" y="4973025"/>
              <a:ext cx="84125" cy="14000"/>
            </a:xfrm>
            <a:custGeom>
              <a:avLst/>
              <a:gdLst/>
              <a:ahLst/>
              <a:cxnLst/>
              <a:rect l="l" t="t" r="r" b="b"/>
              <a:pathLst>
                <a:path w="3365" h="560" extrusionOk="0">
                  <a:moveTo>
                    <a:pt x="1497" y="1"/>
                  </a:moveTo>
                  <a:cubicBezTo>
                    <a:pt x="998" y="1"/>
                    <a:pt x="468" y="141"/>
                    <a:pt x="0" y="560"/>
                  </a:cubicBezTo>
                  <a:lnTo>
                    <a:pt x="3365" y="560"/>
                  </a:lnTo>
                  <a:cubicBezTo>
                    <a:pt x="3365" y="560"/>
                    <a:pt x="2494" y="1"/>
                    <a:pt x="14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797;p51">
              <a:extLst>
                <a:ext uri="{FF2B5EF4-FFF2-40B4-BE49-F238E27FC236}">
                  <a16:creationId xmlns:a16="http://schemas.microsoft.com/office/drawing/2014/main" id="{DA9F41DD-5F5A-67BC-FA28-B4616AC91BCA}"/>
                </a:ext>
              </a:extLst>
            </p:cNvPr>
            <p:cNvSpPr/>
            <p:nvPr/>
          </p:nvSpPr>
          <p:spPr>
            <a:xfrm>
              <a:off x="4141325" y="4964825"/>
              <a:ext cx="100775" cy="29725"/>
            </a:xfrm>
            <a:custGeom>
              <a:avLst/>
              <a:gdLst/>
              <a:ahLst/>
              <a:cxnLst/>
              <a:rect l="l" t="t" r="r" b="b"/>
              <a:pathLst>
                <a:path w="4031" h="1189" extrusionOk="0">
                  <a:moveTo>
                    <a:pt x="1812" y="0"/>
                  </a:moveTo>
                  <a:cubicBezTo>
                    <a:pt x="1257" y="0"/>
                    <a:pt x="666" y="185"/>
                    <a:pt x="111" y="666"/>
                  </a:cubicBezTo>
                  <a:cubicBezTo>
                    <a:pt x="0" y="777"/>
                    <a:pt x="0" y="961"/>
                    <a:pt x="111" y="1072"/>
                  </a:cubicBezTo>
                  <a:cubicBezTo>
                    <a:pt x="171" y="1152"/>
                    <a:pt x="251" y="1188"/>
                    <a:pt x="331" y="1188"/>
                  </a:cubicBezTo>
                  <a:cubicBezTo>
                    <a:pt x="399" y="1188"/>
                    <a:pt x="467" y="1161"/>
                    <a:pt x="518" y="1109"/>
                  </a:cubicBezTo>
                  <a:cubicBezTo>
                    <a:pt x="925" y="740"/>
                    <a:pt x="1368" y="629"/>
                    <a:pt x="1812" y="629"/>
                  </a:cubicBezTo>
                  <a:cubicBezTo>
                    <a:pt x="2256" y="629"/>
                    <a:pt x="2699" y="740"/>
                    <a:pt x="2995" y="888"/>
                  </a:cubicBezTo>
                  <a:cubicBezTo>
                    <a:pt x="3180" y="961"/>
                    <a:pt x="3291" y="998"/>
                    <a:pt x="3402" y="1072"/>
                  </a:cubicBezTo>
                  <a:lnTo>
                    <a:pt x="3476" y="1109"/>
                  </a:lnTo>
                  <a:lnTo>
                    <a:pt x="3513" y="1146"/>
                  </a:lnTo>
                  <a:cubicBezTo>
                    <a:pt x="3562" y="1171"/>
                    <a:pt x="3615" y="1183"/>
                    <a:pt x="3669" y="1183"/>
                  </a:cubicBezTo>
                  <a:cubicBezTo>
                    <a:pt x="3776" y="1183"/>
                    <a:pt x="3882" y="1134"/>
                    <a:pt x="3956" y="1035"/>
                  </a:cubicBezTo>
                  <a:cubicBezTo>
                    <a:pt x="4030" y="888"/>
                    <a:pt x="3993" y="703"/>
                    <a:pt x="3845" y="629"/>
                  </a:cubicBezTo>
                  <a:cubicBezTo>
                    <a:pt x="3808" y="629"/>
                    <a:pt x="2921" y="37"/>
                    <a:pt x="18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2798;p51">
              <a:extLst>
                <a:ext uri="{FF2B5EF4-FFF2-40B4-BE49-F238E27FC236}">
                  <a16:creationId xmlns:a16="http://schemas.microsoft.com/office/drawing/2014/main" id="{BA80346D-D901-0680-3B2B-235C29EA9BE8}"/>
                </a:ext>
              </a:extLst>
            </p:cNvPr>
            <p:cNvSpPr/>
            <p:nvPr/>
          </p:nvSpPr>
          <p:spPr>
            <a:xfrm>
              <a:off x="4605300" y="3247525"/>
              <a:ext cx="720950" cy="365125"/>
            </a:xfrm>
            <a:custGeom>
              <a:avLst/>
              <a:gdLst/>
              <a:ahLst/>
              <a:cxnLst/>
              <a:rect l="l" t="t" r="r" b="b"/>
              <a:pathLst>
                <a:path w="28838" h="14605" extrusionOk="0">
                  <a:moveTo>
                    <a:pt x="518" y="1"/>
                  </a:moveTo>
                  <a:cubicBezTo>
                    <a:pt x="223" y="1"/>
                    <a:pt x="1" y="333"/>
                    <a:pt x="149" y="592"/>
                  </a:cubicBezTo>
                  <a:lnTo>
                    <a:pt x="6175" y="14345"/>
                  </a:lnTo>
                  <a:cubicBezTo>
                    <a:pt x="6249" y="14493"/>
                    <a:pt x="6397" y="14604"/>
                    <a:pt x="6544" y="14604"/>
                  </a:cubicBezTo>
                  <a:lnTo>
                    <a:pt x="28320" y="14604"/>
                  </a:lnTo>
                  <a:cubicBezTo>
                    <a:pt x="28653" y="14604"/>
                    <a:pt x="28838" y="14271"/>
                    <a:pt x="28727" y="14013"/>
                  </a:cubicBezTo>
                  <a:lnTo>
                    <a:pt x="22701" y="259"/>
                  </a:lnTo>
                  <a:cubicBezTo>
                    <a:pt x="22627" y="112"/>
                    <a:pt x="22479" y="1"/>
                    <a:pt x="222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2799;p51">
              <a:extLst>
                <a:ext uri="{FF2B5EF4-FFF2-40B4-BE49-F238E27FC236}">
                  <a16:creationId xmlns:a16="http://schemas.microsoft.com/office/drawing/2014/main" id="{329138CB-C212-FD00-FDE6-E935432039AC}"/>
                </a:ext>
              </a:extLst>
            </p:cNvPr>
            <p:cNvSpPr/>
            <p:nvPr/>
          </p:nvSpPr>
          <p:spPr>
            <a:xfrm>
              <a:off x="4599750" y="3240125"/>
              <a:ext cx="732050" cy="379900"/>
            </a:xfrm>
            <a:custGeom>
              <a:avLst/>
              <a:gdLst/>
              <a:ahLst/>
              <a:cxnLst/>
              <a:rect l="l" t="t" r="r" b="b"/>
              <a:pathLst>
                <a:path w="29282" h="15196" extrusionOk="0">
                  <a:moveTo>
                    <a:pt x="22516" y="592"/>
                  </a:moveTo>
                  <a:lnTo>
                    <a:pt x="22627" y="666"/>
                  </a:lnTo>
                  <a:lnTo>
                    <a:pt x="28653" y="14419"/>
                  </a:lnTo>
                  <a:lnTo>
                    <a:pt x="28653" y="14456"/>
                  </a:lnTo>
                  <a:lnTo>
                    <a:pt x="28653" y="14567"/>
                  </a:lnTo>
                  <a:lnTo>
                    <a:pt x="28542" y="14604"/>
                  </a:lnTo>
                  <a:lnTo>
                    <a:pt x="6766" y="14604"/>
                  </a:lnTo>
                  <a:lnTo>
                    <a:pt x="6656" y="14530"/>
                  </a:lnTo>
                  <a:lnTo>
                    <a:pt x="629" y="777"/>
                  </a:lnTo>
                  <a:lnTo>
                    <a:pt x="629" y="740"/>
                  </a:lnTo>
                  <a:lnTo>
                    <a:pt x="666" y="629"/>
                  </a:lnTo>
                  <a:lnTo>
                    <a:pt x="740" y="592"/>
                  </a:lnTo>
                  <a:close/>
                  <a:moveTo>
                    <a:pt x="740" y="1"/>
                  </a:moveTo>
                  <a:cubicBezTo>
                    <a:pt x="334" y="1"/>
                    <a:pt x="1" y="334"/>
                    <a:pt x="1" y="740"/>
                  </a:cubicBezTo>
                  <a:cubicBezTo>
                    <a:pt x="1" y="814"/>
                    <a:pt x="38" y="925"/>
                    <a:pt x="75" y="999"/>
                  </a:cubicBezTo>
                  <a:lnTo>
                    <a:pt x="6101" y="14752"/>
                  </a:lnTo>
                  <a:cubicBezTo>
                    <a:pt x="6212" y="15048"/>
                    <a:pt x="6471" y="15196"/>
                    <a:pt x="6766" y="15196"/>
                  </a:cubicBezTo>
                  <a:lnTo>
                    <a:pt x="28542" y="15196"/>
                  </a:lnTo>
                  <a:cubicBezTo>
                    <a:pt x="28986" y="15196"/>
                    <a:pt x="29282" y="14863"/>
                    <a:pt x="29282" y="14456"/>
                  </a:cubicBezTo>
                  <a:cubicBezTo>
                    <a:pt x="29282" y="14382"/>
                    <a:pt x="29282" y="14272"/>
                    <a:pt x="29245" y="14198"/>
                  </a:cubicBezTo>
                  <a:lnTo>
                    <a:pt x="23181" y="445"/>
                  </a:lnTo>
                  <a:cubicBezTo>
                    <a:pt x="23071" y="149"/>
                    <a:pt x="22812" y="1"/>
                    <a:pt x="2251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2800;p51">
              <a:extLst>
                <a:ext uri="{FF2B5EF4-FFF2-40B4-BE49-F238E27FC236}">
                  <a16:creationId xmlns:a16="http://schemas.microsoft.com/office/drawing/2014/main" id="{33FF5E16-F794-A47A-BD76-D208CF665CDB}"/>
                </a:ext>
              </a:extLst>
            </p:cNvPr>
            <p:cNvSpPr/>
            <p:nvPr/>
          </p:nvSpPr>
          <p:spPr>
            <a:xfrm>
              <a:off x="4658900" y="3274325"/>
              <a:ext cx="614675" cy="311500"/>
            </a:xfrm>
            <a:custGeom>
              <a:avLst/>
              <a:gdLst/>
              <a:ahLst/>
              <a:cxnLst/>
              <a:rect l="l" t="t" r="r" b="b"/>
              <a:pathLst>
                <a:path w="24587" h="12460" extrusionOk="0">
                  <a:moveTo>
                    <a:pt x="408" y="1"/>
                  </a:moveTo>
                  <a:cubicBezTo>
                    <a:pt x="149" y="1"/>
                    <a:pt x="1" y="260"/>
                    <a:pt x="75" y="518"/>
                  </a:cubicBezTo>
                  <a:lnTo>
                    <a:pt x="5251" y="12238"/>
                  </a:lnTo>
                  <a:cubicBezTo>
                    <a:pt x="5288" y="12386"/>
                    <a:pt x="5436" y="12460"/>
                    <a:pt x="5547" y="12460"/>
                  </a:cubicBezTo>
                  <a:lnTo>
                    <a:pt x="24143" y="12460"/>
                  </a:lnTo>
                  <a:cubicBezTo>
                    <a:pt x="24402" y="12460"/>
                    <a:pt x="24586" y="12201"/>
                    <a:pt x="24476" y="11942"/>
                  </a:cubicBezTo>
                  <a:lnTo>
                    <a:pt x="19337" y="223"/>
                  </a:lnTo>
                  <a:cubicBezTo>
                    <a:pt x="19263" y="75"/>
                    <a:pt x="19152" y="1"/>
                    <a:pt x="190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2801;p51">
              <a:extLst>
                <a:ext uri="{FF2B5EF4-FFF2-40B4-BE49-F238E27FC236}">
                  <a16:creationId xmlns:a16="http://schemas.microsoft.com/office/drawing/2014/main" id="{199B4AD3-ACA9-DE2F-0770-66B965B4D737}"/>
                </a:ext>
              </a:extLst>
            </p:cNvPr>
            <p:cNvSpPr/>
            <p:nvPr/>
          </p:nvSpPr>
          <p:spPr>
            <a:xfrm>
              <a:off x="4652450" y="3266950"/>
              <a:ext cx="626675" cy="326275"/>
            </a:xfrm>
            <a:custGeom>
              <a:avLst/>
              <a:gdLst/>
              <a:ahLst/>
              <a:cxnLst/>
              <a:rect l="l" t="t" r="r" b="b"/>
              <a:pathLst>
                <a:path w="25067" h="13051" extrusionOk="0">
                  <a:moveTo>
                    <a:pt x="19262" y="592"/>
                  </a:moveTo>
                  <a:lnTo>
                    <a:pt x="19299" y="629"/>
                  </a:lnTo>
                  <a:lnTo>
                    <a:pt x="24438" y="12385"/>
                  </a:lnTo>
                  <a:lnTo>
                    <a:pt x="24475" y="12385"/>
                  </a:lnTo>
                  <a:lnTo>
                    <a:pt x="24438" y="12422"/>
                  </a:lnTo>
                  <a:lnTo>
                    <a:pt x="24401" y="12459"/>
                  </a:lnTo>
                  <a:lnTo>
                    <a:pt x="5805" y="12459"/>
                  </a:lnTo>
                  <a:lnTo>
                    <a:pt x="5768" y="12422"/>
                  </a:lnTo>
                  <a:lnTo>
                    <a:pt x="629" y="666"/>
                  </a:lnTo>
                  <a:lnTo>
                    <a:pt x="666" y="592"/>
                  </a:lnTo>
                  <a:close/>
                  <a:moveTo>
                    <a:pt x="666" y="0"/>
                  </a:moveTo>
                  <a:cubicBezTo>
                    <a:pt x="296" y="0"/>
                    <a:pt x="0" y="296"/>
                    <a:pt x="0" y="666"/>
                  </a:cubicBezTo>
                  <a:cubicBezTo>
                    <a:pt x="0" y="739"/>
                    <a:pt x="37" y="850"/>
                    <a:pt x="74" y="924"/>
                  </a:cubicBezTo>
                  <a:lnTo>
                    <a:pt x="5213" y="12644"/>
                  </a:lnTo>
                  <a:cubicBezTo>
                    <a:pt x="5324" y="12903"/>
                    <a:pt x="5546" y="13051"/>
                    <a:pt x="5805" y="13051"/>
                  </a:cubicBezTo>
                  <a:lnTo>
                    <a:pt x="24401" y="13051"/>
                  </a:lnTo>
                  <a:cubicBezTo>
                    <a:pt x="24807" y="13051"/>
                    <a:pt x="25066" y="12755"/>
                    <a:pt x="25066" y="12385"/>
                  </a:cubicBezTo>
                  <a:cubicBezTo>
                    <a:pt x="25066" y="12311"/>
                    <a:pt x="25066" y="12200"/>
                    <a:pt x="25029" y="12126"/>
                  </a:cubicBezTo>
                  <a:lnTo>
                    <a:pt x="19890" y="407"/>
                  </a:lnTo>
                  <a:cubicBezTo>
                    <a:pt x="19779" y="148"/>
                    <a:pt x="19521" y="0"/>
                    <a:pt x="192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2802;p51">
              <a:extLst>
                <a:ext uri="{FF2B5EF4-FFF2-40B4-BE49-F238E27FC236}">
                  <a16:creationId xmlns:a16="http://schemas.microsoft.com/office/drawing/2014/main" id="{5E839007-2CF2-F642-C4AC-E7977E02C465}"/>
                </a:ext>
              </a:extLst>
            </p:cNvPr>
            <p:cNvSpPr/>
            <p:nvPr/>
          </p:nvSpPr>
          <p:spPr>
            <a:xfrm>
              <a:off x="4761500" y="3589500"/>
              <a:ext cx="818000" cy="26825"/>
            </a:xfrm>
            <a:custGeom>
              <a:avLst/>
              <a:gdLst/>
              <a:ahLst/>
              <a:cxnLst/>
              <a:rect l="l" t="t" r="r" b="b"/>
              <a:pathLst>
                <a:path w="32720" h="1073" extrusionOk="0">
                  <a:moveTo>
                    <a:pt x="1" y="1"/>
                  </a:moveTo>
                  <a:lnTo>
                    <a:pt x="1" y="1073"/>
                  </a:lnTo>
                  <a:lnTo>
                    <a:pt x="32720" y="1073"/>
                  </a:lnTo>
                  <a:lnTo>
                    <a:pt x="3272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2803;p51">
              <a:extLst>
                <a:ext uri="{FF2B5EF4-FFF2-40B4-BE49-F238E27FC236}">
                  <a16:creationId xmlns:a16="http://schemas.microsoft.com/office/drawing/2014/main" id="{2B3D72C0-863E-6CA1-931F-10D2A57A0C4C}"/>
                </a:ext>
              </a:extLst>
            </p:cNvPr>
            <p:cNvSpPr/>
            <p:nvPr/>
          </p:nvSpPr>
          <p:spPr>
            <a:xfrm>
              <a:off x="4754100" y="3582125"/>
              <a:ext cx="832800" cy="42525"/>
            </a:xfrm>
            <a:custGeom>
              <a:avLst/>
              <a:gdLst/>
              <a:ahLst/>
              <a:cxnLst/>
              <a:rect l="l" t="t" r="r" b="b"/>
              <a:pathLst>
                <a:path w="33312" h="1701" extrusionOk="0">
                  <a:moveTo>
                    <a:pt x="32720" y="629"/>
                  </a:moveTo>
                  <a:lnTo>
                    <a:pt x="32720" y="1072"/>
                  </a:lnTo>
                  <a:lnTo>
                    <a:pt x="592" y="1072"/>
                  </a:lnTo>
                  <a:lnTo>
                    <a:pt x="592"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33016" y="1701"/>
                  </a:lnTo>
                  <a:cubicBezTo>
                    <a:pt x="33090" y="1701"/>
                    <a:pt x="33164" y="1664"/>
                    <a:pt x="33238" y="1590"/>
                  </a:cubicBezTo>
                  <a:cubicBezTo>
                    <a:pt x="33311" y="1553"/>
                    <a:pt x="33311" y="1442"/>
                    <a:pt x="33311" y="1368"/>
                  </a:cubicBezTo>
                  <a:lnTo>
                    <a:pt x="33311" y="296"/>
                  </a:lnTo>
                  <a:cubicBezTo>
                    <a:pt x="33311" y="222"/>
                    <a:pt x="33311" y="148"/>
                    <a:pt x="33238" y="74"/>
                  </a:cubicBezTo>
                  <a:cubicBezTo>
                    <a:pt x="33164" y="37"/>
                    <a:pt x="33090" y="0"/>
                    <a:pt x="330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2804;p51">
              <a:extLst>
                <a:ext uri="{FF2B5EF4-FFF2-40B4-BE49-F238E27FC236}">
                  <a16:creationId xmlns:a16="http://schemas.microsoft.com/office/drawing/2014/main" id="{2CD649F6-94FA-693B-DA2D-9A8FD36D2FBA}"/>
                </a:ext>
              </a:extLst>
            </p:cNvPr>
            <p:cNvSpPr/>
            <p:nvPr/>
          </p:nvSpPr>
          <p:spPr>
            <a:xfrm>
              <a:off x="4761500" y="3589500"/>
              <a:ext cx="396550" cy="26825"/>
            </a:xfrm>
            <a:custGeom>
              <a:avLst/>
              <a:gdLst/>
              <a:ahLst/>
              <a:cxnLst/>
              <a:rect l="l" t="t" r="r" b="b"/>
              <a:pathLst>
                <a:path w="15862" h="1073" extrusionOk="0">
                  <a:moveTo>
                    <a:pt x="1" y="1"/>
                  </a:moveTo>
                  <a:lnTo>
                    <a:pt x="1" y="1073"/>
                  </a:lnTo>
                  <a:lnTo>
                    <a:pt x="15861" y="1073"/>
                  </a:lnTo>
                  <a:lnTo>
                    <a:pt x="1586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2805;p51">
              <a:extLst>
                <a:ext uri="{FF2B5EF4-FFF2-40B4-BE49-F238E27FC236}">
                  <a16:creationId xmlns:a16="http://schemas.microsoft.com/office/drawing/2014/main" id="{4AAC0EE3-4040-220D-31F2-018F7EE6B2C9}"/>
                </a:ext>
              </a:extLst>
            </p:cNvPr>
            <p:cNvSpPr/>
            <p:nvPr/>
          </p:nvSpPr>
          <p:spPr>
            <a:xfrm>
              <a:off x="4754100" y="3582125"/>
              <a:ext cx="411325" cy="42525"/>
            </a:xfrm>
            <a:custGeom>
              <a:avLst/>
              <a:gdLst/>
              <a:ahLst/>
              <a:cxnLst/>
              <a:rect l="l" t="t" r="r" b="b"/>
              <a:pathLst>
                <a:path w="16453" h="1701" extrusionOk="0">
                  <a:moveTo>
                    <a:pt x="15861" y="629"/>
                  </a:moveTo>
                  <a:lnTo>
                    <a:pt x="15861" y="1072"/>
                  </a:lnTo>
                  <a:lnTo>
                    <a:pt x="592" y="1072"/>
                  </a:lnTo>
                  <a:lnTo>
                    <a:pt x="592"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16157" y="1701"/>
                  </a:lnTo>
                  <a:cubicBezTo>
                    <a:pt x="16231" y="1701"/>
                    <a:pt x="16305" y="1664"/>
                    <a:pt x="16379" y="1590"/>
                  </a:cubicBezTo>
                  <a:cubicBezTo>
                    <a:pt x="16453" y="1553"/>
                    <a:pt x="16453" y="1442"/>
                    <a:pt x="16453" y="1368"/>
                  </a:cubicBezTo>
                  <a:lnTo>
                    <a:pt x="16453" y="296"/>
                  </a:lnTo>
                  <a:cubicBezTo>
                    <a:pt x="16453" y="222"/>
                    <a:pt x="16453" y="148"/>
                    <a:pt x="16379" y="74"/>
                  </a:cubicBezTo>
                  <a:cubicBezTo>
                    <a:pt x="16305" y="37"/>
                    <a:pt x="16231" y="0"/>
                    <a:pt x="161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2806;p51">
              <a:extLst>
                <a:ext uri="{FF2B5EF4-FFF2-40B4-BE49-F238E27FC236}">
                  <a16:creationId xmlns:a16="http://schemas.microsoft.com/office/drawing/2014/main" id="{FE1CBD42-BE5F-9754-064A-EEA733F0AF98}"/>
                </a:ext>
              </a:extLst>
            </p:cNvPr>
            <p:cNvSpPr/>
            <p:nvPr/>
          </p:nvSpPr>
          <p:spPr>
            <a:xfrm>
              <a:off x="4818800" y="2599625"/>
              <a:ext cx="476025" cy="476025"/>
            </a:xfrm>
            <a:custGeom>
              <a:avLst/>
              <a:gdLst/>
              <a:ahLst/>
              <a:cxnLst/>
              <a:rect l="l" t="t" r="r" b="b"/>
              <a:pathLst>
                <a:path w="19041" h="19041" extrusionOk="0">
                  <a:moveTo>
                    <a:pt x="9539" y="0"/>
                  </a:moveTo>
                  <a:cubicBezTo>
                    <a:pt x="4253" y="0"/>
                    <a:pt x="1" y="4252"/>
                    <a:pt x="1" y="9502"/>
                  </a:cubicBezTo>
                  <a:cubicBezTo>
                    <a:pt x="1" y="14788"/>
                    <a:pt x="4253" y="19040"/>
                    <a:pt x="9539" y="19040"/>
                  </a:cubicBezTo>
                  <a:cubicBezTo>
                    <a:pt x="14789" y="19040"/>
                    <a:pt x="19041" y="14788"/>
                    <a:pt x="19041" y="9502"/>
                  </a:cubicBezTo>
                  <a:cubicBezTo>
                    <a:pt x="19041" y="4252"/>
                    <a:pt x="14789"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2807;p51">
              <a:extLst>
                <a:ext uri="{FF2B5EF4-FFF2-40B4-BE49-F238E27FC236}">
                  <a16:creationId xmlns:a16="http://schemas.microsoft.com/office/drawing/2014/main" id="{0896FC26-25DE-F25C-42DE-45E5935E7F9E}"/>
                </a:ext>
              </a:extLst>
            </p:cNvPr>
            <p:cNvSpPr/>
            <p:nvPr/>
          </p:nvSpPr>
          <p:spPr>
            <a:xfrm>
              <a:off x="4811425" y="2592225"/>
              <a:ext cx="490800" cy="490800"/>
            </a:xfrm>
            <a:custGeom>
              <a:avLst/>
              <a:gdLst/>
              <a:ahLst/>
              <a:cxnLst/>
              <a:rect l="l" t="t" r="r" b="b"/>
              <a:pathLst>
                <a:path w="19632" h="19632" extrusionOk="0">
                  <a:moveTo>
                    <a:pt x="9834" y="592"/>
                  </a:moveTo>
                  <a:cubicBezTo>
                    <a:pt x="12348" y="592"/>
                    <a:pt x="14677" y="1627"/>
                    <a:pt x="16341" y="3291"/>
                  </a:cubicBezTo>
                  <a:cubicBezTo>
                    <a:pt x="18005" y="4954"/>
                    <a:pt x="19040" y="7284"/>
                    <a:pt x="19040" y="9798"/>
                  </a:cubicBezTo>
                  <a:cubicBezTo>
                    <a:pt x="19040" y="12349"/>
                    <a:pt x="18005" y="14641"/>
                    <a:pt x="16341" y="16304"/>
                  </a:cubicBezTo>
                  <a:cubicBezTo>
                    <a:pt x="14677" y="18005"/>
                    <a:pt x="12348" y="19003"/>
                    <a:pt x="9834" y="19003"/>
                  </a:cubicBezTo>
                  <a:cubicBezTo>
                    <a:pt x="7283" y="19003"/>
                    <a:pt x="4991" y="18005"/>
                    <a:pt x="3291" y="16304"/>
                  </a:cubicBezTo>
                  <a:cubicBezTo>
                    <a:pt x="1627" y="14641"/>
                    <a:pt x="629" y="12349"/>
                    <a:pt x="629" y="9798"/>
                  </a:cubicBezTo>
                  <a:cubicBezTo>
                    <a:pt x="629" y="7284"/>
                    <a:pt x="1627" y="4954"/>
                    <a:pt x="3291" y="3291"/>
                  </a:cubicBezTo>
                  <a:cubicBezTo>
                    <a:pt x="4991" y="1627"/>
                    <a:pt x="7283" y="592"/>
                    <a:pt x="9834" y="592"/>
                  </a:cubicBezTo>
                  <a:close/>
                  <a:moveTo>
                    <a:pt x="9834" y="0"/>
                  </a:moveTo>
                  <a:cubicBezTo>
                    <a:pt x="4400" y="0"/>
                    <a:pt x="0" y="4400"/>
                    <a:pt x="0" y="9798"/>
                  </a:cubicBezTo>
                  <a:cubicBezTo>
                    <a:pt x="0" y="15232"/>
                    <a:pt x="4400" y="19632"/>
                    <a:pt x="9834" y="19632"/>
                  </a:cubicBezTo>
                  <a:cubicBezTo>
                    <a:pt x="15232" y="19632"/>
                    <a:pt x="19632" y="15232"/>
                    <a:pt x="19632" y="9798"/>
                  </a:cubicBezTo>
                  <a:cubicBezTo>
                    <a:pt x="19632" y="4400"/>
                    <a:pt x="15232" y="0"/>
                    <a:pt x="9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2808;p51">
              <a:extLst>
                <a:ext uri="{FF2B5EF4-FFF2-40B4-BE49-F238E27FC236}">
                  <a16:creationId xmlns:a16="http://schemas.microsoft.com/office/drawing/2014/main" id="{755576C0-8A1D-FB61-FAB3-6A398656545D}"/>
                </a:ext>
              </a:extLst>
            </p:cNvPr>
            <p:cNvSpPr/>
            <p:nvPr/>
          </p:nvSpPr>
          <p:spPr>
            <a:xfrm>
              <a:off x="5000900" y="3058050"/>
              <a:ext cx="93375" cy="306875"/>
            </a:xfrm>
            <a:custGeom>
              <a:avLst/>
              <a:gdLst/>
              <a:ahLst/>
              <a:cxnLst/>
              <a:rect l="l" t="t" r="r" b="b"/>
              <a:pathLst>
                <a:path w="3735" h="12275" extrusionOk="0">
                  <a:moveTo>
                    <a:pt x="3734" y="1"/>
                  </a:moveTo>
                  <a:lnTo>
                    <a:pt x="0" y="481"/>
                  </a:lnTo>
                  <a:lnTo>
                    <a:pt x="1738" y="12275"/>
                  </a:lnTo>
                  <a:lnTo>
                    <a:pt x="373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2809;p51">
              <a:extLst>
                <a:ext uri="{FF2B5EF4-FFF2-40B4-BE49-F238E27FC236}">
                  <a16:creationId xmlns:a16="http://schemas.microsoft.com/office/drawing/2014/main" id="{8F584272-9529-F23B-B92F-79E9DB868F9B}"/>
                </a:ext>
              </a:extLst>
            </p:cNvPr>
            <p:cNvSpPr/>
            <p:nvPr/>
          </p:nvSpPr>
          <p:spPr>
            <a:xfrm>
              <a:off x="4992575" y="3050475"/>
              <a:ext cx="110000" cy="321850"/>
            </a:xfrm>
            <a:custGeom>
              <a:avLst/>
              <a:gdLst/>
              <a:ahLst/>
              <a:cxnLst/>
              <a:rect l="l" t="t" r="r" b="b"/>
              <a:pathLst>
                <a:path w="4400" h="12874" extrusionOk="0">
                  <a:moveTo>
                    <a:pt x="4071" y="1"/>
                  </a:moveTo>
                  <a:cubicBezTo>
                    <a:pt x="3920" y="1"/>
                    <a:pt x="3804" y="106"/>
                    <a:pt x="3771" y="267"/>
                  </a:cubicBezTo>
                  <a:lnTo>
                    <a:pt x="2108" y="10582"/>
                  </a:lnTo>
                  <a:lnTo>
                    <a:pt x="629" y="747"/>
                  </a:lnTo>
                  <a:cubicBezTo>
                    <a:pt x="592" y="599"/>
                    <a:pt x="444" y="489"/>
                    <a:pt x="296" y="489"/>
                  </a:cubicBezTo>
                  <a:cubicBezTo>
                    <a:pt x="111" y="525"/>
                    <a:pt x="0" y="673"/>
                    <a:pt x="37" y="858"/>
                  </a:cubicBezTo>
                  <a:lnTo>
                    <a:pt x="1775" y="12615"/>
                  </a:lnTo>
                  <a:cubicBezTo>
                    <a:pt x="1812" y="12763"/>
                    <a:pt x="1923" y="12874"/>
                    <a:pt x="2071" y="12874"/>
                  </a:cubicBezTo>
                  <a:cubicBezTo>
                    <a:pt x="2219" y="12874"/>
                    <a:pt x="2366" y="12763"/>
                    <a:pt x="2366" y="12615"/>
                  </a:cubicBezTo>
                  <a:lnTo>
                    <a:pt x="4400" y="341"/>
                  </a:lnTo>
                  <a:cubicBezTo>
                    <a:pt x="4400" y="193"/>
                    <a:pt x="4289" y="8"/>
                    <a:pt x="4141" y="8"/>
                  </a:cubicBezTo>
                  <a:cubicBezTo>
                    <a:pt x="4117" y="3"/>
                    <a:pt x="4094" y="1"/>
                    <a:pt x="4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2810;p51">
              <a:extLst>
                <a:ext uri="{FF2B5EF4-FFF2-40B4-BE49-F238E27FC236}">
                  <a16:creationId xmlns:a16="http://schemas.microsoft.com/office/drawing/2014/main" id="{B9EFC967-FE1A-DCF3-9786-8D001B42DC60}"/>
                </a:ext>
              </a:extLst>
            </p:cNvPr>
            <p:cNvSpPr/>
            <p:nvPr/>
          </p:nvSpPr>
          <p:spPr>
            <a:xfrm>
              <a:off x="3524850" y="3248450"/>
              <a:ext cx="631275" cy="374350"/>
            </a:xfrm>
            <a:custGeom>
              <a:avLst/>
              <a:gdLst/>
              <a:ahLst/>
              <a:cxnLst/>
              <a:rect l="l" t="t" r="r" b="b"/>
              <a:pathLst>
                <a:path w="25251" h="14974" extrusionOk="0">
                  <a:moveTo>
                    <a:pt x="1553" y="1"/>
                  </a:moveTo>
                  <a:cubicBezTo>
                    <a:pt x="703" y="1"/>
                    <a:pt x="0" y="666"/>
                    <a:pt x="0" y="1516"/>
                  </a:cubicBezTo>
                  <a:lnTo>
                    <a:pt x="0" y="14974"/>
                  </a:lnTo>
                  <a:lnTo>
                    <a:pt x="25251" y="14974"/>
                  </a:lnTo>
                  <a:lnTo>
                    <a:pt x="25251" y="1516"/>
                  </a:lnTo>
                  <a:cubicBezTo>
                    <a:pt x="25251" y="666"/>
                    <a:pt x="24586" y="1"/>
                    <a:pt x="237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2811;p51">
              <a:extLst>
                <a:ext uri="{FF2B5EF4-FFF2-40B4-BE49-F238E27FC236}">
                  <a16:creationId xmlns:a16="http://schemas.microsoft.com/office/drawing/2014/main" id="{6E2C1578-89E0-A478-67E0-A3C8503F5D0C}"/>
                </a:ext>
              </a:extLst>
            </p:cNvPr>
            <p:cNvSpPr/>
            <p:nvPr/>
          </p:nvSpPr>
          <p:spPr>
            <a:xfrm>
              <a:off x="3517450" y="3240125"/>
              <a:ext cx="647000" cy="391000"/>
            </a:xfrm>
            <a:custGeom>
              <a:avLst/>
              <a:gdLst/>
              <a:ahLst/>
              <a:cxnLst/>
              <a:rect l="l" t="t" r="r" b="b"/>
              <a:pathLst>
                <a:path w="25880" h="15640" extrusionOk="0">
                  <a:moveTo>
                    <a:pt x="24031" y="629"/>
                  </a:moveTo>
                  <a:cubicBezTo>
                    <a:pt x="24697" y="629"/>
                    <a:pt x="25251" y="1184"/>
                    <a:pt x="25251" y="1849"/>
                  </a:cubicBezTo>
                  <a:lnTo>
                    <a:pt x="25251" y="15011"/>
                  </a:lnTo>
                  <a:lnTo>
                    <a:pt x="592" y="15011"/>
                  </a:lnTo>
                  <a:lnTo>
                    <a:pt x="592" y="1849"/>
                  </a:lnTo>
                  <a:cubicBezTo>
                    <a:pt x="629" y="1184"/>
                    <a:pt x="1146" y="629"/>
                    <a:pt x="1849" y="629"/>
                  </a:cubicBezTo>
                  <a:close/>
                  <a:moveTo>
                    <a:pt x="1849" y="1"/>
                  </a:moveTo>
                  <a:cubicBezTo>
                    <a:pt x="814" y="1"/>
                    <a:pt x="0" y="851"/>
                    <a:pt x="0" y="1849"/>
                  </a:cubicBezTo>
                  <a:lnTo>
                    <a:pt x="0" y="15307"/>
                  </a:lnTo>
                  <a:cubicBezTo>
                    <a:pt x="0" y="15418"/>
                    <a:pt x="37" y="15492"/>
                    <a:pt x="74" y="15529"/>
                  </a:cubicBezTo>
                  <a:cubicBezTo>
                    <a:pt x="148" y="15603"/>
                    <a:pt x="222" y="15639"/>
                    <a:pt x="296" y="15639"/>
                  </a:cubicBezTo>
                  <a:lnTo>
                    <a:pt x="25547" y="15639"/>
                  </a:lnTo>
                  <a:cubicBezTo>
                    <a:pt x="25658" y="15639"/>
                    <a:pt x="25732" y="15603"/>
                    <a:pt x="25769" y="15529"/>
                  </a:cubicBezTo>
                  <a:cubicBezTo>
                    <a:pt x="25843" y="15492"/>
                    <a:pt x="25880" y="15418"/>
                    <a:pt x="25880" y="15307"/>
                  </a:cubicBezTo>
                  <a:lnTo>
                    <a:pt x="25880" y="1849"/>
                  </a:lnTo>
                  <a:cubicBezTo>
                    <a:pt x="25880" y="851"/>
                    <a:pt x="25029" y="1"/>
                    <a:pt x="240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2812;p51">
              <a:extLst>
                <a:ext uri="{FF2B5EF4-FFF2-40B4-BE49-F238E27FC236}">
                  <a16:creationId xmlns:a16="http://schemas.microsoft.com/office/drawing/2014/main" id="{49DC274A-9CD5-8747-A715-EE1DF5407C05}"/>
                </a:ext>
              </a:extLst>
            </p:cNvPr>
            <p:cNvSpPr/>
            <p:nvPr/>
          </p:nvSpPr>
          <p:spPr>
            <a:xfrm>
              <a:off x="4051675" y="2338050"/>
              <a:ext cx="475100" cy="475100"/>
            </a:xfrm>
            <a:custGeom>
              <a:avLst/>
              <a:gdLst/>
              <a:ahLst/>
              <a:cxnLst/>
              <a:rect l="l" t="t" r="r" b="b"/>
              <a:pathLst>
                <a:path w="19004" h="19004" extrusionOk="0">
                  <a:moveTo>
                    <a:pt x="9502" y="0"/>
                  </a:moveTo>
                  <a:cubicBezTo>
                    <a:pt x="4252" y="0"/>
                    <a:pt x="0" y="4252"/>
                    <a:pt x="0" y="9502"/>
                  </a:cubicBezTo>
                  <a:cubicBezTo>
                    <a:pt x="0" y="14752"/>
                    <a:pt x="4252" y="19003"/>
                    <a:pt x="9502" y="19003"/>
                  </a:cubicBezTo>
                  <a:cubicBezTo>
                    <a:pt x="14752" y="19003"/>
                    <a:pt x="19003" y="14752"/>
                    <a:pt x="19003" y="9502"/>
                  </a:cubicBezTo>
                  <a:cubicBezTo>
                    <a:pt x="19003" y="4252"/>
                    <a:pt x="14752" y="0"/>
                    <a:pt x="95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2813;p51">
              <a:extLst>
                <a:ext uri="{FF2B5EF4-FFF2-40B4-BE49-F238E27FC236}">
                  <a16:creationId xmlns:a16="http://schemas.microsoft.com/office/drawing/2014/main" id="{DE2E5F02-7F57-4023-B208-D447F7620570}"/>
                </a:ext>
              </a:extLst>
            </p:cNvPr>
            <p:cNvSpPr/>
            <p:nvPr/>
          </p:nvSpPr>
          <p:spPr>
            <a:xfrm>
              <a:off x="4043350" y="2329725"/>
              <a:ext cx="491725" cy="491750"/>
            </a:xfrm>
            <a:custGeom>
              <a:avLst/>
              <a:gdLst/>
              <a:ahLst/>
              <a:cxnLst/>
              <a:rect l="l" t="t" r="r" b="b"/>
              <a:pathLst>
                <a:path w="19669" h="19670" extrusionOk="0">
                  <a:moveTo>
                    <a:pt x="9835" y="629"/>
                  </a:moveTo>
                  <a:cubicBezTo>
                    <a:pt x="12386" y="629"/>
                    <a:pt x="14678" y="1664"/>
                    <a:pt x="16342" y="3328"/>
                  </a:cubicBezTo>
                  <a:cubicBezTo>
                    <a:pt x="18005" y="4992"/>
                    <a:pt x="19040" y="7284"/>
                    <a:pt x="19040" y="9835"/>
                  </a:cubicBezTo>
                  <a:cubicBezTo>
                    <a:pt x="19040" y="12386"/>
                    <a:pt x="18005" y="14678"/>
                    <a:pt x="16342" y="16342"/>
                  </a:cubicBezTo>
                  <a:cubicBezTo>
                    <a:pt x="14678" y="18005"/>
                    <a:pt x="12386" y="19041"/>
                    <a:pt x="9835" y="19041"/>
                  </a:cubicBezTo>
                  <a:cubicBezTo>
                    <a:pt x="7284" y="19041"/>
                    <a:pt x="4992" y="18005"/>
                    <a:pt x="3328" y="16342"/>
                  </a:cubicBezTo>
                  <a:cubicBezTo>
                    <a:pt x="1664" y="14678"/>
                    <a:pt x="629" y="12386"/>
                    <a:pt x="629" y="9835"/>
                  </a:cubicBezTo>
                  <a:cubicBezTo>
                    <a:pt x="629" y="7284"/>
                    <a:pt x="1664" y="4992"/>
                    <a:pt x="3328" y="3328"/>
                  </a:cubicBezTo>
                  <a:cubicBezTo>
                    <a:pt x="4992" y="1664"/>
                    <a:pt x="7284" y="629"/>
                    <a:pt x="9835" y="629"/>
                  </a:cubicBezTo>
                  <a:close/>
                  <a:moveTo>
                    <a:pt x="9835" y="1"/>
                  </a:moveTo>
                  <a:cubicBezTo>
                    <a:pt x="4400" y="1"/>
                    <a:pt x="1" y="4400"/>
                    <a:pt x="1" y="9835"/>
                  </a:cubicBezTo>
                  <a:cubicBezTo>
                    <a:pt x="1" y="15270"/>
                    <a:pt x="4400" y="19669"/>
                    <a:pt x="9835" y="19669"/>
                  </a:cubicBezTo>
                  <a:cubicBezTo>
                    <a:pt x="15269" y="19669"/>
                    <a:pt x="19669" y="15270"/>
                    <a:pt x="19669" y="9835"/>
                  </a:cubicBezTo>
                  <a:cubicBezTo>
                    <a:pt x="19669" y="4400"/>
                    <a:pt x="15269" y="1"/>
                    <a:pt x="98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2814;p51">
              <a:extLst>
                <a:ext uri="{FF2B5EF4-FFF2-40B4-BE49-F238E27FC236}">
                  <a16:creationId xmlns:a16="http://schemas.microsoft.com/office/drawing/2014/main" id="{99CEAEF9-6605-3171-BF25-7909B1BFD981}"/>
                </a:ext>
              </a:extLst>
            </p:cNvPr>
            <p:cNvSpPr/>
            <p:nvPr/>
          </p:nvSpPr>
          <p:spPr>
            <a:xfrm>
              <a:off x="4112675" y="2789100"/>
              <a:ext cx="193200" cy="368800"/>
            </a:xfrm>
            <a:custGeom>
              <a:avLst/>
              <a:gdLst/>
              <a:ahLst/>
              <a:cxnLst/>
              <a:rect l="l" t="t" r="r" b="b"/>
              <a:pathLst>
                <a:path w="7728" h="14752" extrusionOk="0">
                  <a:moveTo>
                    <a:pt x="7727" y="0"/>
                  </a:moveTo>
                  <a:lnTo>
                    <a:pt x="4511" y="481"/>
                  </a:lnTo>
                  <a:lnTo>
                    <a:pt x="0" y="14751"/>
                  </a:lnTo>
                  <a:lnTo>
                    <a:pt x="772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2815;p51">
              <a:extLst>
                <a:ext uri="{FF2B5EF4-FFF2-40B4-BE49-F238E27FC236}">
                  <a16:creationId xmlns:a16="http://schemas.microsoft.com/office/drawing/2014/main" id="{5581E9E7-D622-A590-FE8E-4EFF528770BB}"/>
                </a:ext>
              </a:extLst>
            </p:cNvPr>
            <p:cNvSpPr/>
            <p:nvPr/>
          </p:nvSpPr>
          <p:spPr>
            <a:xfrm>
              <a:off x="4103425" y="2780975"/>
              <a:ext cx="211675" cy="385050"/>
            </a:xfrm>
            <a:custGeom>
              <a:avLst/>
              <a:gdLst/>
              <a:ahLst/>
              <a:cxnLst/>
              <a:rect l="l" t="t" r="r" b="b"/>
              <a:pathLst>
                <a:path w="8467" h="15402" extrusionOk="0">
                  <a:moveTo>
                    <a:pt x="8121" y="0"/>
                  </a:moveTo>
                  <a:cubicBezTo>
                    <a:pt x="8006" y="0"/>
                    <a:pt x="7893" y="69"/>
                    <a:pt x="7838" y="177"/>
                  </a:cubicBezTo>
                  <a:lnTo>
                    <a:pt x="1701" y="11897"/>
                  </a:lnTo>
                  <a:lnTo>
                    <a:pt x="5140" y="917"/>
                  </a:lnTo>
                  <a:cubicBezTo>
                    <a:pt x="5214" y="769"/>
                    <a:pt x="5103" y="584"/>
                    <a:pt x="4955" y="510"/>
                  </a:cubicBezTo>
                  <a:cubicBezTo>
                    <a:pt x="4935" y="505"/>
                    <a:pt x="4915" y="503"/>
                    <a:pt x="4895" y="503"/>
                  </a:cubicBezTo>
                  <a:cubicBezTo>
                    <a:pt x="4761" y="503"/>
                    <a:pt x="4617" y="603"/>
                    <a:pt x="4585" y="732"/>
                  </a:cubicBezTo>
                  <a:lnTo>
                    <a:pt x="75" y="15003"/>
                  </a:lnTo>
                  <a:cubicBezTo>
                    <a:pt x="1" y="15150"/>
                    <a:pt x="75" y="15298"/>
                    <a:pt x="222" y="15372"/>
                  </a:cubicBezTo>
                  <a:cubicBezTo>
                    <a:pt x="262" y="15392"/>
                    <a:pt x="304" y="15401"/>
                    <a:pt x="346" y="15401"/>
                  </a:cubicBezTo>
                  <a:cubicBezTo>
                    <a:pt x="461" y="15401"/>
                    <a:pt x="575" y="15333"/>
                    <a:pt x="629" y="15224"/>
                  </a:cubicBezTo>
                  <a:lnTo>
                    <a:pt x="8393" y="473"/>
                  </a:lnTo>
                  <a:cubicBezTo>
                    <a:pt x="8467" y="325"/>
                    <a:pt x="8393" y="140"/>
                    <a:pt x="8245" y="29"/>
                  </a:cubicBezTo>
                  <a:cubicBezTo>
                    <a:pt x="8205" y="10"/>
                    <a:pt x="8163" y="0"/>
                    <a:pt x="81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2816;p51">
              <a:extLst>
                <a:ext uri="{FF2B5EF4-FFF2-40B4-BE49-F238E27FC236}">
                  <a16:creationId xmlns:a16="http://schemas.microsoft.com/office/drawing/2014/main" id="{69DFA889-46D5-5ECB-408F-3ED400D20969}"/>
                </a:ext>
              </a:extLst>
            </p:cNvPr>
            <p:cNvSpPr/>
            <p:nvPr/>
          </p:nvSpPr>
          <p:spPr>
            <a:xfrm>
              <a:off x="2612600" y="3247525"/>
              <a:ext cx="720950" cy="365125"/>
            </a:xfrm>
            <a:custGeom>
              <a:avLst/>
              <a:gdLst/>
              <a:ahLst/>
              <a:cxnLst/>
              <a:rect l="l" t="t" r="r" b="b"/>
              <a:pathLst>
                <a:path w="28838" h="14605" extrusionOk="0">
                  <a:moveTo>
                    <a:pt x="6544" y="1"/>
                  </a:moveTo>
                  <a:cubicBezTo>
                    <a:pt x="6359" y="1"/>
                    <a:pt x="6211" y="112"/>
                    <a:pt x="6137" y="259"/>
                  </a:cubicBezTo>
                  <a:lnTo>
                    <a:pt x="111" y="14013"/>
                  </a:lnTo>
                  <a:cubicBezTo>
                    <a:pt x="0" y="14271"/>
                    <a:pt x="222" y="14604"/>
                    <a:pt x="518" y="14604"/>
                  </a:cubicBezTo>
                  <a:lnTo>
                    <a:pt x="22293" y="14604"/>
                  </a:lnTo>
                  <a:cubicBezTo>
                    <a:pt x="22478" y="14604"/>
                    <a:pt x="22626" y="14493"/>
                    <a:pt x="22663" y="14345"/>
                  </a:cubicBezTo>
                  <a:lnTo>
                    <a:pt x="28726" y="592"/>
                  </a:lnTo>
                  <a:cubicBezTo>
                    <a:pt x="28837" y="333"/>
                    <a:pt x="28615" y="1"/>
                    <a:pt x="283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2817;p51">
              <a:extLst>
                <a:ext uri="{FF2B5EF4-FFF2-40B4-BE49-F238E27FC236}">
                  <a16:creationId xmlns:a16="http://schemas.microsoft.com/office/drawing/2014/main" id="{30DEAF87-419E-D95B-3299-835C6854D55E}"/>
                </a:ext>
              </a:extLst>
            </p:cNvPr>
            <p:cNvSpPr/>
            <p:nvPr/>
          </p:nvSpPr>
          <p:spPr>
            <a:xfrm>
              <a:off x="2607050" y="3240125"/>
              <a:ext cx="732025" cy="379900"/>
            </a:xfrm>
            <a:custGeom>
              <a:avLst/>
              <a:gdLst/>
              <a:ahLst/>
              <a:cxnLst/>
              <a:rect l="l" t="t" r="r" b="b"/>
              <a:pathLst>
                <a:path w="29281" h="15196" extrusionOk="0">
                  <a:moveTo>
                    <a:pt x="28542" y="592"/>
                  </a:moveTo>
                  <a:lnTo>
                    <a:pt x="28616" y="629"/>
                  </a:lnTo>
                  <a:lnTo>
                    <a:pt x="28652" y="740"/>
                  </a:lnTo>
                  <a:lnTo>
                    <a:pt x="28652" y="777"/>
                  </a:lnTo>
                  <a:lnTo>
                    <a:pt x="22626" y="14530"/>
                  </a:lnTo>
                  <a:lnTo>
                    <a:pt x="22515" y="14604"/>
                  </a:lnTo>
                  <a:lnTo>
                    <a:pt x="740" y="14604"/>
                  </a:lnTo>
                  <a:lnTo>
                    <a:pt x="666" y="14567"/>
                  </a:lnTo>
                  <a:lnTo>
                    <a:pt x="629" y="14456"/>
                  </a:lnTo>
                  <a:lnTo>
                    <a:pt x="629" y="14419"/>
                  </a:lnTo>
                  <a:lnTo>
                    <a:pt x="6655" y="666"/>
                  </a:lnTo>
                  <a:lnTo>
                    <a:pt x="6766" y="592"/>
                  </a:lnTo>
                  <a:close/>
                  <a:moveTo>
                    <a:pt x="6766" y="1"/>
                  </a:moveTo>
                  <a:cubicBezTo>
                    <a:pt x="6470" y="1"/>
                    <a:pt x="6211" y="149"/>
                    <a:pt x="6100" y="445"/>
                  </a:cubicBezTo>
                  <a:lnTo>
                    <a:pt x="74" y="14198"/>
                  </a:lnTo>
                  <a:lnTo>
                    <a:pt x="74" y="14161"/>
                  </a:lnTo>
                  <a:cubicBezTo>
                    <a:pt x="37" y="14272"/>
                    <a:pt x="0" y="14382"/>
                    <a:pt x="0" y="14456"/>
                  </a:cubicBezTo>
                  <a:cubicBezTo>
                    <a:pt x="0" y="14863"/>
                    <a:pt x="296" y="15196"/>
                    <a:pt x="740" y="15196"/>
                  </a:cubicBezTo>
                  <a:lnTo>
                    <a:pt x="22515" y="15196"/>
                  </a:lnTo>
                  <a:cubicBezTo>
                    <a:pt x="22811" y="15196"/>
                    <a:pt x="23070" y="15048"/>
                    <a:pt x="23181" y="14752"/>
                  </a:cubicBezTo>
                  <a:lnTo>
                    <a:pt x="29207" y="999"/>
                  </a:lnTo>
                  <a:cubicBezTo>
                    <a:pt x="29244" y="925"/>
                    <a:pt x="29281" y="814"/>
                    <a:pt x="29281" y="740"/>
                  </a:cubicBezTo>
                  <a:cubicBezTo>
                    <a:pt x="29281" y="334"/>
                    <a:pt x="28948" y="1"/>
                    <a:pt x="28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2818;p51">
              <a:extLst>
                <a:ext uri="{FF2B5EF4-FFF2-40B4-BE49-F238E27FC236}">
                  <a16:creationId xmlns:a16="http://schemas.microsoft.com/office/drawing/2014/main" id="{14E880BD-88D0-7C2A-D97A-2EEF75D78166}"/>
                </a:ext>
              </a:extLst>
            </p:cNvPr>
            <p:cNvSpPr/>
            <p:nvPr/>
          </p:nvSpPr>
          <p:spPr>
            <a:xfrm>
              <a:off x="2665275" y="3274325"/>
              <a:ext cx="615575" cy="311500"/>
            </a:xfrm>
            <a:custGeom>
              <a:avLst/>
              <a:gdLst/>
              <a:ahLst/>
              <a:cxnLst/>
              <a:rect l="l" t="t" r="r" b="b"/>
              <a:pathLst>
                <a:path w="24623" h="12460" extrusionOk="0">
                  <a:moveTo>
                    <a:pt x="5583" y="1"/>
                  </a:moveTo>
                  <a:cubicBezTo>
                    <a:pt x="5435" y="1"/>
                    <a:pt x="5324" y="75"/>
                    <a:pt x="5250" y="223"/>
                  </a:cubicBezTo>
                  <a:lnTo>
                    <a:pt x="111" y="11942"/>
                  </a:lnTo>
                  <a:cubicBezTo>
                    <a:pt x="0" y="12201"/>
                    <a:pt x="185" y="12460"/>
                    <a:pt x="444" y="12460"/>
                  </a:cubicBezTo>
                  <a:lnTo>
                    <a:pt x="19040" y="12460"/>
                  </a:lnTo>
                  <a:cubicBezTo>
                    <a:pt x="19188" y="12460"/>
                    <a:pt x="19299" y="12386"/>
                    <a:pt x="19373" y="12238"/>
                  </a:cubicBezTo>
                  <a:lnTo>
                    <a:pt x="24512" y="518"/>
                  </a:lnTo>
                  <a:cubicBezTo>
                    <a:pt x="24623" y="260"/>
                    <a:pt x="24438" y="1"/>
                    <a:pt x="241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2819;p51">
              <a:extLst>
                <a:ext uri="{FF2B5EF4-FFF2-40B4-BE49-F238E27FC236}">
                  <a16:creationId xmlns:a16="http://schemas.microsoft.com/office/drawing/2014/main" id="{52208AC1-FB80-B928-53B4-20704AB55D3A}"/>
                </a:ext>
              </a:extLst>
            </p:cNvPr>
            <p:cNvSpPr/>
            <p:nvPr/>
          </p:nvSpPr>
          <p:spPr>
            <a:xfrm>
              <a:off x="2659725" y="3266950"/>
              <a:ext cx="626675" cy="326275"/>
            </a:xfrm>
            <a:custGeom>
              <a:avLst/>
              <a:gdLst/>
              <a:ahLst/>
              <a:cxnLst/>
              <a:rect l="l" t="t" r="r" b="b"/>
              <a:pathLst>
                <a:path w="25067" h="13051" extrusionOk="0">
                  <a:moveTo>
                    <a:pt x="24401" y="592"/>
                  </a:moveTo>
                  <a:lnTo>
                    <a:pt x="24438" y="629"/>
                  </a:lnTo>
                  <a:lnTo>
                    <a:pt x="24438" y="666"/>
                  </a:lnTo>
                  <a:lnTo>
                    <a:pt x="19299" y="12422"/>
                  </a:lnTo>
                  <a:lnTo>
                    <a:pt x="19262" y="12459"/>
                  </a:lnTo>
                  <a:lnTo>
                    <a:pt x="666" y="12459"/>
                  </a:lnTo>
                  <a:lnTo>
                    <a:pt x="629" y="12422"/>
                  </a:lnTo>
                  <a:lnTo>
                    <a:pt x="629" y="12385"/>
                  </a:lnTo>
                  <a:lnTo>
                    <a:pt x="5768" y="629"/>
                  </a:lnTo>
                  <a:lnTo>
                    <a:pt x="5805" y="592"/>
                  </a:lnTo>
                  <a:close/>
                  <a:moveTo>
                    <a:pt x="5805" y="0"/>
                  </a:moveTo>
                  <a:cubicBezTo>
                    <a:pt x="5546" y="0"/>
                    <a:pt x="5324" y="148"/>
                    <a:pt x="5213" y="407"/>
                  </a:cubicBezTo>
                  <a:lnTo>
                    <a:pt x="38" y="12126"/>
                  </a:lnTo>
                  <a:cubicBezTo>
                    <a:pt x="1" y="12200"/>
                    <a:pt x="1" y="12311"/>
                    <a:pt x="1" y="12385"/>
                  </a:cubicBezTo>
                  <a:cubicBezTo>
                    <a:pt x="1" y="12755"/>
                    <a:pt x="296" y="13051"/>
                    <a:pt x="666" y="13051"/>
                  </a:cubicBezTo>
                  <a:lnTo>
                    <a:pt x="19262" y="13051"/>
                  </a:lnTo>
                  <a:cubicBezTo>
                    <a:pt x="19521" y="13051"/>
                    <a:pt x="19743" y="12903"/>
                    <a:pt x="19854" y="12644"/>
                  </a:cubicBezTo>
                  <a:lnTo>
                    <a:pt x="24993" y="924"/>
                  </a:lnTo>
                  <a:cubicBezTo>
                    <a:pt x="25067" y="850"/>
                    <a:pt x="25067" y="739"/>
                    <a:pt x="25067" y="666"/>
                  </a:cubicBezTo>
                  <a:cubicBezTo>
                    <a:pt x="25067" y="296"/>
                    <a:pt x="24771" y="0"/>
                    <a:pt x="24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2820;p51">
              <a:extLst>
                <a:ext uri="{FF2B5EF4-FFF2-40B4-BE49-F238E27FC236}">
                  <a16:creationId xmlns:a16="http://schemas.microsoft.com/office/drawing/2014/main" id="{0B83CE64-94F6-D6FB-B9F2-49501843BAE5}"/>
                </a:ext>
              </a:extLst>
            </p:cNvPr>
            <p:cNvSpPr/>
            <p:nvPr/>
          </p:nvSpPr>
          <p:spPr>
            <a:xfrm>
              <a:off x="2359350" y="3589500"/>
              <a:ext cx="818000" cy="26825"/>
            </a:xfrm>
            <a:custGeom>
              <a:avLst/>
              <a:gdLst/>
              <a:ahLst/>
              <a:cxnLst/>
              <a:rect l="l" t="t" r="r" b="b"/>
              <a:pathLst>
                <a:path w="32720" h="1073" extrusionOk="0">
                  <a:moveTo>
                    <a:pt x="0" y="1"/>
                  </a:moveTo>
                  <a:lnTo>
                    <a:pt x="0" y="1073"/>
                  </a:lnTo>
                  <a:lnTo>
                    <a:pt x="32719" y="1073"/>
                  </a:lnTo>
                  <a:lnTo>
                    <a:pt x="327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2821;p51">
              <a:extLst>
                <a:ext uri="{FF2B5EF4-FFF2-40B4-BE49-F238E27FC236}">
                  <a16:creationId xmlns:a16="http://schemas.microsoft.com/office/drawing/2014/main" id="{9C678ECC-7CB3-6C6F-CE62-CDFC683CD8E4}"/>
                </a:ext>
              </a:extLst>
            </p:cNvPr>
            <p:cNvSpPr/>
            <p:nvPr/>
          </p:nvSpPr>
          <p:spPr>
            <a:xfrm>
              <a:off x="2351950" y="3582125"/>
              <a:ext cx="833700" cy="42525"/>
            </a:xfrm>
            <a:custGeom>
              <a:avLst/>
              <a:gdLst/>
              <a:ahLst/>
              <a:cxnLst/>
              <a:rect l="l" t="t" r="r" b="b"/>
              <a:pathLst>
                <a:path w="33348" h="1701" extrusionOk="0">
                  <a:moveTo>
                    <a:pt x="32719" y="629"/>
                  </a:moveTo>
                  <a:lnTo>
                    <a:pt x="32719" y="1072"/>
                  </a:lnTo>
                  <a:lnTo>
                    <a:pt x="592" y="1072"/>
                  </a:lnTo>
                  <a:lnTo>
                    <a:pt x="592" y="629"/>
                  </a:lnTo>
                  <a:close/>
                  <a:moveTo>
                    <a:pt x="296" y="0"/>
                  </a:moveTo>
                  <a:cubicBezTo>
                    <a:pt x="222" y="0"/>
                    <a:pt x="148" y="37"/>
                    <a:pt x="74" y="74"/>
                  </a:cubicBezTo>
                  <a:cubicBezTo>
                    <a:pt x="37" y="148"/>
                    <a:pt x="0" y="222"/>
                    <a:pt x="0" y="296"/>
                  </a:cubicBezTo>
                  <a:lnTo>
                    <a:pt x="0" y="1368"/>
                  </a:lnTo>
                  <a:cubicBezTo>
                    <a:pt x="0" y="1442"/>
                    <a:pt x="37" y="1553"/>
                    <a:pt x="74" y="1590"/>
                  </a:cubicBezTo>
                  <a:cubicBezTo>
                    <a:pt x="148" y="1664"/>
                    <a:pt x="222" y="1701"/>
                    <a:pt x="296" y="1701"/>
                  </a:cubicBezTo>
                  <a:lnTo>
                    <a:pt x="33015" y="1701"/>
                  </a:lnTo>
                  <a:cubicBezTo>
                    <a:pt x="33089" y="1701"/>
                    <a:pt x="33200" y="1664"/>
                    <a:pt x="33237" y="1590"/>
                  </a:cubicBezTo>
                  <a:cubicBezTo>
                    <a:pt x="33311" y="1553"/>
                    <a:pt x="33348" y="1442"/>
                    <a:pt x="33348" y="1368"/>
                  </a:cubicBezTo>
                  <a:lnTo>
                    <a:pt x="33348" y="296"/>
                  </a:lnTo>
                  <a:cubicBezTo>
                    <a:pt x="33348" y="222"/>
                    <a:pt x="33311" y="148"/>
                    <a:pt x="33237" y="74"/>
                  </a:cubicBezTo>
                  <a:cubicBezTo>
                    <a:pt x="33200" y="37"/>
                    <a:pt x="33089" y="0"/>
                    <a:pt x="330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2822;p51">
              <a:extLst>
                <a:ext uri="{FF2B5EF4-FFF2-40B4-BE49-F238E27FC236}">
                  <a16:creationId xmlns:a16="http://schemas.microsoft.com/office/drawing/2014/main" id="{8E549091-226E-2728-9C24-C148089F78AA}"/>
                </a:ext>
              </a:extLst>
            </p:cNvPr>
            <p:cNvSpPr/>
            <p:nvPr/>
          </p:nvSpPr>
          <p:spPr>
            <a:xfrm>
              <a:off x="2780800" y="3589500"/>
              <a:ext cx="396550" cy="26825"/>
            </a:xfrm>
            <a:custGeom>
              <a:avLst/>
              <a:gdLst/>
              <a:ahLst/>
              <a:cxnLst/>
              <a:rect l="l" t="t" r="r" b="b"/>
              <a:pathLst>
                <a:path w="15862" h="1073" extrusionOk="0">
                  <a:moveTo>
                    <a:pt x="1" y="1"/>
                  </a:moveTo>
                  <a:lnTo>
                    <a:pt x="1" y="1073"/>
                  </a:lnTo>
                  <a:lnTo>
                    <a:pt x="15861" y="1073"/>
                  </a:lnTo>
                  <a:lnTo>
                    <a:pt x="1586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2823;p51">
              <a:extLst>
                <a:ext uri="{FF2B5EF4-FFF2-40B4-BE49-F238E27FC236}">
                  <a16:creationId xmlns:a16="http://schemas.microsoft.com/office/drawing/2014/main" id="{34886E0E-CBBC-DBC0-E91A-136A491EBB32}"/>
                </a:ext>
              </a:extLst>
            </p:cNvPr>
            <p:cNvSpPr/>
            <p:nvPr/>
          </p:nvSpPr>
          <p:spPr>
            <a:xfrm>
              <a:off x="2773400" y="3582125"/>
              <a:ext cx="412250" cy="42525"/>
            </a:xfrm>
            <a:custGeom>
              <a:avLst/>
              <a:gdLst/>
              <a:ahLst/>
              <a:cxnLst/>
              <a:rect l="l" t="t" r="r" b="b"/>
              <a:pathLst>
                <a:path w="16490" h="1701" extrusionOk="0">
                  <a:moveTo>
                    <a:pt x="15861" y="629"/>
                  </a:moveTo>
                  <a:lnTo>
                    <a:pt x="15861" y="1072"/>
                  </a:lnTo>
                  <a:lnTo>
                    <a:pt x="593" y="1072"/>
                  </a:lnTo>
                  <a:lnTo>
                    <a:pt x="593"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16157" y="1701"/>
                  </a:lnTo>
                  <a:cubicBezTo>
                    <a:pt x="16231" y="1701"/>
                    <a:pt x="16342" y="1664"/>
                    <a:pt x="16379" y="1590"/>
                  </a:cubicBezTo>
                  <a:cubicBezTo>
                    <a:pt x="16453" y="1553"/>
                    <a:pt x="16490" y="1442"/>
                    <a:pt x="16490" y="1368"/>
                  </a:cubicBezTo>
                  <a:lnTo>
                    <a:pt x="16490" y="296"/>
                  </a:lnTo>
                  <a:cubicBezTo>
                    <a:pt x="16490" y="222"/>
                    <a:pt x="16453" y="148"/>
                    <a:pt x="16379" y="74"/>
                  </a:cubicBezTo>
                  <a:cubicBezTo>
                    <a:pt x="16342" y="37"/>
                    <a:pt x="16231" y="0"/>
                    <a:pt x="161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2824;p51">
              <a:extLst>
                <a:ext uri="{FF2B5EF4-FFF2-40B4-BE49-F238E27FC236}">
                  <a16:creationId xmlns:a16="http://schemas.microsoft.com/office/drawing/2014/main" id="{DC580EEE-36E2-22AD-F4BB-AF8D5217C2D3}"/>
                </a:ext>
              </a:extLst>
            </p:cNvPr>
            <p:cNvSpPr/>
            <p:nvPr/>
          </p:nvSpPr>
          <p:spPr>
            <a:xfrm>
              <a:off x="2617200" y="2599625"/>
              <a:ext cx="476025" cy="476025"/>
            </a:xfrm>
            <a:custGeom>
              <a:avLst/>
              <a:gdLst/>
              <a:ahLst/>
              <a:cxnLst/>
              <a:rect l="l" t="t" r="r" b="b"/>
              <a:pathLst>
                <a:path w="19041" h="19041" extrusionOk="0">
                  <a:moveTo>
                    <a:pt x="9539" y="0"/>
                  </a:moveTo>
                  <a:cubicBezTo>
                    <a:pt x="4290" y="0"/>
                    <a:pt x="1" y="4252"/>
                    <a:pt x="1" y="9502"/>
                  </a:cubicBezTo>
                  <a:cubicBezTo>
                    <a:pt x="1" y="14788"/>
                    <a:pt x="4290" y="19040"/>
                    <a:pt x="9539" y="19040"/>
                  </a:cubicBezTo>
                  <a:cubicBezTo>
                    <a:pt x="14789" y="19040"/>
                    <a:pt x="19041" y="14788"/>
                    <a:pt x="19041" y="9502"/>
                  </a:cubicBezTo>
                  <a:cubicBezTo>
                    <a:pt x="19041" y="4252"/>
                    <a:pt x="14789"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2825;p51">
              <a:extLst>
                <a:ext uri="{FF2B5EF4-FFF2-40B4-BE49-F238E27FC236}">
                  <a16:creationId xmlns:a16="http://schemas.microsoft.com/office/drawing/2014/main" id="{085781A1-108E-0B96-3F35-DE7A4DA22814}"/>
                </a:ext>
              </a:extLst>
            </p:cNvPr>
            <p:cNvSpPr/>
            <p:nvPr/>
          </p:nvSpPr>
          <p:spPr>
            <a:xfrm>
              <a:off x="2609825" y="2592225"/>
              <a:ext cx="490800" cy="490800"/>
            </a:xfrm>
            <a:custGeom>
              <a:avLst/>
              <a:gdLst/>
              <a:ahLst/>
              <a:cxnLst/>
              <a:rect l="l" t="t" r="r" b="b"/>
              <a:pathLst>
                <a:path w="19632" h="19632" extrusionOk="0">
                  <a:moveTo>
                    <a:pt x="9834" y="592"/>
                  </a:moveTo>
                  <a:cubicBezTo>
                    <a:pt x="12385" y="592"/>
                    <a:pt x="14678" y="1627"/>
                    <a:pt x="16341" y="3291"/>
                  </a:cubicBezTo>
                  <a:cubicBezTo>
                    <a:pt x="18005" y="4954"/>
                    <a:pt x="19040" y="7284"/>
                    <a:pt x="19040" y="9798"/>
                  </a:cubicBezTo>
                  <a:cubicBezTo>
                    <a:pt x="19040" y="12349"/>
                    <a:pt x="18005" y="14641"/>
                    <a:pt x="16341" y="16304"/>
                  </a:cubicBezTo>
                  <a:cubicBezTo>
                    <a:pt x="14678" y="18005"/>
                    <a:pt x="12385" y="19003"/>
                    <a:pt x="9834" y="19003"/>
                  </a:cubicBezTo>
                  <a:cubicBezTo>
                    <a:pt x="7283" y="19003"/>
                    <a:pt x="4991" y="18005"/>
                    <a:pt x="3328" y="16304"/>
                  </a:cubicBezTo>
                  <a:cubicBezTo>
                    <a:pt x="1664" y="14641"/>
                    <a:pt x="629" y="12349"/>
                    <a:pt x="629" y="9798"/>
                  </a:cubicBezTo>
                  <a:cubicBezTo>
                    <a:pt x="629" y="7284"/>
                    <a:pt x="1664" y="4954"/>
                    <a:pt x="3328" y="3291"/>
                  </a:cubicBezTo>
                  <a:cubicBezTo>
                    <a:pt x="4991" y="1627"/>
                    <a:pt x="7283" y="592"/>
                    <a:pt x="9834" y="592"/>
                  </a:cubicBezTo>
                  <a:close/>
                  <a:moveTo>
                    <a:pt x="9834" y="0"/>
                  </a:moveTo>
                  <a:cubicBezTo>
                    <a:pt x="4400" y="0"/>
                    <a:pt x="0" y="4400"/>
                    <a:pt x="0" y="9798"/>
                  </a:cubicBezTo>
                  <a:cubicBezTo>
                    <a:pt x="0" y="15232"/>
                    <a:pt x="4400" y="19632"/>
                    <a:pt x="9834" y="19632"/>
                  </a:cubicBezTo>
                  <a:cubicBezTo>
                    <a:pt x="15232" y="19632"/>
                    <a:pt x="19632" y="15232"/>
                    <a:pt x="19632" y="9798"/>
                  </a:cubicBezTo>
                  <a:cubicBezTo>
                    <a:pt x="19632" y="4400"/>
                    <a:pt x="15232" y="0"/>
                    <a:pt x="9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2826;p51">
              <a:extLst>
                <a:ext uri="{FF2B5EF4-FFF2-40B4-BE49-F238E27FC236}">
                  <a16:creationId xmlns:a16="http://schemas.microsoft.com/office/drawing/2014/main" id="{F0ADAAD7-06AE-E98D-0BA7-FDC75EE08147}"/>
                </a:ext>
              </a:extLst>
            </p:cNvPr>
            <p:cNvSpPr/>
            <p:nvPr/>
          </p:nvSpPr>
          <p:spPr>
            <a:xfrm>
              <a:off x="2855675" y="3045125"/>
              <a:ext cx="68425" cy="300400"/>
            </a:xfrm>
            <a:custGeom>
              <a:avLst/>
              <a:gdLst/>
              <a:ahLst/>
              <a:cxnLst/>
              <a:rect l="l" t="t" r="r" b="b"/>
              <a:pathLst>
                <a:path w="2737" h="12016" extrusionOk="0">
                  <a:moveTo>
                    <a:pt x="2736" y="0"/>
                  </a:moveTo>
                  <a:lnTo>
                    <a:pt x="0" y="1220"/>
                  </a:lnTo>
                  <a:lnTo>
                    <a:pt x="2219" y="12016"/>
                  </a:lnTo>
                  <a:lnTo>
                    <a:pt x="27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2827;p51">
              <a:extLst>
                <a:ext uri="{FF2B5EF4-FFF2-40B4-BE49-F238E27FC236}">
                  <a16:creationId xmlns:a16="http://schemas.microsoft.com/office/drawing/2014/main" id="{629571F0-4810-F99B-B383-B48DC5802D0A}"/>
                </a:ext>
              </a:extLst>
            </p:cNvPr>
            <p:cNvSpPr/>
            <p:nvPr/>
          </p:nvSpPr>
          <p:spPr>
            <a:xfrm>
              <a:off x="2847350" y="3037950"/>
              <a:ext cx="84125" cy="315900"/>
            </a:xfrm>
            <a:custGeom>
              <a:avLst/>
              <a:gdLst/>
              <a:ahLst/>
              <a:cxnLst/>
              <a:rect l="l" t="t" r="r" b="b"/>
              <a:pathLst>
                <a:path w="3365" h="12636" extrusionOk="0">
                  <a:moveTo>
                    <a:pt x="2736" y="768"/>
                  </a:moveTo>
                  <a:lnTo>
                    <a:pt x="2367" y="9789"/>
                  </a:lnTo>
                  <a:lnTo>
                    <a:pt x="677" y="1664"/>
                  </a:lnTo>
                  <a:lnTo>
                    <a:pt x="677" y="1664"/>
                  </a:lnTo>
                  <a:lnTo>
                    <a:pt x="2736" y="768"/>
                  </a:lnTo>
                  <a:close/>
                  <a:moveTo>
                    <a:pt x="3083" y="1"/>
                  </a:moveTo>
                  <a:cubicBezTo>
                    <a:pt x="3032" y="1"/>
                    <a:pt x="2977" y="10"/>
                    <a:pt x="2921" y="28"/>
                  </a:cubicBezTo>
                  <a:lnTo>
                    <a:pt x="185" y="1211"/>
                  </a:lnTo>
                  <a:cubicBezTo>
                    <a:pt x="75" y="1285"/>
                    <a:pt x="1" y="1433"/>
                    <a:pt x="38" y="1544"/>
                  </a:cubicBezTo>
                  <a:lnTo>
                    <a:pt x="2256" y="12376"/>
                  </a:lnTo>
                  <a:cubicBezTo>
                    <a:pt x="2293" y="12524"/>
                    <a:pt x="2441" y="12635"/>
                    <a:pt x="2589" y="12635"/>
                  </a:cubicBezTo>
                  <a:cubicBezTo>
                    <a:pt x="2736" y="12598"/>
                    <a:pt x="2847" y="12487"/>
                    <a:pt x="2847" y="12340"/>
                  </a:cubicBezTo>
                  <a:lnTo>
                    <a:pt x="3365" y="324"/>
                  </a:lnTo>
                  <a:cubicBezTo>
                    <a:pt x="3365" y="213"/>
                    <a:pt x="3328" y="102"/>
                    <a:pt x="3217" y="28"/>
                  </a:cubicBezTo>
                  <a:cubicBezTo>
                    <a:pt x="3180" y="10"/>
                    <a:pt x="3134" y="1"/>
                    <a:pt x="30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2828;p51">
              <a:extLst>
                <a:ext uri="{FF2B5EF4-FFF2-40B4-BE49-F238E27FC236}">
                  <a16:creationId xmlns:a16="http://schemas.microsoft.com/office/drawing/2014/main" id="{1ED63FAC-F3B0-6687-3B1F-DE22063DC85D}"/>
                </a:ext>
              </a:extLst>
            </p:cNvPr>
            <p:cNvSpPr/>
            <p:nvPr/>
          </p:nvSpPr>
          <p:spPr>
            <a:xfrm>
              <a:off x="4462975" y="3403725"/>
              <a:ext cx="145125" cy="213525"/>
            </a:xfrm>
            <a:custGeom>
              <a:avLst/>
              <a:gdLst/>
              <a:ahLst/>
              <a:cxnLst/>
              <a:rect l="l" t="t" r="r" b="b"/>
              <a:pathLst>
                <a:path w="5805" h="8541" extrusionOk="0">
                  <a:moveTo>
                    <a:pt x="0" y="1"/>
                  </a:moveTo>
                  <a:lnTo>
                    <a:pt x="0" y="8541"/>
                  </a:lnTo>
                  <a:lnTo>
                    <a:pt x="5805" y="8541"/>
                  </a:lnTo>
                  <a:lnTo>
                    <a:pt x="580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2829;p51">
              <a:extLst>
                <a:ext uri="{FF2B5EF4-FFF2-40B4-BE49-F238E27FC236}">
                  <a16:creationId xmlns:a16="http://schemas.microsoft.com/office/drawing/2014/main" id="{84153F6B-7BBD-98A2-D54D-615C0F0319C5}"/>
                </a:ext>
              </a:extLst>
            </p:cNvPr>
            <p:cNvSpPr/>
            <p:nvPr/>
          </p:nvSpPr>
          <p:spPr>
            <a:xfrm>
              <a:off x="4455575" y="3396325"/>
              <a:ext cx="159925" cy="228325"/>
            </a:xfrm>
            <a:custGeom>
              <a:avLst/>
              <a:gdLst/>
              <a:ahLst/>
              <a:cxnLst/>
              <a:rect l="l" t="t" r="r" b="b"/>
              <a:pathLst>
                <a:path w="6397" h="9133" extrusionOk="0">
                  <a:moveTo>
                    <a:pt x="5768" y="592"/>
                  </a:moveTo>
                  <a:lnTo>
                    <a:pt x="5768" y="8504"/>
                  </a:lnTo>
                  <a:lnTo>
                    <a:pt x="629" y="8504"/>
                  </a:lnTo>
                  <a:lnTo>
                    <a:pt x="629" y="592"/>
                  </a:lnTo>
                  <a:close/>
                  <a:moveTo>
                    <a:pt x="296" y="1"/>
                  </a:moveTo>
                  <a:cubicBezTo>
                    <a:pt x="222" y="1"/>
                    <a:pt x="148" y="38"/>
                    <a:pt x="74" y="75"/>
                  </a:cubicBezTo>
                  <a:cubicBezTo>
                    <a:pt x="37" y="149"/>
                    <a:pt x="0" y="223"/>
                    <a:pt x="0" y="297"/>
                  </a:cubicBezTo>
                  <a:lnTo>
                    <a:pt x="0" y="8837"/>
                  </a:lnTo>
                  <a:cubicBezTo>
                    <a:pt x="0" y="8911"/>
                    <a:pt x="37" y="8985"/>
                    <a:pt x="74" y="9059"/>
                  </a:cubicBezTo>
                  <a:cubicBezTo>
                    <a:pt x="148" y="9096"/>
                    <a:pt x="222" y="9133"/>
                    <a:pt x="296" y="9133"/>
                  </a:cubicBezTo>
                  <a:lnTo>
                    <a:pt x="6101" y="9133"/>
                  </a:lnTo>
                  <a:cubicBezTo>
                    <a:pt x="6175" y="9133"/>
                    <a:pt x="6248" y="9096"/>
                    <a:pt x="6285" y="9059"/>
                  </a:cubicBezTo>
                  <a:cubicBezTo>
                    <a:pt x="6359" y="8985"/>
                    <a:pt x="6396" y="8911"/>
                    <a:pt x="6396" y="8837"/>
                  </a:cubicBezTo>
                  <a:lnTo>
                    <a:pt x="6396" y="297"/>
                  </a:lnTo>
                  <a:cubicBezTo>
                    <a:pt x="6396" y="223"/>
                    <a:pt x="6359" y="149"/>
                    <a:pt x="6285" y="75"/>
                  </a:cubicBezTo>
                  <a:cubicBezTo>
                    <a:pt x="6248" y="38"/>
                    <a:pt x="6175" y="1"/>
                    <a:pt x="6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2830;p51">
              <a:extLst>
                <a:ext uri="{FF2B5EF4-FFF2-40B4-BE49-F238E27FC236}">
                  <a16:creationId xmlns:a16="http://schemas.microsoft.com/office/drawing/2014/main" id="{BC2E5F89-3D95-CDEB-0017-A5F81EC68EEC}"/>
                </a:ext>
              </a:extLst>
            </p:cNvPr>
            <p:cNvSpPr/>
            <p:nvPr/>
          </p:nvSpPr>
          <p:spPr>
            <a:xfrm>
              <a:off x="4570175" y="3443475"/>
              <a:ext cx="77675" cy="144200"/>
            </a:xfrm>
            <a:custGeom>
              <a:avLst/>
              <a:gdLst/>
              <a:ahLst/>
              <a:cxnLst/>
              <a:rect l="l" t="t" r="r" b="b"/>
              <a:pathLst>
                <a:path w="3107" h="5768" extrusionOk="0">
                  <a:moveTo>
                    <a:pt x="481" y="0"/>
                  </a:moveTo>
                  <a:cubicBezTo>
                    <a:pt x="186" y="0"/>
                    <a:pt x="1" y="222"/>
                    <a:pt x="1" y="481"/>
                  </a:cubicBezTo>
                  <a:cubicBezTo>
                    <a:pt x="1" y="740"/>
                    <a:pt x="186" y="962"/>
                    <a:pt x="481" y="962"/>
                  </a:cubicBezTo>
                  <a:lnTo>
                    <a:pt x="1258" y="962"/>
                  </a:lnTo>
                  <a:cubicBezTo>
                    <a:pt x="1738" y="962"/>
                    <a:pt x="2145" y="1368"/>
                    <a:pt x="2145" y="1849"/>
                  </a:cubicBezTo>
                  <a:lnTo>
                    <a:pt x="2145" y="3919"/>
                  </a:lnTo>
                  <a:cubicBezTo>
                    <a:pt x="2145" y="4437"/>
                    <a:pt x="1738" y="4844"/>
                    <a:pt x="1258" y="4844"/>
                  </a:cubicBezTo>
                  <a:lnTo>
                    <a:pt x="629" y="4844"/>
                  </a:lnTo>
                  <a:cubicBezTo>
                    <a:pt x="371" y="4844"/>
                    <a:pt x="149" y="5028"/>
                    <a:pt x="149" y="5287"/>
                  </a:cubicBezTo>
                  <a:cubicBezTo>
                    <a:pt x="149" y="5583"/>
                    <a:pt x="371" y="5768"/>
                    <a:pt x="629" y="5768"/>
                  </a:cubicBezTo>
                  <a:lnTo>
                    <a:pt x="1258" y="5768"/>
                  </a:lnTo>
                  <a:cubicBezTo>
                    <a:pt x="2256" y="5768"/>
                    <a:pt x="3106" y="4955"/>
                    <a:pt x="3106" y="3919"/>
                  </a:cubicBezTo>
                  <a:lnTo>
                    <a:pt x="3106" y="1849"/>
                  </a:lnTo>
                  <a:cubicBezTo>
                    <a:pt x="3106" y="851"/>
                    <a:pt x="2256" y="0"/>
                    <a:pt x="125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2831;p51">
              <a:extLst>
                <a:ext uri="{FF2B5EF4-FFF2-40B4-BE49-F238E27FC236}">
                  <a16:creationId xmlns:a16="http://schemas.microsoft.com/office/drawing/2014/main" id="{580C7D3E-C453-C71A-477B-F836EC3DDBCB}"/>
                </a:ext>
              </a:extLst>
            </p:cNvPr>
            <p:cNvSpPr/>
            <p:nvPr/>
          </p:nvSpPr>
          <p:spPr>
            <a:xfrm>
              <a:off x="4561875" y="3436075"/>
              <a:ext cx="93375" cy="159925"/>
            </a:xfrm>
            <a:custGeom>
              <a:avLst/>
              <a:gdLst/>
              <a:ahLst/>
              <a:cxnLst/>
              <a:rect l="l" t="t" r="r" b="b"/>
              <a:pathLst>
                <a:path w="3735" h="6397" extrusionOk="0">
                  <a:moveTo>
                    <a:pt x="1590" y="592"/>
                  </a:moveTo>
                  <a:cubicBezTo>
                    <a:pt x="2440" y="629"/>
                    <a:pt x="3106" y="1295"/>
                    <a:pt x="3106" y="2145"/>
                  </a:cubicBezTo>
                  <a:lnTo>
                    <a:pt x="3106" y="4215"/>
                  </a:lnTo>
                  <a:cubicBezTo>
                    <a:pt x="3106" y="5066"/>
                    <a:pt x="2440" y="5768"/>
                    <a:pt x="1590" y="5768"/>
                  </a:cubicBezTo>
                  <a:lnTo>
                    <a:pt x="961" y="5768"/>
                  </a:lnTo>
                  <a:cubicBezTo>
                    <a:pt x="887" y="5768"/>
                    <a:pt x="813" y="5694"/>
                    <a:pt x="813" y="5583"/>
                  </a:cubicBezTo>
                  <a:cubicBezTo>
                    <a:pt x="813" y="5509"/>
                    <a:pt x="887" y="5435"/>
                    <a:pt x="961" y="5435"/>
                  </a:cubicBezTo>
                  <a:lnTo>
                    <a:pt x="1590" y="5435"/>
                  </a:lnTo>
                  <a:cubicBezTo>
                    <a:pt x="2255" y="5435"/>
                    <a:pt x="2773" y="4881"/>
                    <a:pt x="2773" y="4215"/>
                  </a:cubicBezTo>
                  <a:lnTo>
                    <a:pt x="2773" y="2145"/>
                  </a:lnTo>
                  <a:cubicBezTo>
                    <a:pt x="2773" y="1480"/>
                    <a:pt x="2255" y="962"/>
                    <a:pt x="1590" y="962"/>
                  </a:cubicBezTo>
                  <a:lnTo>
                    <a:pt x="813" y="962"/>
                  </a:lnTo>
                  <a:cubicBezTo>
                    <a:pt x="703" y="962"/>
                    <a:pt x="629" y="888"/>
                    <a:pt x="629" y="777"/>
                  </a:cubicBezTo>
                  <a:cubicBezTo>
                    <a:pt x="629" y="703"/>
                    <a:pt x="703" y="592"/>
                    <a:pt x="813" y="592"/>
                  </a:cubicBezTo>
                  <a:close/>
                  <a:moveTo>
                    <a:pt x="813" y="1"/>
                  </a:moveTo>
                  <a:cubicBezTo>
                    <a:pt x="370" y="1"/>
                    <a:pt x="0" y="333"/>
                    <a:pt x="0" y="777"/>
                  </a:cubicBezTo>
                  <a:cubicBezTo>
                    <a:pt x="0" y="1221"/>
                    <a:pt x="370" y="1553"/>
                    <a:pt x="813" y="1553"/>
                  </a:cubicBezTo>
                  <a:lnTo>
                    <a:pt x="1590" y="1553"/>
                  </a:lnTo>
                  <a:cubicBezTo>
                    <a:pt x="1886" y="1553"/>
                    <a:pt x="2181" y="1812"/>
                    <a:pt x="2181" y="2145"/>
                  </a:cubicBezTo>
                  <a:lnTo>
                    <a:pt x="2181" y="4215"/>
                  </a:lnTo>
                  <a:cubicBezTo>
                    <a:pt x="2181" y="4548"/>
                    <a:pt x="1886" y="4807"/>
                    <a:pt x="1590" y="4807"/>
                  </a:cubicBezTo>
                  <a:lnTo>
                    <a:pt x="961" y="4807"/>
                  </a:lnTo>
                  <a:cubicBezTo>
                    <a:pt x="518" y="4807"/>
                    <a:pt x="185" y="5177"/>
                    <a:pt x="185" y="5583"/>
                  </a:cubicBezTo>
                  <a:cubicBezTo>
                    <a:pt x="185" y="6027"/>
                    <a:pt x="518" y="6397"/>
                    <a:pt x="961" y="6397"/>
                  </a:cubicBezTo>
                  <a:lnTo>
                    <a:pt x="1590" y="6397"/>
                  </a:lnTo>
                  <a:cubicBezTo>
                    <a:pt x="2773" y="6397"/>
                    <a:pt x="3734" y="5398"/>
                    <a:pt x="3734" y="4215"/>
                  </a:cubicBezTo>
                  <a:lnTo>
                    <a:pt x="3734" y="2145"/>
                  </a:lnTo>
                  <a:cubicBezTo>
                    <a:pt x="3734" y="962"/>
                    <a:pt x="2773" y="1"/>
                    <a:pt x="15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2832;p51">
              <a:extLst>
                <a:ext uri="{FF2B5EF4-FFF2-40B4-BE49-F238E27FC236}">
                  <a16:creationId xmlns:a16="http://schemas.microsoft.com/office/drawing/2014/main" id="{BF4C4A41-9D66-DDC9-AE61-12151B31DE29}"/>
                </a:ext>
              </a:extLst>
            </p:cNvPr>
            <p:cNvSpPr/>
            <p:nvPr/>
          </p:nvSpPr>
          <p:spPr>
            <a:xfrm>
              <a:off x="4999975" y="3728150"/>
              <a:ext cx="140500" cy="1346100"/>
            </a:xfrm>
            <a:custGeom>
              <a:avLst/>
              <a:gdLst/>
              <a:ahLst/>
              <a:cxnLst/>
              <a:rect l="l" t="t" r="r" b="b"/>
              <a:pathLst>
                <a:path w="5620" h="53844" extrusionOk="0">
                  <a:moveTo>
                    <a:pt x="0" y="0"/>
                  </a:moveTo>
                  <a:lnTo>
                    <a:pt x="4474" y="53312"/>
                  </a:lnTo>
                  <a:cubicBezTo>
                    <a:pt x="4506" y="53634"/>
                    <a:pt x="4762" y="53844"/>
                    <a:pt x="5048" y="53844"/>
                  </a:cubicBezTo>
                  <a:cubicBezTo>
                    <a:pt x="5090" y="53844"/>
                    <a:pt x="5133" y="53839"/>
                    <a:pt x="5176" y="53830"/>
                  </a:cubicBezTo>
                  <a:cubicBezTo>
                    <a:pt x="5435" y="53756"/>
                    <a:pt x="5620" y="53497"/>
                    <a:pt x="5620" y="53201"/>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2833;p51">
              <a:extLst>
                <a:ext uri="{FF2B5EF4-FFF2-40B4-BE49-F238E27FC236}">
                  <a16:creationId xmlns:a16="http://schemas.microsoft.com/office/drawing/2014/main" id="{452EDB8C-6DD5-99F8-DB85-EE0775E682D8}"/>
                </a:ext>
              </a:extLst>
            </p:cNvPr>
            <p:cNvSpPr/>
            <p:nvPr/>
          </p:nvSpPr>
          <p:spPr>
            <a:xfrm>
              <a:off x="4991650" y="3720750"/>
              <a:ext cx="156225" cy="1360550"/>
            </a:xfrm>
            <a:custGeom>
              <a:avLst/>
              <a:gdLst/>
              <a:ahLst/>
              <a:cxnLst/>
              <a:rect l="l" t="t" r="r" b="b"/>
              <a:pathLst>
                <a:path w="6249" h="54422" extrusionOk="0">
                  <a:moveTo>
                    <a:pt x="2588" y="629"/>
                  </a:moveTo>
                  <a:lnTo>
                    <a:pt x="5620" y="53497"/>
                  </a:lnTo>
                  <a:lnTo>
                    <a:pt x="5620" y="53534"/>
                  </a:lnTo>
                  <a:lnTo>
                    <a:pt x="5620" y="53571"/>
                  </a:lnTo>
                  <a:cubicBezTo>
                    <a:pt x="5620" y="53682"/>
                    <a:pt x="5546" y="53793"/>
                    <a:pt x="5435" y="53793"/>
                  </a:cubicBezTo>
                  <a:lnTo>
                    <a:pt x="5361" y="53830"/>
                  </a:lnTo>
                  <a:cubicBezTo>
                    <a:pt x="5250" y="53830"/>
                    <a:pt x="5139" y="53719"/>
                    <a:pt x="5102" y="53571"/>
                  </a:cubicBezTo>
                  <a:lnTo>
                    <a:pt x="5099" y="53572"/>
                  </a:lnTo>
                  <a:lnTo>
                    <a:pt x="5099" y="53572"/>
                  </a:lnTo>
                  <a:lnTo>
                    <a:pt x="657" y="629"/>
                  </a:lnTo>
                  <a:close/>
                  <a:moveTo>
                    <a:pt x="333" y="1"/>
                  </a:moveTo>
                  <a:cubicBezTo>
                    <a:pt x="222" y="1"/>
                    <a:pt x="148" y="38"/>
                    <a:pt x="111" y="112"/>
                  </a:cubicBezTo>
                  <a:cubicBezTo>
                    <a:pt x="37" y="149"/>
                    <a:pt x="0" y="259"/>
                    <a:pt x="0" y="333"/>
                  </a:cubicBezTo>
                  <a:lnTo>
                    <a:pt x="4511" y="53645"/>
                  </a:lnTo>
                  <a:lnTo>
                    <a:pt x="4511" y="53682"/>
                  </a:lnTo>
                  <a:cubicBezTo>
                    <a:pt x="4548" y="54126"/>
                    <a:pt x="4954" y="54422"/>
                    <a:pt x="5361" y="54422"/>
                  </a:cubicBezTo>
                  <a:lnTo>
                    <a:pt x="5583" y="54422"/>
                  </a:lnTo>
                  <a:cubicBezTo>
                    <a:pt x="5990" y="54311"/>
                    <a:pt x="6248" y="53941"/>
                    <a:pt x="6248" y="53571"/>
                  </a:cubicBezTo>
                  <a:lnTo>
                    <a:pt x="6248" y="53460"/>
                  </a:lnTo>
                  <a:lnTo>
                    <a:pt x="3180" y="296"/>
                  </a:lnTo>
                  <a:cubicBezTo>
                    <a:pt x="3180" y="112"/>
                    <a:pt x="3069" y="1"/>
                    <a:pt x="28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2834;p51">
              <a:extLst>
                <a:ext uri="{FF2B5EF4-FFF2-40B4-BE49-F238E27FC236}">
                  <a16:creationId xmlns:a16="http://schemas.microsoft.com/office/drawing/2014/main" id="{2007B095-72A4-7095-1A21-2CF6C7B94509}"/>
                </a:ext>
              </a:extLst>
            </p:cNvPr>
            <p:cNvSpPr/>
            <p:nvPr/>
          </p:nvSpPr>
          <p:spPr>
            <a:xfrm>
              <a:off x="5752325" y="3728150"/>
              <a:ext cx="141425" cy="1349800"/>
            </a:xfrm>
            <a:custGeom>
              <a:avLst/>
              <a:gdLst/>
              <a:ahLst/>
              <a:cxnLst/>
              <a:rect l="l" t="t" r="r" b="b"/>
              <a:pathLst>
                <a:path w="5657" h="53992" extrusionOk="0">
                  <a:moveTo>
                    <a:pt x="0" y="0"/>
                  </a:moveTo>
                  <a:lnTo>
                    <a:pt x="4474" y="53497"/>
                  </a:lnTo>
                  <a:cubicBezTo>
                    <a:pt x="4538" y="53786"/>
                    <a:pt x="4770" y="53992"/>
                    <a:pt x="5048" y="53992"/>
                  </a:cubicBezTo>
                  <a:cubicBezTo>
                    <a:pt x="5090" y="53992"/>
                    <a:pt x="5133" y="53987"/>
                    <a:pt x="5176" y="53978"/>
                  </a:cubicBezTo>
                  <a:cubicBezTo>
                    <a:pt x="5472" y="53941"/>
                    <a:pt x="5657" y="53645"/>
                    <a:pt x="5620" y="53386"/>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2835;p51">
              <a:extLst>
                <a:ext uri="{FF2B5EF4-FFF2-40B4-BE49-F238E27FC236}">
                  <a16:creationId xmlns:a16="http://schemas.microsoft.com/office/drawing/2014/main" id="{8A3BBFB5-5C53-27FD-1F3B-70393A493232}"/>
                </a:ext>
              </a:extLst>
            </p:cNvPr>
            <p:cNvSpPr/>
            <p:nvPr/>
          </p:nvSpPr>
          <p:spPr>
            <a:xfrm>
              <a:off x="5744000" y="3720750"/>
              <a:ext cx="156225" cy="1365175"/>
            </a:xfrm>
            <a:custGeom>
              <a:avLst/>
              <a:gdLst/>
              <a:ahLst/>
              <a:cxnLst/>
              <a:rect l="l" t="t" r="r" b="b"/>
              <a:pathLst>
                <a:path w="6249" h="54607" extrusionOk="0">
                  <a:moveTo>
                    <a:pt x="2588" y="629"/>
                  </a:moveTo>
                  <a:lnTo>
                    <a:pt x="5657" y="53682"/>
                  </a:lnTo>
                  <a:lnTo>
                    <a:pt x="5657" y="53719"/>
                  </a:lnTo>
                  <a:cubicBezTo>
                    <a:pt x="5657" y="53867"/>
                    <a:pt x="5583" y="53978"/>
                    <a:pt x="5435" y="53978"/>
                  </a:cubicBezTo>
                  <a:lnTo>
                    <a:pt x="5398" y="53978"/>
                  </a:lnTo>
                  <a:cubicBezTo>
                    <a:pt x="5250" y="53978"/>
                    <a:pt x="5139" y="53904"/>
                    <a:pt x="5139" y="53756"/>
                  </a:cubicBezTo>
                  <a:lnTo>
                    <a:pt x="657" y="629"/>
                  </a:lnTo>
                  <a:close/>
                  <a:moveTo>
                    <a:pt x="333" y="1"/>
                  </a:moveTo>
                  <a:cubicBezTo>
                    <a:pt x="222" y="1"/>
                    <a:pt x="148" y="38"/>
                    <a:pt x="111" y="112"/>
                  </a:cubicBezTo>
                  <a:cubicBezTo>
                    <a:pt x="37" y="149"/>
                    <a:pt x="0" y="259"/>
                    <a:pt x="0" y="333"/>
                  </a:cubicBezTo>
                  <a:lnTo>
                    <a:pt x="4511" y="53830"/>
                  </a:lnTo>
                  <a:cubicBezTo>
                    <a:pt x="4585" y="54274"/>
                    <a:pt x="4955" y="54606"/>
                    <a:pt x="5398" y="54606"/>
                  </a:cubicBezTo>
                  <a:cubicBezTo>
                    <a:pt x="5472" y="54606"/>
                    <a:pt x="5509" y="54606"/>
                    <a:pt x="5583" y="54569"/>
                  </a:cubicBezTo>
                  <a:cubicBezTo>
                    <a:pt x="5990" y="54495"/>
                    <a:pt x="6248" y="54126"/>
                    <a:pt x="6248" y="53719"/>
                  </a:cubicBezTo>
                  <a:lnTo>
                    <a:pt x="6248" y="53645"/>
                  </a:lnTo>
                  <a:lnTo>
                    <a:pt x="3217" y="296"/>
                  </a:lnTo>
                  <a:cubicBezTo>
                    <a:pt x="3180" y="112"/>
                    <a:pt x="3069" y="1"/>
                    <a:pt x="28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2836;p51">
              <a:extLst>
                <a:ext uri="{FF2B5EF4-FFF2-40B4-BE49-F238E27FC236}">
                  <a16:creationId xmlns:a16="http://schemas.microsoft.com/office/drawing/2014/main" id="{4D75FA35-880C-A1CD-039C-B27F213097D3}"/>
                </a:ext>
              </a:extLst>
            </p:cNvPr>
            <p:cNvSpPr/>
            <p:nvPr/>
          </p:nvSpPr>
          <p:spPr>
            <a:xfrm>
              <a:off x="2587625" y="3728150"/>
              <a:ext cx="123875" cy="1337800"/>
            </a:xfrm>
            <a:custGeom>
              <a:avLst/>
              <a:gdLst/>
              <a:ahLst/>
              <a:cxnLst/>
              <a:rect l="l" t="t" r="r" b="b"/>
              <a:pathLst>
                <a:path w="4955" h="53512" extrusionOk="0">
                  <a:moveTo>
                    <a:pt x="2404" y="0"/>
                  </a:moveTo>
                  <a:lnTo>
                    <a:pt x="38" y="52869"/>
                  </a:lnTo>
                  <a:cubicBezTo>
                    <a:pt x="1" y="53164"/>
                    <a:pt x="186" y="53423"/>
                    <a:pt x="482" y="53497"/>
                  </a:cubicBezTo>
                  <a:cubicBezTo>
                    <a:pt x="520" y="53507"/>
                    <a:pt x="559" y="53511"/>
                    <a:pt x="598" y="53511"/>
                  </a:cubicBezTo>
                  <a:cubicBezTo>
                    <a:pt x="859" y="53511"/>
                    <a:pt x="1115" y="53306"/>
                    <a:pt x="1147" y="53016"/>
                  </a:cubicBezTo>
                  <a:lnTo>
                    <a:pt x="495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2837;p51">
              <a:extLst>
                <a:ext uri="{FF2B5EF4-FFF2-40B4-BE49-F238E27FC236}">
                  <a16:creationId xmlns:a16="http://schemas.microsoft.com/office/drawing/2014/main" id="{68AE0687-5FEC-E9A3-C799-CE55E86FD4EF}"/>
                </a:ext>
              </a:extLst>
            </p:cNvPr>
            <p:cNvSpPr/>
            <p:nvPr/>
          </p:nvSpPr>
          <p:spPr>
            <a:xfrm>
              <a:off x="2580250" y="3720750"/>
              <a:ext cx="138650" cy="1352225"/>
            </a:xfrm>
            <a:custGeom>
              <a:avLst/>
              <a:gdLst/>
              <a:ahLst/>
              <a:cxnLst/>
              <a:rect l="l" t="t" r="r" b="b"/>
              <a:pathLst>
                <a:path w="5546" h="54089" extrusionOk="0">
                  <a:moveTo>
                    <a:pt x="4917" y="629"/>
                  </a:moveTo>
                  <a:lnTo>
                    <a:pt x="1149" y="53239"/>
                  </a:lnTo>
                  <a:lnTo>
                    <a:pt x="1149" y="53239"/>
                  </a:lnTo>
                  <a:lnTo>
                    <a:pt x="1146" y="53238"/>
                  </a:lnTo>
                  <a:cubicBezTo>
                    <a:pt x="1146" y="53386"/>
                    <a:pt x="998" y="53497"/>
                    <a:pt x="887" y="53497"/>
                  </a:cubicBezTo>
                  <a:lnTo>
                    <a:pt x="850" y="53460"/>
                  </a:lnTo>
                  <a:cubicBezTo>
                    <a:pt x="703" y="53460"/>
                    <a:pt x="629" y="53349"/>
                    <a:pt x="629" y="53202"/>
                  </a:cubicBezTo>
                  <a:lnTo>
                    <a:pt x="629" y="53165"/>
                  </a:lnTo>
                  <a:lnTo>
                    <a:pt x="2982" y="629"/>
                  </a:lnTo>
                  <a:close/>
                  <a:moveTo>
                    <a:pt x="2699" y="1"/>
                  </a:moveTo>
                  <a:cubicBezTo>
                    <a:pt x="2514" y="1"/>
                    <a:pt x="2366" y="112"/>
                    <a:pt x="2366" y="296"/>
                  </a:cubicBezTo>
                  <a:lnTo>
                    <a:pt x="0" y="53128"/>
                  </a:lnTo>
                  <a:lnTo>
                    <a:pt x="0" y="53202"/>
                  </a:lnTo>
                  <a:cubicBezTo>
                    <a:pt x="0" y="53608"/>
                    <a:pt x="296" y="53978"/>
                    <a:pt x="703" y="54089"/>
                  </a:cubicBezTo>
                  <a:lnTo>
                    <a:pt x="887" y="54089"/>
                  </a:lnTo>
                  <a:cubicBezTo>
                    <a:pt x="1331" y="54089"/>
                    <a:pt x="1701" y="53793"/>
                    <a:pt x="1775" y="53349"/>
                  </a:cubicBezTo>
                  <a:lnTo>
                    <a:pt x="1775" y="53312"/>
                  </a:lnTo>
                  <a:lnTo>
                    <a:pt x="5546" y="333"/>
                  </a:lnTo>
                  <a:cubicBezTo>
                    <a:pt x="5546" y="259"/>
                    <a:pt x="5509" y="149"/>
                    <a:pt x="5472" y="112"/>
                  </a:cubicBezTo>
                  <a:cubicBezTo>
                    <a:pt x="5398" y="38"/>
                    <a:pt x="5324" y="1"/>
                    <a:pt x="5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2838;p51">
              <a:extLst>
                <a:ext uri="{FF2B5EF4-FFF2-40B4-BE49-F238E27FC236}">
                  <a16:creationId xmlns:a16="http://schemas.microsoft.com/office/drawing/2014/main" id="{0BCFC0B4-98ED-2E8A-95C8-A8CEA66ED703}"/>
                </a:ext>
              </a:extLst>
            </p:cNvPr>
            <p:cNvSpPr/>
            <p:nvPr/>
          </p:nvSpPr>
          <p:spPr>
            <a:xfrm>
              <a:off x="1894425" y="3728150"/>
              <a:ext cx="122975" cy="1333175"/>
            </a:xfrm>
            <a:custGeom>
              <a:avLst/>
              <a:gdLst/>
              <a:ahLst/>
              <a:cxnLst/>
              <a:rect l="l" t="t" r="r" b="b"/>
              <a:pathLst>
                <a:path w="4919" h="53327" extrusionOk="0">
                  <a:moveTo>
                    <a:pt x="2367" y="0"/>
                  </a:moveTo>
                  <a:lnTo>
                    <a:pt x="38" y="52684"/>
                  </a:lnTo>
                  <a:cubicBezTo>
                    <a:pt x="1" y="52979"/>
                    <a:pt x="186" y="53238"/>
                    <a:pt x="445" y="53312"/>
                  </a:cubicBezTo>
                  <a:cubicBezTo>
                    <a:pt x="488" y="53322"/>
                    <a:pt x="531" y="53326"/>
                    <a:pt x="574" y="53326"/>
                  </a:cubicBezTo>
                  <a:cubicBezTo>
                    <a:pt x="859" y="53326"/>
                    <a:pt x="1115" y="53121"/>
                    <a:pt x="1147" y="52832"/>
                  </a:cubicBezTo>
                  <a:lnTo>
                    <a:pt x="49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2839;p51">
              <a:extLst>
                <a:ext uri="{FF2B5EF4-FFF2-40B4-BE49-F238E27FC236}">
                  <a16:creationId xmlns:a16="http://schemas.microsoft.com/office/drawing/2014/main" id="{2B43F3B1-F1CB-4A5D-D6DA-AAEF8B5CAC93}"/>
                </a:ext>
              </a:extLst>
            </p:cNvPr>
            <p:cNvSpPr/>
            <p:nvPr/>
          </p:nvSpPr>
          <p:spPr>
            <a:xfrm>
              <a:off x="1887050" y="3720750"/>
              <a:ext cx="138650" cy="1348525"/>
            </a:xfrm>
            <a:custGeom>
              <a:avLst/>
              <a:gdLst/>
              <a:ahLst/>
              <a:cxnLst/>
              <a:rect l="l" t="t" r="r" b="b"/>
              <a:pathLst>
                <a:path w="5546" h="53941" extrusionOk="0">
                  <a:moveTo>
                    <a:pt x="4880" y="629"/>
                  </a:moveTo>
                  <a:lnTo>
                    <a:pt x="1146" y="53091"/>
                  </a:lnTo>
                  <a:cubicBezTo>
                    <a:pt x="1109" y="53202"/>
                    <a:pt x="998" y="53312"/>
                    <a:pt x="887" y="53312"/>
                  </a:cubicBezTo>
                  <a:lnTo>
                    <a:pt x="814" y="53312"/>
                  </a:lnTo>
                  <a:cubicBezTo>
                    <a:pt x="703" y="53275"/>
                    <a:pt x="629" y="53165"/>
                    <a:pt x="629" y="53017"/>
                  </a:cubicBezTo>
                  <a:lnTo>
                    <a:pt x="629" y="52980"/>
                  </a:lnTo>
                  <a:lnTo>
                    <a:pt x="2982" y="629"/>
                  </a:lnTo>
                  <a:close/>
                  <a:moveTo>
                    <a:pt x="2662" y="1"/>
                  </a:moveTo>
                  <a:cubicBezTo>
                    <a:pt x="2514" y="1"/>
                    <a:pt x="2366" y="112"/>
                    <a:pt x="2366" y="296"/>
                  </a:cubicBezTo>
                  <a:lnTo>
                    <a:pt x="2" y="52943"/>
                  </a:lnTo>
                  <a:lnTo>
                    <a:pt x="2" y="52943"/>
                  </a:lnTo>
                  <a:lnTo>
                    <a:pt x="0" y="52943"/>
                  </a:lnTo>
                  <a:lnTo>
                    <a:pt x="0" y="53017"/>
                  </a:lnTo>
                  <a:cubicBezTo>
                    <a:pt x="0" y="53423"/>
                    <a:pt x="296" y="53793"/>
                    <a:pt x="666" y="53904"/>
                  </a:cubicBezTo>
                  <a:cubicBezTo>
                    <a:pt x="740" y="53904"/>
                    <a:pt x="814" y="53941"/>
                    <a:pt x="887" y="53941"/>
                  </a:cubicBezTo>
                  <a:cubicBezTo>
                    <a:pt x="1331" y="53941"/>
                    <a:pt x="1701" y="53608"/>
                    <a:pt x="1775" y="53165"/>
                  </a:cubicBezTo>
                  <a:lnTo>
                    <a:pt x="1775" y="53128"/>
                  </a:lnTo>
                  <a:lnTo>
                    <a:pt x="5546" y="333"/>
                  </a:lnTo>
                  <a:cubicBezTo>
                    <a:pt x="5546" y="259"/>
                    <a:pt x="5509" y="149"/>
                    <a:pt x="5435" y="112"/>
                  </a:cubicBezTo>
                  <a:cubicBezTo>
                    <a:pt x="5398" y="38"/>
                    <a:pt x="5324" y="1"/>
                    <a:pt x="52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2840;p51">
              <a:extLst>
                <a:ext uri="{FF2B5EF4-FFF2-40B4-BE49-F238E27FC236}">
                  <a16:creationId xmlns:a16="http://schemas.microsoft.com/office/drawing/2014/main" id="{BDCB5697-5AF6-EEBF-04AA-44BC9940A154}"/>
                </a:ext>
              </a:extLst>
            </p:cNvPr>
            <p:cNvSpPr/>
            <p:nvPr/>
          </p:nvSpPr>
          <p:spPr>
            <a:xfrm>
              <a:off x="1912000" y="3654200"/>
              <a:ext cx="3986375" cy="114650"/>
            </a:xfrm>
            <a:custGeom>
              <a:avLst/>
              <a:gdLst/>
              <a:ahLst/>
              <a:cxnLst/>
              <a:rect l="l" t="t" r="r" b="b"/>
              <a:pathLst>
                <a:path w="159455" h="4586" extrusionOk="0">
                  <a:moveTo>
                    <a:pt x="0" y="1"/>
                  </a:moveTo>
                  <a:lnTo>
                    <a:pt x="0" y="4585"/>
                  </a:lnTo>
                  <a:lnTo>
                    <a:pt x="159455" y="4585"/>
                  </a:lnTo>
                  <a:lnTo>
                    <a:pt x="1594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2841;p51">
              <a:extLst>
                <a:ext uri="{FF2B5EF4-FFF2-40B4-BE49-F238E27FC236}">
                  <a16:creationId xmlns:a16="http://schemas.microsoft.com/office/drawing/2014/main" id="{24BB2EBF-CD45-B89A-B312-2B9C60AAF2F3}"/>
                </a:ext>
              </a:extLst>
            </p:cNvPr>
            <p:cNvSpPr/>
            <p:nvPr/>
          </p:nvSpPr>
          <p:spPr>
            <a:xfrm>
              <a:off x="1904600" y="3646800"/>
              <a:ext cx="4001175" cy="130350"/>
            </a:xfrm>
            <a:custGeom>
              <a:avLst/>
              <a:gdLst/>
              <a:ahLst/>
              <a:cxnLst/>
              <a:rect l="l" t="t" r="r" b="b"/>
              <a:pathLst>
                <a:path w="160047" h="5214" extrusionOk="0">
                  <a:moveTo>
                    <a:pt x="159455" y="629"/>
                  </a:moveTo>
                  <a:lnTo>
                    <a:pt x="159455" y="4585"/>
                  </a:lnTo>
                  <a:lnTo>
                    <a:pt x="592" y="4585"/>
                  </a:lnTo>
                  <a:lnTo>
                    <a:pt x="592" y="629"/>
                  </a:lnTo>
                  <a:close/>
                  <a:moveTo>
                    <a:pt x="296" y="1"/>
                  </a:moveTo>
                  <a:cubicBezTo>
                    <a:pt x="222" y="1"/>
                    <a:pt x="149" y="38"/>
                    <a:pt x="75" y="112"/>
                  </a:cubicBezTo>
                  <a:cubicBezTo>
                    <a:pt x="38" y="149"/>
                    <a:pt x="1" y="223"/>
                    <a:pt x="1" y="297"/>
                  </a:cubicBezTo>
                  <a:lnTo>
                    <a:pt x="1" y="4881"/>
                  </a:lnTo>
                  <a:cubicBezTo>
                    <a:pt x="1" y="4955"/>
                    <a:pt x="38" y="5066"/>
                    <a:pt x="75" y="5103"/>
                  </a:cubicBezTo>
                  <a:cubicBezTo>
                    <a:pt x="149" y="5177"/>
                    <a:pt x="222" y="5214"/>
                    <a:pt x="296" y="5214"/>
                  </a:cubicBezTo>
                  <a:lnTo>
                    <a:pt x="159751" y="5214"/>
                  </a:lnTo>
                  <a:cubicBezTo>
                    <a:pt x="159824" y="5214"/>
                    <a:pt x="159898" y="5177"/>
                    <a:pt x="159972" y="5103"/>
                  </a:cubicBezTo>
                  <a:cubicBezTo>
                    <a:pt x="160046" y="5066"/>
                    <a:pt x="160046" y="4955"/>
                    <a:pt x="160046" y="4881"/>
                  </a:cubicBezTo>
                  <a:lnTo>
                    <a:pt x="160046" y="297"/>
                  </a:lnTo>
                  <a:cubicBezTo>
                    <a:pt x="160046" y="223"/>
                    <a:pt x="160046" y="149"/>
                    <a:pt x="159972" y="112"/>
                  </a:cubicBezTo>
                  <a:cubicBezTo>
                    <a:pt x="159898" y="38"/>
                    <a:pt x="159824" y="1"/>
                    <a:pt x="1597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2842;p51">
              <a:extLst>
                <a:ext uri="{FF2B5EF4-FFF2-40B4-BE49-F238E27FC236}">
                  <a16:creationId xmlns:a16="http://schemas.microsoft.com/office/drawing/2014/main" id="{38E48CF3-96A2-3CA4-90E9-59CA715ECEDB}"/>
                </a:ext>
              </a:extLst>
            </p:cNvPr>
            <p:cNvSpPr/>
            <p:nvPr/>
          </p:nvSpPr>
          <p:spPr>
            <a:xfrm>
              <a:off x="1912000" y="3654200"/>
              <a:ext cx="3986375" cy="39775"/>
            </a:xfrm>
            <a:custGeom>
              <a:avLst/>
              <a:gdLst/>
              <a:ahLst/>
              <a:cxnLst/>
              <a:rect l="l" t="t" r="r" b="b"/>
              <a:pathLst>
                <a:path w="159455" h="1591" extrusionOk="0">
                  <a:moveTo>
                    <a:pt x="0" y="1"/>
                  </a:moveTo>
                  <a:lnTo>
                    <a:pt x="0" y="1591"/>
                  </a:lnTo>
                  <a:lnTo>
                    <a:pt x="159455" y="1591"/>
                  </a:lnTo>
                  <a:lnTo>
                    <a:pt x="15945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2843;p51">
              <a:extLst>
                <a:ext uri="{FF2B5EF4-FFF2-40B4-BE49-F238E27FC236}">
                  <a16:creationId xmlns:a16="http://schemas.microsoft.com/office/drawing/2014/main" id="{F13B944A-5E27-9B8A-8BE1-C14050105A55}"/>
                </a:ext>
              </a:extLst>
            </p:cNvPr>
            <p:cNvSpPr/>
            <p:nvPr/>
          </p:nvSpPr>
          <p:spPr>
            <a:xfrm>
              <a:off x="1904600" y="3646800"/>
              <a:ext cx="4001175" cy="54575"/>
            </a:xfrm>
            <a:custGeom>
              <a:avLst/>
              <a:gdLst/>
              <a:ahLst/>
              <a:cxnLst/>
              <a:rect l="l" t="t" r="r" b="b"/>
              <a:pathLst>
                <a:path w="160047" h="2183" extrusionOk="0">
                  <a:moveTo>
                    <a:pt x="159455" y="629"/>
                  </a:moveTo>
                  <a:lnTo>
                    <a:pt x="159455" y="1591"/>
                  </a:lnTo>
                  <a:lnTo>
                    <a:pt x="592" y="1591"/>
                  </a:lnTo>
                  <a:lnTo>
                    <a:pt x="592" y="629"/>
                  </a:lnTo>
                  <a:close/>
                  <a:moveTo>
                    <a:pt x="296" y="1"/>
                  </a:moveTo>
                  <a:cubicBezTo>
                    <a:pt x="222" y="1"/>
                    <a:pt x="149" y="38"/>
                    <a:pt x="75" y="112"/>
                  </a:cubicBezTo>
                  <a:cubicBezTo>
                    <a:pt x="38" y="149"/>
                    <a:pt x="1" y="223"/>
                    <a:pt x="1" y="297"/>
                  </a:cubicBezTo>
                  <a:lnTo>
                    <a:pt x="1" y="1887"/>
                  </a:lnTo>
                  <a:cubicBezTo>
                    <a:pt x="1" y="1960"/>
                    <a:pt x="38" y="2034"/>
                    <a:pt x="75" y="2108"/>
                  </a:cubicBezTo>
                  <a:cubicBezTo>
                    <a:pt x="149" y="2145"/>
                    <a:pt x="222" y="2182"/>
                    <a:pt x="296" y="2182"/>
                  </a:cubicBezTo>
                  <a:lnTo>
                    <a:pt x="159751" y="2182"/>
                  </a:lnTo>
                  <a:cubicBezTo>
                    <a:pt x="159824" y="2182"/>
                    <a:pt x="159898" y="2145"/>
                    <a:pt x="159972" y="2108"/>
                  </a:cubicBezTo>
                  <a:cubicBezTo>
                    <a:pt x="160046" y="2034"/>
                    <a:pt x="160046" y="1960"/>
                    <a:pt x="160046" y="1887"/>
                  </a:cubicBezTo>
                  <a:lnTo>
                    <a:pt x="160046" y="297"/>
                  </a:lnTo>
                  <a:cubicBezTo>
                    <a:pt x="160046" y="223"/>
                    <a:pt x="160046" y="149"/>
                    <a:pt x="159972" y="112"/>
                  </a:cubicBezTo>
                  <a:cubicBezTo>
                    <a:pt x="159898" y="38"/>
                    <a:pt x="159824" y="1"/>
                    <a:pt x="1597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2844;p51">
              <a:extLst>
                <a:ext uri="{FF2B5EF4-FFF2-40B4-BE49-F238E27FC236}">
                  <a16:creationId xmlns:a16="http://schemas.microsoft.com/office/drawing/2014/main" id="{BFDF3B98-F1B9-CE98-0A0F-CA8B025D3564}"/>
                </a:ext>
              </a:extLst>
            </p:cNvPr>
            <p:cNvSpPr/>
            <p:nvPr/>
          </p:nvSpPr>
          <p:spPr>
            <a:xfrm>
              <a:off x="4901075" y="3654200"/>
              <a:ext cx="997300" cy="114650"/>
            </a:xfrm>
            <a:custGeom>
              <a:avLst/>
              <a:gdLst/>
              <a:ahLst/>
              <a:cxnLst/>
              <a:rect l="l" t="t" r="r" b="b"/>
              <a:pathLst>
                <a:path w="39892" h="4586" extrusionOk="0">
                  <a:moveTo>
                    <a:pt x="0" y="1"/>
                  </a:moveTo>
                  <a:lnTo>
                    <a:pt x="0" y="4585"/>
                  </a:lnTo>
                  <a:lnTo>
                    <a:pt x="39892" y="4585"/>
                  </a:lnTo>
                  <a:lnTo>
                    <a:pt x="3989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2845;p51">
              <a:extLst>
                <a:ext uri="{FF2B5EF4-FFF2-40B4-BE49-F238E27FC236}">
                  <a16:creationId xmlns:a16="http://schemas.microsoft.com/office/drawing/2014/main" id="{408F7C7B-97B9-91C0-AD09-235C856332C5}"/>
                </a:ext>
              </a:extLst>
            </p:cNvPr>
            <p:cNvSpPr/>
            <p:nvPr/>
          </p:nvSpPr>
          <p:spPr>
            <a:xfrm>
              <a:off x="4893675" y="3646800"/>
              <a:ext cx="1012100" cy="130350"/>
            </a:xfrm>
            <a:custGeom>
              <a:avLst/>
              <a:gdLst/>
              <a:ahLst/>
              <a:cxnLst/>
              <a:rect l="l" t="t" r="r" b="b"/>
              <a:pathLst>
                <a:path w="40484" h="5214" extrusionOk="0">
                  <a:moveTo>
                    <a:pt x="39892" y="629"/>
                  </a:moveTo>
                  <a:lnTo>
                    <a:pt x="39892" y="4585"/>
                  </a:lnTo>
                  <a:lnTo>
                    <a:pt x="592" y="4585"/>
                  </a:lnTo>
                  <a:lnTo>
                    <a:pt x="592" y="629"/>
                  </a:lnTo>
                  <a:close/>
                  <a:moveTo>
                    <a:pt x="296" y="1"/>
                  </a:moveTo>
                  <a:cubicBezTo>
                    <a:pt x="222" y="1"/>
                    <a:pt x="148" y="38"/>
                    <a:pt x="74" y="112"/>
                  </a:cubicBezTo>
                  <a:cubicBezTo>
                    <a:pt x="1" y="149"/>
                    <a:pt x="1" y="223"/>
                    <a:pt x="1" y="297"/>
                  </a:cubicBezTo>
                  <a:lnTo>
                    <a:pt x="1" y="4881"/>
                  </a:lnTo>
                  <a:cubicBezTo>
                    <a:pt x="1" y="4955"/>
                    <a:pt x="1" y="5066"/>
                    <a:pt x="74" y="5103"/>
                  </a:cubicBezTo>
                  <a:cubicBezTo>
                    <a:pt x="148" y="5177"/>
                    <a:pt x="222" y="5214"/>
                    <a:pt x="296" y="5214"/>
                  </a:cubicBezTo>
                  <a:lnTo>
                    <a:pt x="40188" y="5214"/>
                  </a:lnTo>
                  <a:cubicBezTo>
                    <a:pt x="40261" y="5214"/>
                    <a:pt x="40335" y="5177"/>
                    <a:pt x="40409" y="5103"/>
                  </a:cubicBezTo>
                  <a:cubicBezTo>
                    <a:pt x="40483" y="5066"/>
                    <a:pt x="40483" y="4955"/>
                    <a:pt x="40483" y="4881"/>
                  </a:cubicBezTo>
                  <a:lnTo>
                    <a:pt x="40483" y="297"/>
                  </a:lnTo>
                  <a:cubicBezTo>
                    <a:pt x="40483" y="223"/>
                    <a:pt x="40483" y="149"/>
                    <a:pt x="40409" y="112"/>
                  </a:cubicBezTo>
                  <a:cubicBezTo>
                    <a:pt x="40335" y="38"/>
                    <a:pt x="40261" y="1"/>
                    <a:pt x="401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2846;p51">
              <a:extLst>
                <a:ext uri="{FF2B5EF4-FFF2-40B4-BE49-F238E27FC236}">
                  <a16:creationId xmlns:a16="http://schemas.microsoft.com/office/drawing/2014/main" id="{9D96E0D1-9D33-3437-8BBA-92D2EC2FB470}"/>
                </a:ext>
              </a:extLst>
            </p:cNvPr>
            <p:cNvSpPr/>
            <p:nvPr/>
          </p:nvSpPr>
          <p:spPr>
            <a:xfrm>
              <a:off x="1876875" y="3616300"/>
              <a:ext cx="4057550" cy="43475"/>
            </a:xfrm>
            <a:custGeom>
              <a:avLst/>
              <a:gdLst/>
              <a:ahLst/>
              <a:cxnLst/>
              <a:rect l="l" t="t" r="r" b="b"/>
              <a:pathLst>
                <a:path w="162302" h="1739" extrusionOk="0">
                  <a:moveTo>
                    <a:pt x="1" y="1"/>
                  </a:moveTo>
                  <a:lnTo>
                    <a:pt x="1" y="1739"/>
                  </a:lnTo>
                  <a:lnTo>
                    <a:pt x="162301" y="1739"/>
                  </a:lnTo>
                  <a:lnTo>
                    <a:pt x="16230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2847;p51">
              <a:extLst>
                <a:ext uri="{FF2B5EF4-FFF2-40B4-BE49-F238E27FC236}">
                  <a16:creationId xmlns:a16="http://schemas.microsoft.com/office/drawing/2014/main" id="{D8E26C77-B833-0FCD-7C83-4CB7702388F6}"/>
                </a:ext>
              </a:extLst>
            </p:cNvPr>
            <p:cNvSpPr/>
            <p:nvPr/>
          </p:nvSpPr>
          <p:spPr>
            <a:xfrm>
              <a:off x="1868550" y="3608925"/>
              <a:ext cx="4073275" cy="59175"/>
            </a:xfrm>
            <a:custGeom>
              <a:avLst/>
              <a:gdLst/>
              <a:ahLst/>
              <a:cxnLst/>
              <a:rect l="l" t="t" r="r" b="b"/>
              <a:pathLst>
                <a:path w="162931" h="2367" extrusionOk="0">
                  <a:moveTo>
                    <a:pt x="162302" y="629"/>
                  </a:moveTo>
                  <a:lnTo>
                    <a:pt x="162302" y="1738"/>
                  </a:lnTo>
                  <a:lnTo>
                    <a:pt x="629" y="1738"/>
                  </a:lnTo>
                  <a:lnTo>
                    <a:pt x="629" y="629"/>
                  </a:lnTo>
                  <a:close/>
                  <a:moveTo>
                    <a:pt x="334" y="0"/>
                  </a:moveTo>
                  <a:cubicBezTo>
                    <a:pt x="223" y="0"/>
                    <a:pt x="149" y="37"/>
                    <a:pt x="112" y="74"/>
                  </a:cubicBezTo>
                  <a:cubicBezTo>
                    <a:pt x="38" y="148"/>
                    <a:pt x="1" y="222"/>
                    <a:pt x="1" y="296"/>
                  </a:cubicBezTo>
                  <a:lnTo>
                    <a:pt x="1" y="2034"/>
                  </a:lnTo>
                  <a:cubicBezTo>
                    <a:pt x="1" y="2144"/>
                    <a:pt x="38" y="2218"/>
                    <a:pt x="112" y="2255"/>
                  </a:cubicBezTo>
                  <a:cubicBezTo>
                    <a:pt x="149" y="2329"/>
                    <a:pt x="223" y="2366"/>
                    <a:pt x="334" y="2366"/>
                  </a:cubicBezTo>
                  <a:lnTo>
                    <a:pt x="162634" y="2366"/>
                  </a:lnTo>
                  <a:cubicBezTo>
                    <a:pt x="162708" y="2366"/>
                    <a:pt x="162782" y="2329"/>
                    <a:pt x="162819" y="2255"/>
                  </a:cubicBezTo>
                  <a:cubicBezTo>
                    <a:pt x="162893" y="2218"/>
                    <a:pt x="162930" y="2144"/>
                    <a:pt x="162930" y="2034"/>
                  </a:cubicBezTo>
                  <a:lnTo>
                    <a:pt x="162930" y="296"/>
                  </a:lnTo>
                  <a:cubicBezTo>
                    <a:pt x="162930" y="222"/>
                    <a:pt x="162893" y="148"/>
                    <a:pt x="162819" y="74"/>
                  </a:cubicBezTo>
                  <a:cubicBezTo>
                    <a:pt x="162782" y="37"/>
                    <a:pt x="162708" y="0"/>
                    <a:pt x="1626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2848;p51">
              <a:extLst>
                <a:ext uri="{FF2B5EF4-FFF2-40B4-BE49-F238E27FC236}">
                  <a16:creationId xmlns:a16="http://schemas.microsoft.com/office/drawing/2014/main" id="{05F892E0-83BB-B159-DC81-5D1C86026765}"/>
                </a:ext>
              </a:extLst>
            </p:cNvPr>
            <p:cNvSpPr/>
            <p:nvPr/>
          </p:nvSpPr>
          <p:spPr>
            <a:xfrm>
              <a:off x="4942650" y="3616300"/>
              <a:ext cx="991775" cy="43475"/>
            </a:xfrm>
            <a:custGeom>
              <a:avLst/>
              <a:gdLst/>
              <a:ahLst/>
              <a:cxnLst/>
              <a:rect l="l" t="t" r="r" b="b"/>
              <a:pathLst>
                <a:path w="39671" h="1739" extrusionOk="0">
                  <a:moveTo>
                    <a:pt x="1" y="1"/>
                  </a:moveTo>
                  <a:lnTo>
                    <a:pt x="1" y="1739"/>
                  </a:lnTo>
                  <a:lnTo>
                    <a:pt x="39670" y="1739"/>
                  </a:lnTo>
                  <a:lnTo>
                    <a:pt x="3967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2849;p51">
              <a:extLst>
                <a:ext uri="{FF2B5EF4-FFF2-40B4-BE49-F238E27FC236}">
                  <a16:creationId xmlns:a16="http://schemas.microsoft.com/office/drawing/2014/main" id="{C757983C-EE38-4EBA-0D9F-BB46EE10CA2D}"/>
                </a:ext>
              </a:extLst>
            </p:cNvPr>
            <p:cNvSpPr/>
            <p:nvPr/>
          </p:nvSpPr>
          <p:spPr>
            <a:xfrm>
              <a:off x="4935275" y="3608925"/>
              <a:ext cx="1006550" cy="59175"/>
            </a:xfrm>
            <a:custGeom>
              <a:avLst/>
              <a:gdLst/>
              <a:ahLst/>
              <a:cxnLst/>
              <a:rect l="l" t="t" r="r" b="b"/>
              <a:pathLst>
                <a:path w="40262" h="2367" extrusionOk="0">
                  <a:moveTo>
                    <a:pt x="39633" y="629"/>
                  </a:moveTo>
                  <a:lnTo>
                    <a:pt x="39633" y="1738"/>
                  </a:lnTo>
                  <a:lnTo>
                    <a:pt x="592" y="1738"/>
                  </a:lnTo>
                  <a:lnTo>
                    <a:pt x="592" y="629"/>
                  </a:lnTo>
                  <a:close/>
                  <a:moveTo>
                    <a:pt x="296" y="0"/>
                  </a:moveTo>
                  <a:cubicBezTo>
                    <a:pt x="222" y="0"/>
                    <a:pt x="148" y="37"/>
                    <a:pt x="74" y="74"/>
                  </a:cubicBezTo>
                  <a:cubicBezTo>
                    <a:pt x="0" y="148"/>
                    <a:pt x="0" y="222"/>
                    <a:pt x="0" y="296"/>
                  </a:cubicBezTo>
                  <a:lnTo>
                    <a:pt x="0" y="2034"/>
                  </a:lnTo>
                  <a:cubicBezTo>
                    <a:pt x="0" y="2144"/>
                    <a:pt x="0" y="2218"/>
                    <a:pt x="74" y="2255"/>
                  </a:cubicBezTo>
                  <a:cubicBezTo>
                    <a:pt x="148" y="2329"/>
                    <a:pt x="222" y="2366"/>
                    <a:pt x="296" y="2366"/>
                  </a:cubicBezTo>
                  <a:lnTo>
                    <a:pt x="39965" y="2366"/>
                  </a:lnTo>
                  <a:cubicBezTo>
                    <a:pt x="40039" y="2366"/>
                    <a:pt x="40113" y="2329"/>
                    <a:pt x="40150" y="2255"/>
                  </a:cubicBezTo>
                  <a:cubicBezTo>
                    <a:pt x="40224" y="2218"/>
                    <a:pt x="40261" y="2144"/>
                    <a:pt x="40261" y="2034"/>
                  </a:cubicBezTo>
                  <a:lnTo>
                    <a:pt x="40261" y="296"/>
                  </a:lnTo>
                  <a:cubicBezTo>
                    <a:pt x="40261" y="222"/>
                    <a:pt x="40224" y="148"/>
                    <a:pt x="40150" y="74"/>
                  </a:cubicBezTo>
                  <a:cubicBezTo>
                    <a:pt x="40113" y="37"/>
                    <a:pt x="40039" y="0"/>
                    <a:pt x="399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2850;p51">
              <a:extLst>
                <a:ext uri="{FF2B5EF4-FFF2-40B4-BE49-F238E27FC236}">
                  <a16:creationId xmlns:a16="http://schemas.microsoft.com/office/drawing/2014/main" id="{FB95D995-37BB-C932-8B95-CFDD86BF7A6C}"/>
                </a:ext>
              </a:extLst>
            </p:cNvPr>
            <p:cNvSpPr/>
            <p:nvPr/>
          </p:nvSpPr>
          <p:spPr>
            <a:xfrm>
              <a:off x="5555450" y="2786125"/>
              <a:ext cx="416875" cy="365650"/>
            </a:xfrm>
            <a:custGeom>
              <a:avLst/>
              <a:gdLst/>
              <a:ahLst/>
              <a:cxnLst/>
              <a:rect l="l" t="t" r="r" b="b"/>
              <a:pathLst>
                <a:path w="16675" h="14626" extrusionOk="0">
                  <a:moveTo>
                    <a:pt x="6176" y="1"/>
                  </a:moveTo>
                  <a:cubicBezTo>
                    <a:pt x="5854" y="1"/>
                    <a:pt x="5521" y="27"/>
                    <a:pt x="5176" y="82"/>
                  </a:cubicBezTo>
                  <a:cubicBezTo>
                    <a:pt x="555" y="785"/>
                    <a:pt x="0" y="2966"/>
                    <a:pt x="296" y="4260"/>
                  </a:cubicBezTo>
                  <a:cubicBezTo>
                    <a:pt x="296" y="4260"/>
                    <a:pt x="2736" y="9842"/>
                    <a:pt x="4289" y="12320"/>
                  </a:cubicBezTo>
                  <a:cubicBezTo>
                    <a:pt x="5353" y="13953"/>
                    <a:pt x="6550" y="14625"/>
                    <a:pt x="7480" y="14625"/>
                  </a:cubicBezTo>
                  <a:cubicBezTo>
                    <a:pt x="7939" y="14625"/>
                    <a:pt x="8333" y="14461"/>
                    <a:pt x="8615" y="14168"/>
                  </a:cubicBezTo>
                  <a:lnTo>
                    <a:pt x="11055" y="11728"/>
                  </a:lnTo>
                  <a:lnTo>
                    <a:pt x="14086" y="14464"/>
                  </a:lnTo>
                  <a:lnTo>
                    <a:pt x="16674" y="10582"/>
                  </a:lnTo>
                  <a:cubicBezTo>
                    <a:pt x="16674" y="10582"/>
                    <a:pt x="14382" y="7550"/>
                    <a:pt x="13384" y="5702"/>
                  </a:cubicBezTo>
                  <a:cubicBezTo>
                    <a:pt x="12426" y="3958"/>
                    <a:pt x="10141" y="1"/>
                    <a:pt x="61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2851;p51">
              <a:extLst>
                <a:ext uri="{FF2B5EF4-FFF2-40B4-BE49-F238E27FC236}">
                  <a16:creationId xmlns:a16="http://schemas.microsoft.com/office/drawing/2014/main" id="{F1658D3A-2240-017A-0071-E86933951C45}"/>
                </a:ext>
              </a:extLst>
            </p:cNvPr>
            <p:cNvSpPr/>
            <p:nvPr/>
          </p:nvSpPr>
          <p:spPr>
            <a:xfrm>
              <a:off x="5552675" y="2778000"/>
              <a:ext cx="427950" cy="381750"/>
            </a:xfrm>
            <a:custGeom>
              <a:avLst/>
              <a:gdLst/>
              <a:ahLst/>
              <a:cxnLst/>
              <a:rect l="l" t="t" r="r" b="b"/>
              <a:pathLst>
                <a:path w="17118" h="15270" extrusionOk="0">
                  <a:moveTo>
                    <a:pt x="6249" y="629"/>
                  </a:moveTo>
                  <a:cubicBezTo>
                    <a:pt x="8134" y="629"/>
                    <a:pt x="9650" y="1553"/>
                    <a:pt x="10796" y="2736"/>
                  </a:cubicBezTo>
                  <a:cubicBezTo>
                    <a:pt x="11942" y="3919"/>
                    <a:pt x="12755" y="5287"/>
                    <a:pt x="13199" y="6175"/>
                  </a:cubicBezTo>
                  <a:cubicBezTo>
                    <a:pt x="14086" y="7790"/>
                    <a:pt x="15895" y="10246"/>
                    <a:pt x="16396" y="10917"/>
                  </a:cubicBezTo>
                  <a:lnTo>
                    <a:pt x="16396" y="10917"/>
                  </a:lnTo>
                  <a:lnTo>
                    <a:pt x="14123" y="14308"/>
                  </a:lnTo>
                  <a:lnTo>
                    <a:pt x="11387" y="11831"/>
                  </a:lnTo>
                  <a:cubicBezTo>
                    <a:pt x="11332" y="11776"/>
                    <a:pt x="11258" y="11748"/>
                    <a:pt x="11180" y="11748"/>
                  </a:cubicBezTo>
                  <a:cubicBezTo>
                    <a:pt x="11101" y="11748"/>
                    <a:pt x="11018" y="11776"/>
                    <a:pt x="10944" y="11831"/>
                  </a:cubicBezTo>
                  <a:cubicBezTo>
                    <a:pt x="10944" y="11831"/>
                    <a:pt x="9391" y="13421"/>
                    <a:pt x="8504" y="14271"/>
                  </a:cubicBezTo>
                  <a:cubicBezTo>
                    <a:pt x="8282" y="14493"/>
                    <a:pt x="7986" y="14641"/>
                    <a:pt x="7616" y="14641"/>
                  </a:cubicBezTo>
                  <a:cubicBezTo>
                    <a:pt x="6840" y="14641"/>
                    <a:pt x="5694" y="14049"/>
                    <a:pt x="4659" y="12460"/>
                  </a:cubicBezTo>
                  <a:cubicBezTo>
                    <a:pt x="3919" y="11277"/>
                    <a:pt x="2884" y="9243"/>
                    <a:pt x="2108" y="7543"/>
                  </a:cubicBezTo>
                  <a:cubicBezTo>
                    <a:pt x="1701" y="6692"/>
                    <a:pt x="1331" y="5916"/>
                    <a:pt x="1073" y="5361"/>
                  </a:cubicBezTo>
                  <a:cubicBezTo>
                    <a:pt x="883" y="4955"/>
                    <a:pt x="753" y="4647"/>
                    <a:pt x="697" y="4512"/>
                  </a:cubicBezTo>
                  <a:lnTo>
                    <a:pt x="697" y="4512"/>
                  </a:lnTo>
                  <a:lnTo>
                    <a:pt x="703" y="4511"/>
                  </a:lnTo>
                  <a:cubicBezTo>
                    <a:pt x="666" y="4363"/>
                    <a:pt x="629" y="4178"/>
                    <a:pt x="629" y="4030"/>
                  </a:cubicBezTo>
                  <a:cubicBezTo>
                    <a:pt x="629" y="3439"/>
                    <a:pt x="851" y="2810"/>
                    <a:pt x="1516" y="2182"/>
                  </a:cubicBezTo>
                  <a:cubicBezTo>
                    <a:pt x="2182" y="1590"/>
                    <a:pt x="3365" y="999"/>
                    <a:pt x="5324" y="703"/>
                  </a:cubicBezTo>
                  <a:cubicBezTo>
                    <a:pt x="5657" y="666"/>
                    <a:pt x="5953" y="629"/>
                    <a:pt x="6249" y="629"/>
                  </a:cubicBezTo>
                  <a:close/>
                  <a:moveTo>
                    <a:pt x="6249" y="1"/>
                  </a:moveTo>
                  <a:cubicBezTo>
                    <a:pt x="5916" y="1"/>
                    <a:pt x="5583" y="37"/>
                    <a:pt x="5250" y="111"/>
                  </a:cubicBezTo>
                  <a:cubicBezTo>
                    <a:pt x="3217" y="407"/>
                    <a:pt x="1923" y="999"/>
                    <a:pt x="1110" y="1738"/>
                  </a:cubicBezTo>
                  <a:cubicBezTo>
                    <a:pt x="296" y="2441"/>
                    <a:pt x="1" y="3291"/>
                    <a:pt x="38" y="4030"/>
                  </a:cubicBezTo>
                  <a:cubicBezTo>
                    <a:pt x="38" y="4252"/>
                    <a:pt x="38" y="4437"/>
                    <a:pt x="74" y="4659"/>
                  </a:cubicBezTo>
                  <a:lnTo>
                    <a:pt x="111" y="4696"/>
                  </a:lnTo>
                  <a:cubicBezTo>
                    <a:pt x="111" y="4696"/>
                    <a:pt x="740" y="6101"/>
                    <a:pt x="1516" y="7801"/>
                  </a:cubicBezTo>
                  <a:cubicBezTo>
                    <a:pt x="2330" y="9539"/>
                    <a:pt x="3365" y="11535"/>
                    <a:pt x="4141" y="12792"/>
                  </a:cubicBezTo>
                  <a:cubicBezTo>
                    <a:pt x="5250" y="14493"/>
                    <a:pt x="6507" y="15232"/>
                    <a:pt x="7616" y="15269"/>
                  </a:cubicBezTo>
                  <a:cubicBezTo>
                    <a:pt x="8134" y="15269"/>
                    <a:pt x="8615" y="15048"/>
                    <a:pt x="8947" y="14715"/>
                  </a:cubicBezTo>
                  <a:lnTo>
                    <a:pt x="10500" y="13162"/>
                  </a:lnTo>
                  <a:lnTo>
                    <a:pt x="11193" y="12469"/>
                  </a:lnTo>
                  <a:lnTo>
                    <a:pt x="13975" y="15011"/>
                  </a:lnTo>
                  <a:cubicBezTo>
                    <a:pt x="14030" y="15065"/>
                    <a:pt x="14103" y="15099"/>
                    <a:pt x="14168" y="15099"/>
                  </a:cubicBezTo>
                  <a:cubicBezTo>
                    <a:pt x="14192" y="15099"/>
                    <a:pt x="14214" y="15094"/>
                    <a:pt x="14234" y="15085"/>
                  </a:cubicBezTo>
                  <a:cubicBezTo>
                    <a:pt x="14308" y="15085"/>
                    <a:pt x="14419" y="15048"/>
                    <a:pt x="14456" y="14974"/>
                  </a:cubicBezTo>
                  <a:lnTo>
                    <a:pt x="17044" y="11092"/>
                  </a:lnTo>
                  <a:cubicBezTo>
                    <a:pt x="17118" y="10981"/>
                    <a:pt x="17118" y="10833"/>
                    <a:pt x="17044" y="10722"/>
                  </a:cubicBezTo>
                  <a:cubicBezTo>
                    <a:pt x="17044" y="10722"/>
                    <a:pt x="16896" y="10537"/>
                    <a:pt x="16674" y="10204"/>
                  </a:cubicBezTo>
                  <a:cubicBezTo>
                    <a:pt x="15972" y="9280"/>
                    <a:pt x="14493" y="7247"/>
                    <a:pt x="13754" y="5879"/>
                  </a:cubicBezTo>
                  <a:cubicBezTo>
                    <a:pt x="13273" y="4992"/>
                    <a:pt x="12460" y="3550"/>
                    <a:pt x="11240" y="2293"/>
                  </a:cubicBezTo>
                  <a:cubicBezTo>
                    <a:pt x="10020" y="1073"/>
                    <a:pt x="8356" y="1"/>
                    <a:pt x="6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2852;p51">
              <a:extLst>
                <a:ext uri="{FF2B5EF4-FFF2-40B4-BE49-F238E27FC236}">
                  <a16:creationId xmlns:a16="http://schemas.microsoft.com/office/drawing/2014/main" id="{9416931F-104E-6DE3-145E-7355E3D206AF}"/>
                </a:ext>
              </a:extLst>
            </p:cNvPr>
            <p:cNvSpPr/>
            <p:nvPr/>
          </p:nvSpPr>
          <p:spPr>
            <a:xfrm>
              <a:off x="5414950" y="2624850"/>
              <a:ext cx="546275" cy="391175"/>
            </a:xfrm>
            <a:custGeom>
              <a:avLst/>
              <a:gdLst/>
              <a:ahLst/>
              <a:cxnLst/>
              <a:rect l="l" t="t" r="r" b="b"/>
              <a:pathLst>
                <a:path w="21851" h="15647" extrusionOk="0">
                  <a:moveTo>
                    <a:pt x="13545" y="0"/>
                  </a:moveTo>
                  <a:cubicBezTo>
                    <a:pt x="11427" y="0"/>
                    <a:pt x="9026" y="650"/>
                    <a:pt x="6619" y="2060"/>
                  </a:cubicBezTo>
                  <a:cubicBezTo>
                    <a:pt x="999" y="5387"/>
                    <a:pt x="1" y="11265"/>
                    <a:pt x="3033" y="12153"/>
                  </a:cubicBezTo>
                  <a:cubicBezTo>
                    <a:pt x="3273" y="12221"/>
                    <a:pt x="3520" y="12252"/>
                    <a:pt x="3773" y="12252"/>
                  </a:cubicBezTo>
                  <a:cubicBezTo>
                    <a:pt x="6670" y="12252"/>
                    <a:pt x="10204" y="8124"/>
                    <a:pt x="10205" y="8123"/>
                  </a:cubicBezTo>
                  <a:lnTo>
                    <a:pt x="10205" y="8123"/>
                  </a:lnTo>
                  <a:cubicBezTo>
                    <a:pt x="8763" y="10711"/>
                    <a:pt x="11351" y="10711"/>
                    <a:pt x="11351" y="10711"/>
                  </a:cubicBezTo>
                  <a:cubicBezTo>
                    <a:pt x="11351" y="10711"/>
                    <a:pt x="11499" y="12412"/>
                    <a:pt x="12238" y="13595"/>
                  </a:cubicBezTo>
                  <a:cubicBezTo>
                    <a:pt x="12355" y="13785"/>
                    <a:pt x="12456" y="13864"/>
                    <a:pt x="12544" y="13864"/>
                  </a:cubicBezTo>
                  <a:cubicBezTo>
                    <a:pt x="12986" y="13864"/>
                    <a:pt x="13089" y="11857"/>
                    <a:pt x="13089" y="11857"/>
                  </a:cubicBezTo>
                  <a:cubicBezTo>
                    <a:pt x="13089" y="11857"/>
                    <a:pt x="15529" y="14297"/>
                    <a:pt x="17414" y="15295"/>
                  </a:cubicBezTo>
                  <a:cubicBezTo>
                    <a:pt x="17865" y="15539"/>
                    <a:pt x="18268" y="15646"/>
                    <a:pt x="18625" y="15646"/>
                  </a:cubicBezTo>
                  <a:cubicBezTo>
                    <a:pt x="19731" y="15646"/>
                    <a:pt x="20397" y="14620"/>
                    <a:pt x="20704" y="13447"/>
                  </a:cubicBezTo>
                  <a:cubicBezTo>
                    <a:pt x="21148" y="11857"/>
                    <a:pt x="21851" y="6829"/>
                    <a:pt x="19854" y="3206"/>
                  </a:cubicBezTo>
                  <a:cubicBezTo>
                    <a:pt x="18692" y="1156"/>
                    <a:pt x="16370" y="0"/>
                    <a:pt x="135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2853;p51">
              <a:extLst>
                <a:ext uri="{FF2B5EF4-FFF2-40B4-BE49-F238E27FC236}">
                  <a16:creationId xmlns:a16="http://schemas.microsoft.com/office/drawing/2014/main" id="{6EBE891C-8BDE-4020-0F55-68CFAE11D4ED}"/>
                </a:ext>
              </a:extLst>
            </p:cNvPr>
            <p:cNvSpPr/>
            <p:nvPr/>
          </p:nvSpPr>
          <p:spPr>
            <a:xfrm>
              <a:off x="5440850" y="2617175"/>
              <a:ext cx="512050" cy="406700"/>
            </a:xfrm>
            <a:custGeom>
              <a:avLst/>
              <a:gdLst/>
              <a:ahLst/>
              <a:cxnLst/>
              <a:rect l="l" t="t" r="r" b="b"/>
              <a:pathLst>
                <a:path w="20482" h="16268" extrusionOk="0">
                  <a:moveTo>
                    <a:pt x="12496" y="629"/>
                  </a:moveTo>
                  <a:cubicBezTo>
                    <a:pt x="15269" y="629"/>
                    <a:pt x="17450" y="1738"/>
                    <a:pt x="18559" y="3698"/>
                  </a:cubicBezTo>
                  <a:cubicBezTo>
                    <a:pt x="19558" y="5472"/>
                    <a:pt x="19853" y="7654"/>
                    <a:pt x="19853" y="9576"/>
                  </a:cubicBezTo>
                  <a:cubicBezTo>
                    <a:pt x="19853" y="11351"/>
                    <a:pt x="19595" y="12940"/>
                    <a:pt x="19373" y="13680"/>
                  </a:cubicBezTo>
                  <a:cubicBezTo>
                    <a:pt x="19225" y="14234"/>
                    <a:pt x="19003" y="14752"/>
                    <a:pt x="18707" y="15122"/>
                  </a:cubicBezTo>
                  <a:cubicBezTo>
                    <a:pt x="18374" y="15454"/>
                    <a:pt x="18042" y="15639"/>
                    <a:pt x="17598" y="15676"/>
                  </a:cubicBezTo>
                  <a:cubicBezTo>
                    <a:pt x="17302" y="15676"/>
                    <a:pt x="16933" y="15565"/>
                    <a:pt x="16526" y="15343"/>
                  </a:cubicBezTo>
                  <a:cubicBezTo>
                    <a:pt x="15639" y="14863"/>
                    <a:pt x="14567" y="14013"/>
                    <a:pt x="13716" y="13273"/>
                  </a:cubicBezTo>
                  <a:cubicBezTo>
                    <a:pt x="13310" y="12903"/>
                    <a:pt x="12940" y="12571"/>
                    <a:pt x="12681" y="12349"/>
                  </a:cubicBezTo>
                  <a:cubicBezTo>
                    <a:pt x="12533" y="12201"/>
                    <a:pt x="12459" y="12127"/>
                    <a:pt x="12385" y="12053"/>
                  </a:cubicBezTo>
                  <a:cubicBezTo>
                    <a:pt x="12311" y="11979"/>
                    <a:pt x="12274" y="11942"/>
                    <a:pt x="12274" y="11942"/>
                  </a:cubicBezTo>
                  <a:cubicBezTo>
                    <a:pt x="12220" y="11888"/>
                    <a:pt x="12126" y="11854"/>
                    <a:pt x="12037" y="11854"/>
                  </a:cubicBezTo>
                  <a:cubicBezTo>
                    <a:pt x="12004" y="11854"/>
                    <a:pt x="11971" y="11858"/>
                    <a:pt x="11942" y="11868"/>
                  </a:cubicBezTo>
                  <a:cubicBezTo>
                    <a:pt x="11831" y="11905"/>
                    <a:pt x="11757" y="12016"/>
                    <a:pt x="11757" y="12127"/>
                  </a:cubicBezTo>
                  <a:cubicBezTo>
                    <a:pt x="11757" y="12127"/>
                    <a:pt x="11757" y="12275"/>
                    <a:pt x="11720" y="12460"/>
                  </a:cubicBezTo>
                  <a:cubicBezTo>
                    <a:pt x="11720" y="12719"/>
                    <a:pt x="11646" y="13125"/>
                    <a:pt x="11572" y="13458"/>
                  </a:cubicBezTo>
                  <a:cubicBezTo>
                    <a:pt x="11544" y="13571"/>
                    <a:pt x="11515" y="13684"/>
                    <a:pt x="11487" y="13764"/>
                  </a:cubicBezTo>
                  <a:lnTo>
                    <a:pt x="11487" y="13764"/>
                  </a:lnTo>
                  <a:cubicBezTo>
                    <a:pt x="11479" y="13750"/>
                    <a:pt x="11470" y="13734"/>
                    <a:pt x="11461" y="13717"/>
                  </a:cubicBezTo>
                  <a:cubicBezTo>
                    <a:pt x="11128" y="13199"/>
                    <a:pt x="10906" y="12497"/>
                    <a:pt x="10796" y="11942"/>
                  </a:cubicBezTo>
                  <a:cubicBezTo>
                    <a:pt x="10722" y="11683"/>
                    <a:pt x="10685" y="11425"/>
                    <a:pt x="10685" y="11240"/>
                  </a:cubicBezTo>
                  <a:cubicBezTo>
                    <a:pt x="10648" y="11166"/>
                    <a:pt x="10648" y="11092"/>
                    <a:pt x="10648" y="11055"/>
                  </a:cubicBezTo>
                  <a:lnTo>
                    <a:pt x="10648" y="10981"/>
                  </a:lnTo>
                  <a:cubicBezTo>
                    <a:pt x="10611" y="10833"/>
                    <a:pt x="10500" y="10685"/>
                    <a:pt x="10315" y="10685"/>
                  </a:cubicBezTo>
                  <a:cubicBezTo>
                    <a:pt x="10241" y="10685"/>
                    <a:pt x="9908" y="10685"/>
                    <a:pt x="9575" y="10537"/>
                  </a:cubicBezTo>
                  <a:cubicBezTo>
                    <a:pt x="9428" y="10463"/>
                    <a:pt x="9317" y="10389"/>
                    <a:pt x="9206" y="10278"/>
                  </a:cubicBezTo>
                  <a:cubicBezTo>
                    <a:pt x="9132" y="10131"/>
                    <a:pt x="9058" y="9983"/>
                    <a:pt x="9058" y="9761"/>
                  </a:cubicBezTo>
                  <a:cubicBezTo>
                    <a:pt x="9058" y="9502"/>
                    <a:pt x="9169" y="9095"/>
                    <a:pt x="9465" y="8578"/>
                  </a:cubicBezTo>
                  <a:cubicBezTo>
                    <a:pt x="9539" y="8430"/>
                    <a:pt x="9502" y="8245"/>
                    <a:pt x="9354" y="8171"/>
                  </a:cubicBezTo>
                  <a:cubicBezTo>
                    <a:pt x="9307" y="8125"/>
                    <a:pt x="9248" y="8104"/>
                    <a:pt x="9186" y="8104"/>
                  </a:cubicBezTo>
                  <a:cubicBezTo>
                    <a:pt x="9101" y="8104"/>
                    <a:pt x="9011" y="8144"/>
                    <a:pt x="8947" y="8208"/>
                  </a:cubicBezTo>
                  <a:lnTo>
                    <a:pt x="8910" y="8245"/>
                  </a:lnTo>
                  <a:cubicBezTo>
                    <a:pt x="8725" y="8467"/>
                    <a:pt x="7801" y="9502"/>
                    <a:pt x="6618" y="10426"/>
                  </a:cubicBezTo>
                  <a:cubicBezTo>
                    <a:pt x="5435" y="11388"/>
                    <a:pt x="3956" y="12238"/>
                    <a:pt x="2736" y="12238"/>
                  </a:cubicBezTo>
                  <a:cubicBezTo>
                    <a:pt x="2514" y="12238"/>
                    <a:pt x="2292" y="12201"/>
                    <a:pt x="2070" y="12164"/>
                  </a:cubicBezTo>
                  <a:cubicBezTo>
                    <a:pt x="1590" y="12016"/>
                    <a:pt x="1257" y="11757"/>
                    <a:pt x="998" y="11351"/>
                  </a:cubicBezTo>
                  <a:cubicBezTo>
                    <a:pt x="740" y="10981"/>
                    <a:pt x="629" y="10463"/>
                    <a:pt x="629" y="9872"/>
                  </a:cubicBezTo>
                  <a:cubicBezTo>
                    <a:pt x="629" y="8800"/>
                    <a:pt x="1035" y="7506"/>
                    <a:pt x="1886" y="6249"/>
                  </a:cubicBezTo>
                  <a:cubicBezTo>
                    <a:pt x="2699" y="4955"/>
                    <a:pt x="3993" y="3661"/>
                    <a:pt x="5731" y="2626"/>
                  </a:cubicBezTo>
                  <a:cubicBezTo>
                    <a:pt x="8097" y="1258"/>
                    <a:pt x="10463" y="629"/>
                    <a:pt x="12496" y="629"/>
                  </a:cubicBezTo>
                  <a:close/>
                  <a:moveTo>
                    <a:pt x="12496" y="1"/>
                  </a:moveTo>
                  <a:cubicBezTo>
                    <a:pt x="10315" y="1"/>
                    <a:pt x="7875" y="666"/>
                    <a:pt x="5435" y="2108"/>
                  </a:cubicBezTo>
                  <a:cubicBezTo>
                    <a:pt x="3623" y="3180"/>
                    <a:pt x="2255" y="4511"/>
                    <a:pt x="1368" y="5879"/>
                  </a:cubicBezTo>
                  <a:cubicBezTo>
                    <a:pt x="444" y="7284"/>
                    <a:pt x="0" y="8652"/>
                    <a:pt x="0" y="9872"/>
                  </a:cubicBezTo>
                  <a:cubicBezTo>
                    <a:pt x="0" y="10537"/>
                    <a:pt x="148" y="11166"/>
                    <a:pt x="481" y="11683"/>
                  </a:cubicBezTo>
                  <a:cubicBezTo>
                    <a:pt x="776" y="12201"/>
                    <a:pt x="1294" y="12571"/>
                    <a:pt x="1886" y="12756"/>
                  </a:cubicBezTo>
                  <a:cubicBezTo>
                    <a:pt x="2181" y="12829"/>
                    <a:pt x="2440" y="12866"/>
                    <a:pt x="2736" y="12866"/>
                  </a:cubicBezTo>
                  <a:cubicBezTo>
                    <a:pt x="4363" y="12829"/>
                    <a:pt x="5989" y="11757"/>
                    <a:pt x="7246" y="10722"/>
                  </a:cubicBezTo>
                  <a:cubicBezTo>
                    <a:pt x="7697" y="10351"/>
                    <a:pt x="8100" y="9975"/>
                    <a:pt x="8433" y="9646"/>
                  </a:cubicBezTo>
                  <a:lnTo>
                    <a:pt x="8433" y="9646"/>
                  </a:lnTo>
                  <a:cubicBezTo>
                    <a:pt x="8431" y="9685"/>
                    <a:pt x="8429" y="9723"/>
                    <a:pt x="8429" y="9761"/>
                  </a:cubicBezTo>
                  <a:cubicBezTo>
                    <a:pt x="8429" y="10131"/>
                    <a:pt x="8577" y="10463"/>
                    <a:pt x="8762" y="10685"/>
                  </a:cubicBezTo>
                  <a:cubicBezTo>
                    <a:pt x="9058" y="11018"/>
                    <a:pt x="9428" y="11166"/>
                    <a:pt x="9760" y="11240"/>
                  </a:cubicBezTo>
                  <a:cubicBezTo>
                    <a:pt x="9864" y="11266"/>
                    <a:pt x="9963" y="11283"/>
                    <a:pt x="10049" y="11293"/>
                  </a:cubicBezTo>
                  <a:lnTo>
                    <a:pt x="10049" y="11293"/>
                  </a:lnTo>
                  <a:cubicBezTo>
                    <a:pt x="10075" y="11486"/>
                    <a:pt x="10123" y="11766"/>
                    <a:pt x="10204" y="12090"/>
                  </a:cubicBezTo>
                  <a:cubicBezTo>
                    <a:pt x="10315" y="12682"/>
                    <a:pt x="10537" y="13421"/>
                    <a:pt x="10943" y="14049"/>
                  </a:cubicBezTo>
                  <a:cubicBezTo>
                    <a:pt x="11017" y="14160"/>
                    <a:pt x="11091" y="14271"/>
                    <a:pt x="11165" y="14345"/>
                  </a:cubicBezTo>
                  <a:cubicBezTo>
                    <a:pt x="11239" y="14419"/>
                    <a:pt x="11350" y="14456"/>
                    <a:pt x="11498" y="14456"/>
                  </a:cubicBezTo>
                  <a:cubicBezTo>
                    <a:pt x="11683" y="14456"/>
                    <a:pt x="11831" y="14345"/>
                    <a:pt x="11905" y="14271"/>
                  </a:cubicBezTo>
                  <a:cubicBezTo>
                    <a:pt x="12016" y="14086"/>
                    <a:pt x="12089" y="13902"/>
                    <a:pt x="12163" y="13680"/>
                  </a:cubicBezTo>
                  <a:cubicBezTo>
                    <a:pt x="12226" y="13412"/>
                    <a:pt x="12269" y="13104"/>
                    <a:pt x="12298" y="12836"/>
                  </a:cubicBezTo>
                  <a:lnTo>
                    <a:pt x="12298" y="12836"/>
                  </a:lnTo>
                  <a:cubicBezTo>
                    <a:pt x="12557" y="13081"/>
                    <a:pt x="12909" y="13405"/>
                    <a:pt x="13310" y="13754"/>
                  </a:cubicBezTo>
                  <a:cubicBezTo>
                    <a:pt x="14160" y="14493"/>
                    <a:pt x="15269" y="15343"/>
                    <a:pt x="16230" y="15898"/>
                  </a:cubicBezTo>
                  <a:cubicBezTo>
                    <a:pt x="16711" y="16157"/>
                    <a:pt x="17154" y="16268"/>
                    <a:pt x="17598" y="16268"/>
                  </a:cubicBezTo>
                  <a:cubicBezTo>
                    <a:pt x="18264" y="16268"/>
                    <a:pt x="18781" y="15972"/>
                    <a:pt x="19151" y="15491"/>
                  </a:cubicBezTo>
                  <a:cubicBezTo>
                    <a:pt x="19558" y="15048"/>
                    <a:pt x="19816" y="14456"/>
                    <a:pt x="19964" y="13828"/>
                  </a:cubicBezTo>
                  <a:cubicBezTo>
                    <a:pt x="20186" y="13014"/>
                    <a:pt x="20482" y="11425"/>
                    <a:pt x="20482" y="9576"/>
                  </a:cubicBezTo>
                  <a:cubicBezTo>
                    <a:pt x="20482" y="7580"/>
                    <a:pt x="20149" y="5287"/>
                    <a:pt x="19077" y="3365"/>
                  </a:cubicBezTo>
                  <a:cubicBezTo>
                    <a:pt x="17857" y="1221"/>
                    <a:pt x="15417" y="1"/>
                    <a:pt x="124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2854;p51">
              <a:extLst>
                <a:ext uri="{FF2B5EF4-FFF2-40B4-BE49-F238E27FC236}">
                  <a16:creationId xmlns:a16="http://schemas.microsoft.com/office/drawing/2014/main" id="{FD5C5F75-AC36-8499-6185-B03E1AE289E6}"/>
                </a:ext>
              </a:extLst>
            </p:cNvPr>
            <p:cNvSpPr/>
            <p:nvPr/>
          </p:nvSpPr>
          <p:spPr>
            <a:xfrm>
              <a:off x="5732875" y="2898975"/>
              <a:ext cx="70300" cy="90700"/>
            </a:xfrm>
            <a:custGeom>
              <a:avLst/>
              <a:gdLst/>
              <a:ahLst/>
              <a:cxnLst/>
              <a:rect l="l" t="t" r="r" b="b"/>
              <a:pathLst>
                <a:path w="2812" h="3628" extrusionOk="0">
                  <a:moveTo>
                    <a:pt x="1120" y="1"/>
                  </a:moveTo>
                  <a:cubicBezTo>
                    <a:pt x="0" y="1"/>
                    <a:pt x="519" y="2888"/>
                    <a:pt x="519" y="2888"/>
                  </a:cubicBezTo>
                  <a:lnTo>
                    <a:pt x="1961" y="3628"/>
                  </a:lnTo>
                  <a:cubicBezTo>
                    <a:pt x="2664" y="2334"/>
                    <a:pt x="2812" y="448"/>
                    <a:pt x="1370" y="42"/>
                  </a:cubicBezTo>
                  <a:cubicBezTo>
                    <a:pt x="1279" y="14"/>
                    <a:pt x="1196" y="1"/>
                    <a:pt x="11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2855;p51">
              <a:extLst>
                <a:ext uri="{FF2B5EF4-FFF2-40B4-BE49-F238E27FC236}">
                  <a16:creationId xmlns:a16="http://schemas.microsoft.com/office/drawing/2014/main" id="{934F8C22-515D-878B-6CEE-5C3F301DA3F8}"/>
                </a:ext>
              </a:extLst>
            </p:cNvPr>
            <p:cNvSpPr/>
            <p:nvPr/>
          </p:nvSpPr>
          <p:spPr>
            <a:xfrm>
              <a:off x="5735675" y="2890750"/>
              <a:ext cx="67500" cy="106325"/>
            </a:xfrm>
            <a:custGeom>
              <a:avLst/>
              <a:gdLst/>
              <a:ahLst/>
              <a:cxnLst/>
              <a:rect l="l" t="t" r="r" b="b"/>
              <a:pathLst>
                <a:path w="2700" h="4253" extrusionOk="0">
                  <a:moveTo>
                    <a:pt x="1036" y="1"/>
                  </a:moveTo>
                  <a:cubicBezTo>
                    <a:pt x="814" y="1"/>
                    <a:pt x="592" y="75"/>
                    <a:pt x="444" y="223"/>
                  </a:cubicBezTo>
                  <a:cubicBezTo>
                    <a:pt x="223" y="445"/>
                    <a:pt x="149" y="703"/>
                    <a:pt x="75" y="999"/>
                  </a:cubicBezTo>
                  <a:cubicBezTo>
                    <a:pt x="1" y="1258"/>
                    <a:pt x="1" y="1591"/>
                    <a:pt x="1" y="1886"/>
                  </a:cubicBezTo>
                  <a:cubicBezTo>
                    <a:pt x="1" y="2626"/>
                    <a:pt x="112" y="3291"/>
                    <a:pt x="112" y="3291"/>
                  </a:cubicBezTo>
                  <a:cubicBezTo>
                    <a:pt x="149" y="3439"/>
                    <a:pt x="296" y="3550"/>
                    <a:pt x="444" y="3550"/>
                  </a:cubicBezTo>
                  <a:cubicBezTo>
                    <a:pt x="629" y="3513"/>
                    <a:pt x="740" y="3328"/>
                    <a:pt x="703" y="3180"/>
                  </a:cubicBezTo>
                  <a:cubicBezTo>
                    <a:pt x="703" y="3180"/>
                    <a:pt x="703" y="3143"/>
                    <a:pt x="703" y="3070"/>
                  </a:cubicBezTo>
                  <a:cubicBezTo>
                    <a:pt x="666" y="2848"/>
                    <a:pt x="592" y="2367"/>
                    <a:pt x="592" y="1886"/>
                  </a:cubicBezTo>
                  <a:cubicBezTo>
                    <a:pt x="592" y="1517"/>
                    <a:pt x="629" y="1147"/>
                    <a:pt x="740" y="925"/>
                  </a:cubicBezTo>
                  <a:cubicBezTo>
                    <a:pt x="777" y="814"/>
                    <a:pt x="814" y="740"/>
                    <a:pt x="851" y="666"/>
                  </a:cubicBezTo>
                  <a:cubicBezTo>
                    <a:pt x="925" y="629"/>
                    <a:pt x="962" y="629"/>
                    <a:pt x="1036" y="629"/>
                  </a:cubicBezTo>
                  <a:cubicBezTo>
                    <a:pt x="1073" y="629"/>
                    <a:pt x="1110" y="629"/>
                    <a:pt x="1184" y="666"/>
                  </a:cubicBezTo>
                  <a:cubicBezTo>
                    <a:pt x="1517" y="740"/>
                    <a:pt x="1701" y="925"/>
                    <a:pt x="1849" y="1147"/>
                  </a:cubicBezTo>
                  <a:cubicBezTo>
                    <a:pt x="1997" y="1406"/>
                    <a:pt x="2071" y="1702"/>
                    <a:pt x="2071" y="2034"/>
                  </a:cubicBezTo>
                  <a:cubicBezTo>
                    <a:pt x="2071" y="2589"/>
                    <a:pt x="1886" y="3254"/>
                    <a:pt x="1590" y="3809"/>
                  </a:cubicBezTo>
                  <a:cubicBezTo>
                    <a:pt x="1480" y="3957"/>
                    <a:pt x="1553" y="4142"/>
                    <a:pt x="1701" y="4216"/>
                  </a:cubicBezTo>
                  <a:cubicBezTo>
                    <a:pt x="1751" y="4240"/>
                    <a:pt x="1804" y="4253"/>
                    <a:pt x="1856" y="4253"/>
                  </a:cubicBezTo>
                  <a:cubicBezTo>
                    <a:pt x="1960" y="4253"/>
                    <a:pt x="2059" y="4203"/>
                    <a:pt x="2108" y="4105"/>
                  </a:cubicBezTo>
                  <a:cubicBezTo>
                    <a:pt x="2441" y="3476"/>
                    <a:pt x="2700" y="2737"/>
                    <a:pt x="2700" y="2034"/>
                  </a:cubicBezTo>
                  <a:cubicBezTo>
                    <a:pt x="2700" y="1628"/>
                    <a:pt x="2589" y="1184"/>
                    <a:pt x="2367" y="851"/>
                  </a:cubicBezTo>
                  <a:cubicBezTo>
                    <a:pt x="2182" y="482"/>
                    <a:pt x="1812" y="186"/>
                    <a:pt x="1369" y="75"/>
                  </a:cubicBezTo>
                  <a:cubicBezTo>
                    <a:pt x="1258" y="38"/>
                    <a:pt x="1147" y="1"/>
                    <a:pt x="10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2856;p51">
              <a:extLst>
                <a:ext uri="{FF2B5EF4-FFF2-40B4-BE49-F238E27FC236}">
                  <a16:creationId xmlns:a16="http://schemas.microsoft.com/office/drawing/2014/main" id="{84B7AB36-2232-291F-98D7-753EC364723A}"/>
                </a:ext>
              </a:extLst>
            </p:cNvPr>
            <p:cNvSpPr/>
            <p:nvPr/>
          </p:nvSpPr>
          <p:spPr>
            <a:xfrm>
              <a:off x="5487050" y="4141300"/>
              <a:ext cx="251425" cy="785650"/>
            </a:xfrm>
            <a:custGeom>
              <a:avLst/>
              <a:gdLst/>
              <a:ahLst/>
              <a:cxnLst/>
              <a:rect l="l" t="t" r="r" b="b"/>
              <a:pathLst>
                <a:path w="10057" h="31426" extrusionOk="0">
                  <a:moveTo>
                    <a:pt x="7395" y="0"/>
                  </a:moveTo>
                  <a:lnTo>
                    <a:pt x="1" y="407"/>
                  </a:lnTo>
                  <a:lnTo>
                    <a:pt x="6581" y="31241"/>
                  </a:lnTo>
                  <a:lnTo>
                    <a:pt x="10057" y="31425"/>
                  </a:lnTo>
                  <a:lnTo>
                    <a:pt x="739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2857;p51">
              <a:extLst>
                <a:ext uri="{FF2B5EF4-FFF2-40B4-BE49-F238E27FC236}">
                  <a16:creationId xmlns:a16="http://schemas.microsoft.com/office/drawing/2014/main" id="{1A8278C9-3EFD-FA4D-3952-BC0152FF821E}"/>
                </a:ext>
              </a:extLst>
            </p:cNvPr>
            <p:cNvSpPr/>
            <p:nvPr/>
          </p:nvSpPr>
          <p:spPr>
            <a:xfrm>
              <a:off x="5478725" y="4133900"/>
              <a:ext cx="268075" cy="801375"/>
            </a:xfrm>
            <a:custGeom>
              <a:avLst/>
              <a:gdLst/>
              <a:ahLst/>
              <a:cxnLst/>
              <a:rect l="l" t="t" r="r" b="b"/>
              <a:pathLst>
                <a:path w="10723" h="32055" extrusionOk="0">
                  <a:moveTo>
                    <a:pt x="7432" y="629"/>
                  </a:moveTo>
                  <a:lnTo>
                    <a:pt x="10057" y="31389"/>
                  </a:lnTo>
                  <a:lnTo>
                    <a:pt x="7173" y="31241"/>
                  </a:lnTo>
                  <a:lnTo>
                    <a:pt x="704" y="1017"/>
                  </a:lnTo>
                  <a:lnTo>
                    <a:pt x="704" y="1017"/>
                  </a:lnTo>
                  <a:lnTo>
                    <a:pt x="7432" y="629"/>
                  </a:lnTo>
                  <a:close/>
                  <a:moveTo>
                    <a:pt x="7728" y="1"/>
                  </a:moveTo>
                  <a:lnTo>
                    <a:pt x="334" y="407"/>
                  </a:lnTo>
                  <a:cubicBezTo>
                    <a:pt x="223" y="407"/>
                    <a:pt x="149" y="444"/>
                    <a:pt x="75" y="518"/>
                  </a:cubicBezTo>
                  <a:cubicBezTo>
                    <a:pt x="38" y="592"/>
                    <a:pt x="1" y="703"/>
                    <a:pt x="38" y="777"/>
                  </a:cubicBezTo>
                  <a:lnTo>
                    <a:pt x="6619" y="31574"/>
                  </a:lnTo>
                  <a:cubicBezTo>
                    <a:pt x="6619" y="31721"/>
                    <a:pt x="6767" y="31832"/>
                    <a:pt x="6877" y="31832"/>
                  </a:cubicBezTo>
                  <a:lnTo>
                    <a:pt x="10390" y="32054"/>
                  </a:lnTo>
                  <a:cubicBezTo>
                    <a:pt x="10464" y="32054"/>
                    <a:pt x="10574" y="32017"/>
                    <a:pt x="10611" y="31943"/>
                  </a:cubicBezTo>
                  <a:cubicBezTo>
                    <a:pt x="10685" y="31869"/>
                    <a:pt x="10722" y="31795"/>
                    <a:pt x="10722" y="31721"/>
                  </a:cubicBezTo>
                  <a:lnTo>
                    <a:pt x="8024" y="296"/>
                  </a:lnTo>
                  <a:cubicBezTo>
                    <a:pt x="8024" y="111"/>
                    <a:pt x="7876" y="1"/>
                    <a:pt x="77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2858;p51">
              <a:extLst>
                <a:ext uri="{FF2B5EF4-FFF2-40B4-BE49-F238E27FC236}">
                  <a16:creationId xmlns:a16="http://schemas.microsoft.com/office/drawing/2014/main" id="{3282FCEA-985A-3371-1269-01797688212A}"/>
                </a:ext>
              </a:extLst>
            </p:cNvPr>
            <p:cNvSpPr/>
            <p:nvPr/>
          </p:nvSpPr>
          <p:spPr>
            <a:xfrm>
              <a:off x="5471350" y="4922300"/>
              <a:ext cx="282850" cy="117400"/>
            </a:xfrm>
            <a:custGeom>
              <a:avLst/>
              <a:gdLst/>
              <a:ahLst/>
              <a:cxnLst/>
              <a:rect l="l" t="t" r="r" b="b"/>
              <a:pathLst>
                <a:path w="11314" h="4696" extrusionOk="0">
                  <a:moveTo>
                    <a:pt x="7209" y="1"/>
                  </a:moveTo>
                  <a:lnTo>
                    <a:pt x="0" y="4696"/>
                  </a:lnTo>
                  <a:lnTo>
                    <a:pt x="11313" y="4696"/>
                  </a:lnTo>
                  <a:lnTo>
                    <a:pt x="10685" y="185"/>
                  </a:lnTo>
                  <a:lnTo>
                    <a:pt x="720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2859;p51">
              <a:extLst>
                <a:ext uri="{FF2B5EF4-FFF2-40B4-BE49-F238E27FC236}">
                  <a16:creationId xmlns:a16="http://schemas.microsoft.com/office/drawing/2014/main" id="{A782AE93-84B8-1790-A230-46A124FEEE09}"/>
                </a:ext>
              </a:extLst>
            </p:cNvPr>
            <p:cNvSpPr/>
            <p:nvPr/>
          </p:nvSpPr>
          <p:spPr>
            <a:xfrm>
              <a:off x="5463025" y="4913975"/>
              <a:ext cx="299475" cy="134050"/>
            </a:xfrm>
            <a:custGeom>
              <a:avLst/>
              <a:gdLst/>
              <a:ahLst/>
              <a:cxnLst/>
              <a:rect l="l" t="t" r="r" b="b"/>
              <a:pathLst>
                <a:path w="11979" h="5362" extrusionOk="0">
                  <a:moveTo>
                    <a:pt x="7624" y="636"/>
                  </a:moveTo>
                  <a:lnTo>
                    <a:pt x="10759" y="814"/>
                  </a:lnTo>
                  <a:lnTo>
                    <a:pt x="11276" y="4733"/>
                  </a:lnTo>
                  <a:lnTo>
                    <a:pt x="1368" y="4733"/>
                  </a:lnTo>
                  <a:lnTo>
                    <a:pt x="7624" y="636"/>
                  </a:lnTo>
                  <a:close/>
                  <a:moveTo>
                    <a:pt x="7542" y="1"/>
                  </a:moveTo>
                  <a:cubicBezTo>
                    <a:pt x="7505" y="1"/>
                    <a:pt x="7431" y="38"/>
                    <a:pt x="7358" y="75"/>
                  </a:cubicBezTo>
                  <a:lnTo>
                    <a:pt x="185" y="4807"/>
                  </a:lnTo>
                  <a:cubicBezTo>
                    <a:pt x="74" y="4881"/>
                    <a:pt x="0" y="4992"/>
                    <a:pt x="37" y="5140"/>
                  </a:cubicBezTo>
                  <a:cubicBezTo>
                    <a:pt x="74" y="5251"/>
                    <a:pt x="222" y="5362"/>
                    <a:pt x="333" y="5362"/>
                  </a:cubicBezTo>
                  <a:lnTo>
                    <a:pt x="11646" y="5362"/>
                  </a:lnTo>
                  <a:cubicBezTo>
                    <a:pt x="11720" y="5362"/>
                    <a:pt x="11831" y="5325"/>
                    <a:pt x="11868" y="5251"/>
                  </a:cubicBezTo>
                  <a:cubicBezTo>
                    <a:pt x="11942" y="5177"/>
                    <a:pt x="11979" y="5103"/>
                    <a:pt x="11942" y="4992"/>
                  </a:cubicBezTo>
                  <a:lnTo>
                    <a:pt x="11350" y="481"/>
                  </a:lnTo>
                  <a:cubicBezTo>
                    <a:pt x="11313" y="334"/>
                    <a:pt x="11202" y="223"/>
                    <a:pt x="11055" y="223"/>
                  </a:cubicBezTo>
                  <a:lnTo>
                    <a:pt x="754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2860;p51">
              <a:extLst>
                <a:ext uri="{FF2B5EF4-FFF2-40B4-BE49-F238E27FC236}">
                  <a16:creationId xmlns:a16="http://schemas.microsoft.com/office/drawing/2014/main" id="{1BD66D31-3703-0389-9D9E-5328012ED89B}"/>
                </a:ext>
              </a:extLst>
            </p:cNvPr>
            <p:cNvSpPr/>
            <p:nvPr/>
          </p:nvSpPr>
          <p:spPr>
            <a:xfrm>
              <a:off x="5231950" y="3802100"/>
              <a:ext cx="1096200" cy="1127625"/>
            </a:xfrm>
            <a:custGeom>
              <a:avLst/>
              <a:gdLst/>
              <a:ahLst/>
              <a:cxnLst/>
              <a:rect l="l" t="t" r="r" b="b"/>
              <a:pathLst>
                <a:path w="43848" h="45105" extrusionOk="0">
                  <a:moveTo>
                    <a:pt x="41704" y="0"/>
                  </a:moveTo>
                  <a:lnTo>
                    <a:pt x="28024" y="148"/>
                  </a:lnTo>
                  <a:lnTo>
                    <a:pt x="26730" y="3180"/>
                  </a:lnTo>
                  <a:cubicBezTo>
                    <a:pt x="26730" y="3180"/>
                    <a:pt x="16674" y="5028"/>
                    <a:pt x="11351" y="6174"/>
                  </a:cubicBezTo>
                  <a:cubicBezTo>
                    <a:pt x="6027" y="7357"/>
                    <a:pt x="1" y="9502"/>
                    <a:pt x="1" y="10796"/>
                  </a:cubicBezTo>
                  <a:cubicBezTo>
                    <a:pt x="1" y="12089"/>
                    <a:pt x="4474" y="44956"/>
                    <a:pt x="4474" y="44956"/>
                  </a:cubicBezTo>
                  <a:lnTo>
                    <a:pt x="7210" y="45104"/>
                  </a:lnTo>
                  <a:lnTo>
                    <a:pt x="7765" y="15269"/>
                  </a:lnTo>
                  <a:cubicBezTo>
                    <a:pt x="7765" y="15269"/>
                    <a:pt x="24290" y="14086"/>
                    <a:pt x="28912" y="13938"/>
                  </a:cubicBezTo>
                  <a:cubicBezTo>
                    <a:pt x="29406" y="13926"/>
                    <a:pt x="29890" y="13924"/>
                    <a:pt x="30365" y="13924"/>
                  </a:cubicBezTo>
                  <a:cubicBezTo>
                    <a:pt x="30708" y="13924"/>
                    <a:pt x="31045" y="13925"/>
                    <a:pt x="31379" y="13925"/>
                  </a:cubicBezTo>
                  <a:cubicBezTo>
                    <a:pt x="34868" y="13925"/>
                    <a:pt x="37847" y="13782"/>
                    <a:pt x="40557" y="10500"/>
                  </a:cubicBezTo>
                  <a:cubicBezTo>
                    <a:pt x="43848" y="6470"/>
                    <a:pt x="41704" y="0"/>
                    <a:pt x="4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861;p51">
              <a:extLst>
                <a:ext uri="{FF2B5EF4-FFF2-40B4-BE49-F238E27FC236}">
                  <a16:creationId xmlns:a16="http://schemas.microsoft.com/office/drawing/2014/main" id="{C2727155-7D9D-49DC-9E85-3A9B317232AE}"/>
                </a:ext>
              </a:extLst>
            </p:cNvPr>
            <p:cNvSpPr/>
            <p:nvPr/>
          </p:nvSpPr>
          <p:spPr>
            <a:xfrm>
              <a:off x="5223650" y="3794700"/>
              <a:ext cx="1075850" cy="1142425"/>
            </a:xfrm>
            <a:custGeom>
              <a:avLst/>
              <a:gdLst/>
              <a:ahLst/>
              <a:cxnLst/>
              <a:rect l="l" t="t" r="r" b="b"/>
              <a:pathLst>
                <a:path w="43034" h="45697" extrusionOk="0">
                  <a:moveTo>
                    <a:pt x="41808" y="594"/>
                  </a:moveTo>
                  <a:cubicBezTo>
                    <a:pt x="41961" y="1163"/>
                    <a:pt x="42405" y="2897"/>
                    <a:pt x="42405" y="4917"/>
                  </a:cubicBezTo>
                  <a:cubicBezTo>
                    <a:pt x="42405" y="6803"/>
                    <a:pt x="41999" y="8947"/>
                    <a:pt x="40631" y="10611"/>
                  </a:cubicBezTo>
                  <a:cubicBezTo>
                    <a:pt x="39041" y="12570"/>
                    <a:pt x="37377" y="13347"/>
                    <a:pt x="35492" y="13679"/>
                  </a:cubicBezTo>
                  <a:cubicBezTo>
                    <a:pt x="33606" y="14012"/>
                    <a:pt x="31536" y="13864"/>
                    <a:pt x="29207" y="13938"/>
                  </a:cubicBezTo>
                  <a:cubicBezTo>
                    <a:pt x="24585" y="14086"/>
                    <a:pt x="8060" y="15232"/>
                    <a:pt x="8060" y="15232"/>
                  </a:cubicBezTo>
                  <a:cubicBezTo>
                    <a:pt x="7912" y="15269"/>
                    <a:pt x="7764" y="15380"/>
                    <a:pt x="7764" y="15528"/>
                  </a:cubicBezTo>
                  <a:lnTo>
                    <a:pt x="7246" y="45068"/>
                  </a:lnTo>
                  <a:lnTo>
                    <a:pt x="5102" y="44969"/>
                  </a:lnTo>
                  <a:lnTo>
                    <a:pt x="5102" y="44969"/>
                  </a:lnTo>
                  <a:cubicBezTo>
                    <a:pt x="5067" y="44733"/>
                    <a:pt x="5005" y="44337"/>
                    <a:pt x="4917" y="43811"/>
                  </a:cubicBezTo>
                  <a:cubicBezTo>
                    <a:pt x="4510" y="40631"/>
                    <a:pt x="3438" y="32756"/>
                    <a:pt x="2440" y="25473"/>
                  </a:cubicBezTo>
                  <a:cubicBezTo>
                    <a:pt x="1959" y="21850"/>
                    <a:pt x="1516" y="18375"/>
                    <a:pt x="1183" y="15750"/>
                  </a:cubicBezTo>
                  <a:cubicBezTo>
                    <a:pt x="998" y="14456"/>
                    <a:pt x="887" y="13347"/>
                    <a:pt x="776" y="12533"/>
                  </a:cubicBezTo>
                  <a:cubicBezTo>
                    <a:pt x="739" y="12127"/>
                    <a:pt x="702" y="11794"/>
                    <a:pt x="665" y="11535"/>
                  </a:cubicBezTo>
                  <a:cubicBezTo>
                    <a:pt x="629" y="11313"/>
                    <a:pt x="629" y="11128"/>
                    <a:pt x="629" y="11092"/>
                  </a:cubicBezTo>
                  <a:cubicBezTo>
                    <a:pt x="629" y="11055"/>
                    <a:pt x="665" y="10944"/>
                    <a:pt x="813" y="10759"/>
                  </a:cubicBezTo>
                  <a:cubicBezTo>
                    <a:pt x="1072" y="10500"/>
                    <a:pt x="1590" y="10167"/>
                    <a:pt x="2329" y="9798"/>
                  </a:cubicBezTo>
                  <a:cubicBezTo>
                    <a:pt x="4473" y="8725"/>
                    <a:pt x="8281" y="7542"/>
                    <a:pt x="11757" y="6803"/>
                  </a:cubicBezTo>
                  <a:cubicBezTo>
                    <a:pt x="14419" y="6211"/>
                    <a:pt x="18263" y="5472"/>
                    <a:pt x="21443" y="4843"/>
                  </a:cubicBezTo>
                  <a:cubicBezTo>
                    <a:pt x="23033" y="4548"/>
                    <a:pt x="24438" y="4289"/>
                    <a:pt x="25473" y="4067"/>
                  </a:cubicBezTo>
                  <a:cubicBezTo>
                    <a:pt x="26508" y="3882"/>
                    <a:pt x="27136" y="3771"/>
                    <a:pt x="27136" y="3771"/>
                  </a:cubicBezTo>
                  <a:cubicBezTo>
                    <a:pt x="27247" y="3734"/>
                    <a:pt x="27321" y="3697"/>
                    <a:pt x="27358" y="3586"/>
                  </a:cubicBezTo>
                  <a:lnTo>
                    <a:pt x="28574" y="737"/>
                  </a:lnTo>
                  <a:lnTo>
                    <a:pt x="28574" y="737"/>
                  </a:lnTo>
                  <a:lnTo>
                    <a:pt x="41808" y="594"/>
                  </a:lnTo>
                  <a:close/>
                  <a:moveTo>
                    <a:pt x="42036" y="0"/>
                  </a:moveTo>
                  <a:lnTo>
                    <a:pt x="28356" y="148"/>
                  </a:lnTo>
                  <a:cubicBezTo>
                    <a:pt x="28246" y="148"/>
                    <a:pt x="28135" y="222"/>
                    <a:pt x="28098" y="333"/>
                  </a:cubicBezTo>
                  <a:lnTo>
                    <a:pt x="26854" y="3211"/>
                  </a:lnTo>
                  <a:lnTo>
                    <a:pt x="26854" y="3211"/>
                  </a:lnTo>
                  <a:cubicBezTo>
                    <a:pt x="25505" y="3459"/>
                    <a:pt x="16524" y="5116"/>
                    <a:pt x="11609" y="6174"/>
                  </a:cubicBezTo>
                  <a:cubicBezTo>
                    <a:pt x="8947" y="6766"/>
                    <a:pt x="6100" y="7579"/>
                    <a:pt x="3882" y="8430"/>
                  </a:cubicBezTo>
                  <a:cubicBezTo>
                    <a:pt x="2810" y="8873"/>
                    <a:pt x="1849" y="9317"/>
                    <a:pt x="1183" y="9724"/>
                  </a:cubicBezTo>
                  <a:cubicBezTo>
                    <a:pt x="850" y="9945"/>
                    <a:pt x="555" y="10130"/>
                    <a:pt x="370" y="10352"/>
                  </a:cubicBezTo>
                  <a:cubicBezTo>
                    <a:pt x="148" y="10574"/>
                    <a:pt x="0" y="10796"/>
                    <a:pt x="0" y="11092"/>
                  </a:cubicBezTo>
                  <a:cubicBezTo>
                    <a:pt x="0" y="11202"/>
                    <a:pt x="37" y="11387"/>
                    <a:pt x="74" y="11720"/>
                  </a:cubicBezTo>
                  <a:cubicBezTo>
                    <a:pt x="555" y="16415"/>
                    <a:pt x="4510" y="45289"/>
                    <a:pt x="4510" y="45289"/>
                  </a:cubicBezTo>
                  <a:cubicBezTo>
                    <a:pt x="4547" y="45437"/>
                    <a:pt x="4658" y="45548"/>
                    <a:pt x="4806" y="45548"/>
                  </a:cubicBezTo>
                  <a:lnTo>
                    <a:pt x="7542" y="45696"/>
                  </a:lnTo>
                  <a:cubicBezTo>
                    <a:pt x="7616" y="45696"/>
                    <a:pt x="7690" y="45696"/>
                    <a:pt x="7764" y="45622"/>
                  </a:cubicBezTo>
                  <a:cubicBezTo>
                    <a:pt x="7838" y="45585"/>
                    <a:pt x="7875" y="45474"/>
                    <a:pt x="7875" y="45400"/>
                  </a:cubicBezTo>
                  <a:lnTo>
                    <a:pt x="8388" y="15840"/>
                  </a:lnTo>
                  <a:lnTo>
                    <a:pt x="8388" y="15840"/>
                  </a:lnTo>
                  <a:cubicBezTo>
                    <a:pt x="8803" y="15811"/>
                    <a:pt x="9641" y="15752"/>
                    <a:pt x="10758" y="15676"/>
                  </a:cubicBezTo>
                  <a:cubicBezTo>
                    <a:pt x="15639" y="15343"/>
                    <a:pt x="25805" y="14678"/>
                    <a:pt x="29244" y="14567"/>
                  </a:cubicBezTo>
                  <a:cubicBezTo>
                    <a:pt x="31536" y="14493"/>
                    <a:pt x="33606" y="14641"/>
                    <a:pt x="35603" y="14271"/>
                  </a:cubicBezTo>
                  <a:cubicBezTo>
                    <a:pt x="37562" y="13938"/>
                    <a:pt x="39411" y="13051"/>
                    <a:pt x="41111" y="10981"/>
                  </a:cubicBezTo>
                  <a:cubicBezTo>
                    <a:pt x="42627" y="9169"/>
                    <a:pt x="43034" y="6877"/>
                    <a:pt x="43034" y="4917"/>
                  </a:cubicBezTo>
                  <a:cubicBezTo>
                    <a:pt x="43034" y="2329"/>
                    <a:pt x="42331" y="222"/>
                    <a:pt x="42331" y="185"/>
                  </a:cubicBezTo>
                  <a:cubicBezTo>
                    <a:pt x="42294" y="74"/>
                    <a:pt x="42146" y="0"/>
                    <a:pt x="420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862;p51">
              <a:extLst>
                <a:ext uri="{FF2B5EF4-FFF2-40B4-BE49-F238E27FC236}">
                  <a16:creationId xmlns:a16="http://schemas.microsoft.com/office/drawing/2014/main" id="{258225F8-D379-2525-E5B6-884BF253A0DB}"/>
                </a:ext>
              </a:extLst>
            </p:cNvPr>
            <p:cNvSpPr/>
            <p:nvPr/>
          </p:nvSpPr>
          <p:spPr>
            <a:xfrm>
              <a:off x="5111800" y="4926000"/>
              <a:ext cx="308725" cy="134975"/>
            </a:xfrm>
            <a:custGeom>
              <a:avLst/>
              <a:gdLst/>
              <a:ahLst/>
              <a:cxnLst/>
              <a:rect l="l" t="t" r="r" b="b"/>
              <a:pathLst>
                <a:path w="12349" h="5399" extrusionOk="0">
                  <a:moveTo>
                    <a:pt x="9280" y="0"/>
                  </a:moveTo>
                  <a:lnTo>
                    <a:pt x="8837" y="259"/>
                  </a:lnTo>
                  <a:lnTo>
                    <a:pt x="1" y="5398"/>
                  </a:lnTo>
                  <a:lnTo>
                    <a:pt x="12349" y="5398"/>
                  </a:lnTo>
                  <a:lnTo>
                    <a:pt x="12016" y="148"/>
                  </a:lnTo>
                  <a:lnTo>
                    <a:pt x="928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863;p51">
              <a:extLst>
                <a:ext uri="{FF2B5EF4-FFF2-40B4-BE49-F238E27FC236}">
                  <a16:creationId xmlns:a16="http://schemas.microsoft.com/office/drawing/2014/main" id="{C5FA2EBE-546A-EA46-152C-1A3AD4219E4C}"/>
                </a:ext>
              </a:extLst>
            </p:cNvPr>
            <p:cNvSpPr/>
            <p:nvPr/>
          </p:nvSpPr>
          <p:spPr>
            <a:xfrm>
              <a:off x="5103475" y="4918600"/>
              <a:ext cx="324450" cy="150675"/>
            </a:xfrm>
            <a:custGeom>
              <a:avLst/>
              <a:gdLst/>
              <a:ahLst/>
              <a:cxnLst/>
              <a:rect l="l" t="t" r="r" b="b"/>
              <a:pathLst>
                <a:path w="12978" h="6027" extrusionOk="0">
                  <a:moveTo>
                    <a:pt x="9698" y="597"/>
                  </a:moveTo>
                  <a:lnTo>
                    <a:pt x="12053" y="740"/>
                  </a:lnTo>
                  <a:lnTo>
                    <a:pt x="12349" y="5398"/>
                  </a:lnTo>
                  <a:lnTo>
                    <a:pt x="1480" y="5398"/>
                  </a:lnTo>
                  <a:lnTo>
                    <a:pt x="9317" y="851"/>
                  </a:lnTo>
                  <a:lnTo>
                    <a:pt x="9698" y="597"/>
                  </a:lnTo>
                  <a:close/>
                  <a:moveTo>
                    <a:pt x="9650" y="1"/>
                  </a:moveTo>
                  <a:cubicBezTo>
                    <a:pt x="9576" y="1"/>
                    <a:pt x="9539" y="1"/>
                    <a:pt x="9465" y="38"/>
                  </a:cubicBezTo>
                  <a:lnTo>
                    <a:pt x="9022" y="296"/>
                  </a:lnTo>
                  <a:lnTo>
                    <a:pt x="186" y="5435"/>
                  </a:lnTo>
                  <a:cubicBezTo>
                    <a:pt x="38" y="5509"/>
                    <a:pt x="1" y="5657"/>
                    <a:pt x="38" y="5805"/>
                  </a:cubicBezTo>
                  <a:cubicBezTo>
                    <a:pt x="75" y="5916"/>
                    <a:pt x="186" y="6027"/>
                    <a:pt x="334" y="6027"/>
                  </a:cubicBezTo>
                  <a:lnTo>
                    <a:pt x="12682" y="6027"/>
                  </a:lnTo>
                  <a:cubicBezTo>
                    <a:pt x="12756" y="6027"/>
                    <a:pt x="12830" y="5990"/>
                    <a:pt x="12904" y="5916"/>
                  </a:cubicBezTo>
                  <a:cubicBezTo>
                    <a:pt x="12941" y="5842"/>
                    <a:pt x="12978" y="5768"/>
                    <a:pt x="12978" y="5694"/>
                  </a:cubicBezTo>
                  <a:lnTo>
                    <a:pt x="12682" y="407"/>
                  </a:lnTo>
                  <a:cubicBezTo>
                    <a:pt x="12645" y="259"/>
                    <a:pt x="12534" y="149"/>
                    <a:pt x="12386" y="149"/>
                  </a:cubicBezTo>
                  <a:lnTo>
                    <a:pt x="965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864;p51">
              <a:extLst>
                <a:ext uri="{FF2B5EF4-FFF2-40B4-BE49-F238E27FC236}">
                  <a16:creationId xmlns:a16="http://schemas.microsoft.com/office/drawing/2014/main" id="{CB686C8F-F362-CD01-79D2-0CE99519A7BA}"/>
                </a:ext>
              </a:extLst>
            </p:cNvPr>
            <p:cNvSpPr/>
            <p:nvPr/>
          </p:nvSpPr>
          <p:spPr>
            <a:xfrm>
              <a:off x="5408500" y="3494300"/>
              <a:ext cx="201500" cy="90600"/>
            </a:xfrm>
            <a:custGeom>
              <a:avLst/>
              <a:gdLst/>
              <a:ahLst/>
              <a:cxnLst/>
              <a:rect l="l" t="t" r="r" b="b"/>
              <a:pathLst>
                <a:path w="8060" h="3624" extrusionOk="0">
                  <a:moveTo>
                    <a:pt x="2884" y="1"/>
                  </a:moveTo>
                  <a:cubicBezTo>
                    <a:pt x="1960" y="1"/>
                    <a:pt x="0" y="2367"/>
                    <a:pt x="0" y="2700"/>
                  </a:cubicBezTo>
                  <a:cubicBezTo>
                    <a:pt x="0" y="2933"/>
                    <a:pt x="46" y="3306"/>
                    <a:pt x="321" y="3306"/>
                  </a:cubicBezTo>
                  <a:cubicBezTo>
                    <a:pt x="394" y="3306"/>
                    <a:pt x="483" y="3279"/>
                    <a:pt x="592" y="3217"/>
                  </a:cubicBezTo>
                  <a:cubicBezTo>
                    <a:pt x="1109" y="2885"/>
                    <a:pt x="2366" y="2071"/>
                    <a:pt x="2366" y="2071"/>
                  </a:cubicBezTo>
                  <a:lnTo>
                    <a:pt x="7542" y="3624"/>
                  </a:lnTo>
                  <a:lnTo>
                    <a:pt x="8060" y="1443"/>
                  </a:lnTo>
                  <a:lnTo>
                    <a:pt x="5287" y="297"/>
                  </a:lnTo>
                  <a:cubicBezTo>
                    <a:pt x="5287" y="297"/>
                    <a:pt x="3808" y="1"/>
                    <a:pt x="28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865;p51">
              <a:extLst>
                <a:ext uri="{FF2B5EF4-FFF2-40B4-BE49-F238E27FC236}">
                  <a16:creationId xmlns:a16="http://schemas.microsoft.com/office/drawing/2014/main" id="{062CC204-93AD-FE89-3740-99F67D139630}"/>
                </a:ext>
              </a:extLst>
            </p:cNvPr>
            <p:cNvSpPr/>
            <p:nvPr/>
          </p:nvSpPr>
          <p:spPr>
            <a:xfrm>
              <a:off x="5400175" y="3486925"/>
              <a:ext cx="218150" cy="105775"/>
            </a:xfrm>
            <a:custGeom>
              <a:avLst/>
              <a:gdLst/>
              <a:ahLst/>
              <a:cxnLst/>
              <a:rect l="l" t="t" r="r" b="b"/>
              <a:pathLst>
                <a:path w="8726" h="4231" extrusionOk="0">
                  <a:moveTo>
                    <a:pt x="3217" y="592"/>
                  </a:moveTo>
                  <a:cubicBezTo>
                    <a:pt x="3660" y="592"/>
                    <a:pt x="4252" y="666"/>
                    <a:pt x="4696" y="739"/>
                  </a:cubicBezTo>
                  <a:cubicBezTo>
                    <a:pt x="4954" y="776"/>
                    <a:pt x="5139" y="813"/>
                    <a:pt x="5287" y="850"/>
                  </a:cubicBezTo>
                  <a:cubicBezTo>
                    <a:pt x="5362" y="869"/>
                    <a:pt x="5428" y="878"/>
                    <a:pt x="5474" y="883"/>
                  </a:cubicBezTo>
                  <a:lnTo>
                    <a:pt x="5474" y="883"/>
                  </a:lnTo>
                  <a:lnTo>
                    <a:pt x="5472" y="887"/>
                  </a:lnTo>
                  <a:lnTo>
                    <a:pt x="8023" y="1923"/>
                  </a:lnTo>
                  <a:lnTo>
                    <a:pt x="7653" y="3512"/>
                  </a:lnTo>
                  <a:lnTo>
                    <a:pt x="2773" y="2070"/>
                  </a:lnTo>
                  <a:cubicBezTo>
                    <a:pt x="2752" y="2060"/>
                    <a:pt x="2730" y="2055"/>
                    <a:pt x="2707" y="2055"/>
                  </a:cubicBezTo>
                  <a:cubicBezTo>
                    <a:pt x="2653" y="2055"/>
                    <a:pt x="2593" y="2081"/>
                    <a:pt x="2514" y="2107"/>
                  </a:cubicBezTo>
                  <a:cubicBezTo>
                    <a:pt x="2514" y="2107"/>
                    <a:pt x="2219" y="2329"/>
                    <a:pt x="1849" y="2551"/>
                  </a:cubicBezTo>
                  <a:cubicBezTo>
                    <a:pt x="1479" y="2810"/>
                    <a:pt x="1036" y="3106"/>
                    <a:pt x="777" y="3253"/>
                  </a:cubicBezTo>
                  <a:cubicBezTo>
                    <a:pt x="743" y="3271"/>
                    <a:pt x="716" y="3280"/>
                    <a:pt x="698" y="3285"/>
                  </a:cubicBezTo>
                  <a:lnTo>
                    <a:pt x="698" y="3285"/>
                  </a:lnTo>
                  <a:cubicBezTo>
                    <a:pt x="688" y="3272"/>
                    <a:pt x="666" y="3237"/>
                    <a:pt x="666" y="3180"/>
                  </a:cubicBezTo>
                  <a:cubicBezTo>
                    <a:pt x="635" y="3149"/>
                    <a:pt x="630" y="3092"/>
                    <a:pt x="629" y="3031"/>
                  </a:cubicBezTo>
                  <a:lnTo>
                    <a:pt x="629" y="3031"/>
                  </a:lnTo>
                  <a:cubicBezTo>
                    <a:pt x="632" y="3026"/>
                    <a:pt x="669" y="2953"/>
                    <a:pt x="740" y="2847"/>
                  </a:cubicBezTo>
                  <a:cubicBezTo>
                    <a:pt x="962" y="2514"/>
                    <a:pt x="1442" y="1923"/>
                    <a:pt x="1960" y="1442"/>
                  </a:cubicBezTo>
                  <a:cubicBezTo>
                    <a:pt x="2182" y="1183"/>
                    <a:pt x="2477" y="961"/>
                    <a:pt x="2699" y="813"/>
                  </a:cubicBezTo>
                  <a:cubicBezTo>
                    <a:pt x="2921" y="666"/>
                    <a:pt x="3143" y="592"/>
                    <a:pt x="3217" y="592"/>
                  </a:cubicBezTo>
                  <a:close/>
                  <a:moveTo>
                    <a:pt x="3217" y="0"/>
                  </a:moveTo>
                  <a:cubicBezTo>
                    <a:pt x="2847" y="0"/>
                    <a:pt x="2551" y="185"/>
                    <a:pt x="2182" y="407"/>
                  </a:cubicBezTo>
                  <a:cubicBezTo>
                    <a:pt x="1701" y="776"/>
                    <a:pt x="1183" y="1331"/>
                    <a:pt x="740" y="1812"/>
                  </a:cubicBezTo>
                  <a:cubicBezTo>
                    <a:pt x="555" y="2033"/>
                    <a:pt x="370" y="2255"/>
                    <a:pt x="259" y="2440"/>
                  </a:cubicBezTo>
                  <a:cubicBezTo>
                    <a:pt x="185" y="2551"/>
                    <a:pt x="148" y="2625"/>
                    <a:pt x="111" y="2699"/>
                  </a:cubicBezTo>
                  <a:lnTo>
                    <a:pt x="37" y="2810"/>
                  </a:lnTo>
                  <a:cubicBezTo>
                    <a:pt x="37" y="2884"/>
                    <a:pt x="0" y="2921"/>
                    <a:pt x="0" y="2995"/>
                  </a:cubicBezTo>
                  <a:cubicBezTo>
                    <a:pt x="0" y="3143"/>
                    <a:pt x="37" y="3327"/>
                    <a:pt x="111" y="3512"/>
                  </a:cubicBezTo>
                  <a:cubicBezTo>
                    <a:pt x="148" y="3586"/>
                    <a:pt x="185" y="3697"/>
                    <a:pt x="296" y="3771"/>
                  </a:cubicBezTo>
                  <a:cubicBezTo>
                    <a:pt x="370" y="3845"/>
                    <a:pt x="518" y="3919"/>
                    <a:pt x="666" y="3919"/>
                  </a:cubicBezTo>
                  <a:cubicBezTo>
                    <a:pt x="814" y="3919"/>
                    <a:pt x="962" y="3845"/>
                    <a:pt x="1110" y="3771"/>
                  </a:cubicBezTo>
                  <a:cubicBezTo>
                    <a:pt x="1529" y="3501"/>
                    <a:pt x="2436" y="2915"/>
                    <a:pt x="2763" y="2703"/>
                  </a:cubicBezTo>
                  <a:lnTo>
                    <a:pt x="2763" y="2703"/>
                  </a:lnTo>
                  <a:lnTo>
                    <a:pt x="7801" y="4215"/>
                  </a:lnTo>
                  <a:cubicBezTo>
                    <a:pt x="7823" y="4226"/>
                    <a:pt x="7845" y="4230"/>
                    <a:pt x="7866" y="4230"/>
                  </a:cubicBezTo>
                  <a:cubicBezTo>
                    <a:pt x="7918" y="4230"/>
                    <a:pt x="7971" y="4204"/>
                    <a:pt x="8023" y="4178"/>
                  </a:cubicBezTo>
                  <a:cubicBezTo>
                    <a:pt x="8097" y="4141"/>
                    <a:pt x="8171" y="4067"/>
                    <a:pt x="8171" y="3993"/>
                  </a:cubicBezTo>
                  <a:lnTo>
                    <a:pt x="8688" y="1812"/>
                  </a:lnTo>
                  <a:cubicBezTo>
                    <a:pt x="8725" y="1664"/>
                    <a:pt x="8652" y="1516"/>
                    <a:pt x="8504" y="1442"/>
                  </a:cubicBezTo>
                  <a:lnTo>
                    <a:pt x="5731" y="333"/>
                  </a:lnTo>
                  <a:lnTo>
                    <a:pt x="5657" y="296"/>
                  </a:lnTo>
                  <a:cubicBezTo>
                    <a:pt x="5657" y="296"/>
                    <a:pt x="4215" y="0"/>
                    <a:pt x="32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866;p51">
              <a:extLst>
                <a:ext uri="{FF2B5EF4-FFF2-40B4-BE49-F238E27FC236}">
                  <a16:creationId xmlns:a16="http://schemas.microsoft.com/office/drawing/2014/main" id="{AB67A855-3AC5-9F28-615A-B6951DFB1683}"/>
                </a:ext>
              </a:extLst>
            </p:cNvPr>
            <p:cNvSpPr/>
            <p:nvPr/>
          </p:nvSpPr>
          <p:spPr>
            <a:xfrm>
              <a:off x="5410350" y="3530350"/>
              <a:ext cx="171000" cy="49025"/>
            </a:xfrm>
            <a:custGeom>
              <a:avLst/>
              <a:gdLst/>
              <a:ahLst/>
              <a:cxnLst/>
              <a:rect l="l" t="t" r="r" b="b"/>
              <a:pathLst>
                <a:path w="6840" h="1961" extrusionOk="0">
                  <a:moveTo>
                    <a:pt x="5213" y="1"/>
                  </a:moveTo>
                  <a:cubicBezTo>
                    <a:pt x="5213" y="1"/>
                    <a:pt x="1775" y="223"/>
                    <a:pt x="1035" y="333"/>
                  </a:cubicBezTo>
                  <a:cubicBezTo>
                    <a:pt x="333" y="407"/>
                    <a:pt x="0" y="1258"/>
                    <a:pt x="961" y="1258"/>
                  </a:cubicBezTo>
                  <a:cubicBezTo>
                    <a:pt x="1886" y="1258"/>
                    <a:pt x="3106" y="1147"/>
                    <a:pt x="3106" y="1147"/>
                  </a:cubicBezTo>
                  <a:cubicBezTo>
                    <a:pt x="3106" y="1147"/>
                    <a:pt x="3845" y="1775"/>
                    <a:pt x="5213" y="1886"/>
                  </a:cubicBezTo>
                  <a:cubicBezTo>
                    <a:pt x="6544" y="1960"/>
                    <a:pt x="6840" y="1960"/>
                    <a:pt x="6840" y="1960"/>
                  </a:cubicBezTo>
                  <a:lnTo>
                    <a:pt x="521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867;p51">
              <a:extLst>
                <a:ext uri="{FF2B5EF4-FFF2-40B4-BE49-F238E27FC236}">
                  <a16:creationId xmlns:a16="http://schemas.microsoft.com/office/drawing/2014/main" id="{E7265DBA-C0F7-0BDB-01E8-438CB4D8359D}"/>
                </a:ext>
              </a:extLst>
            </p:cNvPr>
            <p:cNvSpPr/>
            <p:nvPr/>
          </p:nvSpPr>
          <p:spPr>
            <a:xfrm>
              <a:off x="5412200" y="3522950"/>
              <a:ext cx="177475" cy="64725"/>
            </a:xfrm>
            <a:custGeom>
              <a:avLst/>
              <a:gdLst/>
              <a:ahLst/>
              <a:cxnLst/>
              <a:rect l="l" t="t" r="r" b="b"/>
              <a:pathLst>
                <a:path w="7099" h="2589" extrusionOk="0">
                  <a:moveTo>
                    <a:pt x="5102" y="1"/>
                  </a:moveTo>
                  <a:cubicBezTo>
                    <a:pt x="5102" y="1"/>
                    <a:pt x="4252" y="38"/>
                    <a:pt x="3290" y="112"/>
                  </a:cubicBezTo>
                  <a:cubicBezTo>
                    <a:pt x="2366" y="186"/>
                    <a:pt x="1331" y="260"/>
                    <a:pt x="924" y="297"/>
                  </a:cubicBezTo>
                  <a:cubicBezTo>
                    <a:pt x="665" y="334"/>
                    <a:pt x="444" y="445"/>
                    <a:pt x="296" y="592"/>
                  </a:cubicBezTo>
                  <a:cubicBezTo>
                    <a:pt x="111" y="777"/>
                    <a:pt x="0" y="962"/>
                    <a:pt x="0" y="1184"/>
                  </a:cubicBezTo>
                  <a:cubicBezTo>
                    <a:pt x="0" y="1369"/>
                    <a:pt x="74" y="1591"/>
                    <a:pt x="259" y="1702"/>
                  </a:cubicBezTo>
                  <a:cubicBezTo>
                    <a:pt x="444" y="1812"/>
                    <a:pt x="629" y="1849"/>
                    <a:pt x="887" y="1849"/>
                  </a:cubicBezTo>
                  <a:cubicBezTo>
                    <a:pt x="1642" y="1849"/>
                    <a:pt x="2618" y="1776"/>
                    <a:pt x="2951" y="1748"/>
                  </a:cubicBezTo>
                  <a:lnTo>
                    <a:pt x="2951" y="1748"/>
                  </a:lnTo>
                  <a:cubicBezTo>
                    <a:pt x="3210" y="1939"/>
                    <a:pt x="3940" y="2389"/>
                    <a:pt x="5102" y="2478"/>
                  </a:cubicBezTo>
                  <a:cubicBezTo>
                    <a:pt x="6433" y="2589"/>
                    <a:pt x="6766" y="2589"/>
                    <a:pt x="6766" y="2589"/>
                  </a:cubicBezTo>
                  <a:cubicBezTo>
                    <a:pt x="6950" y="2589"/>
                    <a:pt x="7098" y="2441"/>
                    <a:pt x="7098" y="2256"/>
                  </a:cubicBezTo>
                  <a:cubicBezTo>
                    <a:pt x="7098" y="2108"/>
                    <a:pt x="6950" y="1960"/>
                    <a:pt x="6766" y="1960"/>
                  </a:cubicBezTo>
                  <a:cubicBezTo>
                    <a:pt x="6692" y="1960"/>
                    <a:pt x="6322" y="1960"/>
                    <a:pt x="5139" y="1849"/>
                  </a:cubicBezTo>
                  <a:cubicBezTo>
                    <a:pt x="4510" y="1812"/>
                    <a:pt x="4030" y="1628"/>
                    <a:pt x="3697" y="1480"/>
                  </a:cubicBezTo>
                  <a:cubicBezTo>
                    <a:pt x="3549" y="1406"/>
                    <a:pt x="3438" y="1332"/>
                    <a:pt x="3364" y="1295"/>
                  </a:cubicBezTo>
                  <a:lnTo>
                    <a:pt x="3253" y="1221"/>
                  </a:lnTo>
                  <a:cubicBezTo>
                    <a:pt x="3199" y="1167"/>
                    <a:pt x="3145" y="1133"/>
                    <a:pt x="3091" y="1133"/>
                  </a:cubicBezTo>
                  <a:cubicBezTo>
                    <a:pt x="3071" y="1133"/>
                    <a:pt x="3051" y="1137"/>
                    <a:pt x="3032" y="1147"/>
                  </a:cubicBezTo>
                  <a:cubicBezTo>
                    <a:pt x="3032" y="1147"/>
                    <a:pt x="2699" y="1147"/>
                    <a:pt x="2292" y="1184"/>
                  </a:cubicBezTo>
                  <a:cubicBezTo>
                    <a:pt x="1886" y="1221"/>
                    <a:pt x="1331" y="1221"/>
                    <a:pt x="887" y="1221"/>
                  </a:cubicBezTo>
                  <a:cubicBezTo>
                    <a:pt x="702" y="1221"/>
                    <a:pt x="629" y="1184"/>
                    <a:pt x="592" y="1184"/>
                  </a:cubicBezTo>
                  <a:lnTo>
                    <a:pt x="629" y="1147"/>
                  </a:lnTo>
                  <a:cubicBezTo>
                    <a:pt x="665" y="1073"/>
                    <a:pt x="813" y="962"/>
                    <a:pt x="1035" y="925"/>
                  </a:cubicBezTo>
                  <a:cubicBezTo>
                    <a:pt x="1368" y="851"/>
                    <a:pt x="2403" y="777"/>
                    <a:pt x="3327" y="740"/>
                  </a:cubicBezTo>
                  <a:cubicBezTo>
                    <a:pt x="4289" y="666"/>
                    <a:pt x="5139" y="592"/>
                    <a:pt x="5139" y="592"/>
                  </a:cubicBezTo>
                  <a:cubicBezTo>
                    <a:pt x="5324" y="592"/>
                    <a:pt x="5435" y="445"/>
                    <a:pt x="5435" y="297"/>
                  </a:cubicBezTo>
                  <a:cubicBezTo>
                    <a:pt x="5435" y="112"/>
                    <a:pt x="5287" y="1"/>
                    <a:pt x="51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868;p51">
              <a:extLst>
                <a:ext uri="{FF2B5EF4-FFF2-40B4-BE49-F238E27FC236}">
                  <a16:creationId xmlns:a16="http://schemas.microsoft.com/office/drawing/2014/main" id="{7DF5F113-F32C-1C0B-5075-58F6A3F65B45}"/>
                </a:ext>
              </a:extLst>
            </p:cNvPr>
            <p:cNvSpPr/>
            <p:nvPr/>
          </p:nvSpPr>
          <p:spPr>
            <a:xfrm>
              <a:off x="5597050" y="3530350"/>
              <a:ext cx="448275" cy="196900"/>
            </a:xfrm>
            <a:custGeom>
              <a:avLst/>
              <a:gdLst/>
              <a:ahLst/>
              <a:cxnLst/>
              <a:rect l="l" t="t" r="r" b="b"/>
              <a:pathLst>
                <a:path w="17931" h="7876" extrusionOk="0">
                  <a:moveTo>
                    <a:pt x="518" y="1"/>
                  </a:moveTo>
                  <a:lnTo>
                    <a:pt x="0" y="2182"/>
                  </a:lnTo>
                  <a:lnTo>
                    <a:pt x="17487" y="7875"/>
                  </a:lnTo>
                  <a:lnTo>
                    <a:pt x="17931" y="2810"/>
                  </a:lnTo>
                  <a:lnTo>
                    <a:pt x="51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869;p51">
              <a:extLst>
                <a:ext uri="{FF2B5EF4-FFF2-40B4-BE49-F238E27FC236}">
                  <a16:creationId xmlns:a16="http://schemas.microsoft.com/office/drawing/2014/main" id="{13BB6498-71DD-6215-E1D0-A2C0649249E8}"/>
                </a:ext>
              </a:extLst>
            </p:cNvPr>
            <p:cNvSpPr/>
            <p:nvPr/>
          </p:nvSpPr>
          <p:spPr>
            <a:xfrm>
              <a:off x="5588725" y="3522775"/>
              <a:ext cx="464000" cy="212250"/>
            </a:xfrm>
            <a:custGeom>
              <a:avLst/>
              <a:gdLst/>
              <a:ahLst/>
              <a:cxnLst/>
              <a:rect l="l" t="t" r="r" b="b"/>
              <a:pathLst>
                <a:path w="18560" h="8490" extrusionOk="0">
                  <a:moveTo>
                    <a:pt x="1084" y="643"/>
                  </a:moveTo>
                  <a:lnTo>
                    <a:pt x="17931" y="3372"/>
                  </a:lnTo>
                  <a:lnTo>
                    <a:pt x="17561" y="7772"/>
                  </a:lnTo>
                  <a:lnTo>
                    <a:pt x="703" y="2263"/>
                  </a:lnTo>
                  <a:lnTo>
                    <a:pt x="1084" y="643"/>
                  </a:lnTo>
                  <a:close/>
                  <a:moveTo>
                    <a:pt x="830" y="1"/>
                  </a:moveTo>
                  <a:cubicBezTo>
                    <a:pt x="703" y="1"/>
                    <a:pt x="587" y="101"/>
                    <a:pt x="555" y="230"/>
                  </a:cubicBezTo>
                  <a:lnTo>
                    <a:pt x="37" y="2411"/>
                  </a:lnTo>
                  <a:cubicBezTo>
                    <a:pt x="0" y="2559"/>
                    <a:pt x="74" y="2744"/>
                    <a:pt x="259" y="2781"/>
                  </a:cubicBezTo>
                  <a:lnTo>
                    <a:pt x="17746" y="8474"/>
                  </a:lnTo>
                  <a:cubicBezTo>
                    <a:pt x="17768" y="8485"/>
                    <a:pt x="17793" y="8490"/>
                    <a:pt x="17819" y="8490"/>
                  </a:cubicBezTo>
                  <a:cubicBezTo>
                    <a:pt x="17882" y="8490"/>
                    <a:pt x="17953" y="8463"/>
                    <a:pt x="18005" y="8437"/>
                  </a:cubicBezTo>
                  <a:cubicBezTo>
                    <a:pt x="18079" y="8400"/>
                    <a:pt x="18153" y="8289"/>
                    <a:pt x="18153" y="8215"/>
                  </a:cubicBezTo>
                  <a:lnTo>
                    <a:pt x="18560" y="3113"/>
                  </a:lnTo>
                  <a:cubicBezTo>
                    <a:pt x="18560" y="2966"/>
                    <a:pt x="18449" y="2818"/>
                    <a:pt x="18301" y="2818"/>
                  </a:cubicBezTo>
                  <a:lnTo>
                    <a:pt x="888" y="8"/>
                  </a:lnTo>
                  <a:cubicBezTo>
                    <a:pt x="868" y="3"/>
                    <a:pt x="849" y="1"/>
                    <a:pt x="8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870;p51">
              <a:extLst>
                <a:ext uri="{FF2B5EF4-FFF2-40B4-BE49-F238E27FC236}">
                  <a16:creationId xmlns:a16="http://schemas.microsoft.com/office/drawing/2014/main" id="{CA734703-AB6E-5ECA-FB12-6DF6C05E558B}"/>
                </a:ext>
              </a:extLst>
            </p:cNvPr>
            <p:cNvSpPr/>
            <p:nvPr/>
          </p:nvSpPr>
          <p:spPr>
            <a:xfrm>
              <a:off x="5831800" y="3033350"/>
              <a:ext cx="475100" cy="853075"/>
            </a:xfrm>
            <a:custGeom>
              <a:avLst/>
              <a:gdLst/>
              <a:ahLst/>
              <a:cxnLst/>
              <a:rect l="l" t="t" r="r" b="b"/>
              <a:pathLst>
                <a:path w="19004" h="34123" extrusionOk="0">
                  <a:moveTo>
                    <a:pt x="9555" y="1"/>
                  </a:moveTo>
                  <a:cubicBezTo>
                    <a:pt x="8899" y="1"/>
                    <a:pt x="8262" y="269"/>
                    <a:pt x="7654" y="841"/>
                  </a:cubicBezTo>
                  <a:cubicBezTo>
                    <a:pt x="7654" y="841"/>
                    <a:pt x="2330" y="6571"/>
                    <a:pt x="1147" y="8605"/>
                  </a:cubicBezTo>
                  <a:cubicBezTo>
                    <a:pt x="1" y="10601"/>
                    <a:pt x="3476" y="19955"/>
                    <a:pt x="3772" y="22690"/>
                  </a:cubicBezTo>
                  <a:cubicBezTo>
                    <a:pt x="4030" y="25426"/>
                    <a:pt x="4918" y="27164"/>
                    <a:pt x="3624" y="28606"/>
                  </a:cubicBezTo>
                  <a:cubicBezTo>
                    <a:pt x="2330" y="30048"/>
                    <a:pt x="3476" y="30898"/>
                    <a:pt x="4178" y="31489"/>
                  </a:cubicBezTo>
                  <a:cubicBezTo>
                    <a:pt x="4861" y="32002"/>
                    <a:pt x="10182" y="34123"/>
                    <a:pt x="13583" y="34123"/>
                  </a:cubicBezTo>
                  <a:cubicBezTo>
                    <a:pt x="13864" y="34123"/>
                    <a:pt x="14131" y="34108"/>
                    <a:pt x="14382" y="34077"/>
                  </a:cubicBezTo>
                  <a:cubicBezTo>
                    <a:pt x="17710" y="33634"/>
                    <a:pt x="18412" y="31342"/>
                    <a:pt x="18708" y="27718"/>
                  </a:cubicBezTo>
                  <a:cubicBezTo>
                    <a:pt x="19004" y="24132"/>
                    <a:pt x="18708" y="11488"/>
                    <a:pt x="15824" y="6312"/>
                  </a:cubicBezTo>
                  <a:cubicBezTo>
                    <a:pt x="13687" y="2428"/>
                    <a:pt x="11530" y="1"/>
                    <a:pt x="95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871;p51">
              <a:extLst>
                <a:ext uri="{FF2B5EF4-FFF2-40B4-BE49-F238E27FC236}">
                  <a16:creationId xmlns:a16="http://schemas.microsoft.com/office/drawing/2014/main" id="{351C02CB-410C-DB9F-BE06-1240C6AB19F0}"/>
                </a:ext>
              </a:extLst>
            </p:cNvPr>
            <p:cNvSpPr/>
            <p:nvPr/>
          </p:nvSpPr>
          <p:spPr>
            <a:xfrm>
              <a:off x="5847525" y="3025700"/>
              <a:ext cx="462150" cy="867925"/>
            </a:xfrm>
            <a:custGeom>
              <a:avLst/>
              <a:gdLst/>
              <a:ahLst/>
              <a:cxnLst/>
              <a:rect l="l" t="t" r="r" b="b"/>
              <a:pathLst>
                <a:path w="18486" h="34717" extrusionOk="0">
                  <a:moveTo>
                    <a:pt x="8910" y="592"/>
                  </a:moveTo>
                  <a:cubicBezTo>
                    <a:pt x="9760" y="592"/>
                    <a:pt x="10759" y="1147"/>
                    <a:pt x="11757" y="2219"/>
                  </a:cubicBezTo>
                  <a:cubicBezTo>
                    <a:pt x="12792" y="3254"/>
                    <a:pt x="13864" y="4844"/>
                    <a:pt x="14936" y="6766"/>
                  </a:cubicBezTo>
                  <a:cubicBezTo>
                    <a:pt x="16082" y="8800"/>
                    <a:pt x="16822" y="12090"/>
                    <a:pt x="17265" y="15528"/>
                  </a:cubicBezTo>
                  <a:cubicBezTo>
                    <a:pt x="17709" y="19004"/>
                    <a:pt x="17857" y="22553"/>
                    <a:pt x="17857" y="25141"/>
                  </a:cubicBezTo>
                  <a:cubicBezTo>
                    <a:pt x="17857" y="26361"/>
                    <a:pt x="17820" y="27359"/>
                    <a:pt x="17783" y="28024"/>
                  </a:cubicBezTo>
                  <a:cubicBezTo>
                    <a:pt x="17635" y="29799"/>
                    <a:pt x="17376" y="31241"/>
                    <a:pt x="16785" y="32239"/>
                  </a:cubicBezTo>
                  <a:cubicBezTo>
                    <a:pt x="16193" y="33237"/>
                    <a:pt x="15306" y="33866"/>
                    <a:pt x="13716" y="34051"/>
                  </a:cubicBezTo>
                  <a:cubicBezTo>
                    <a:pt x="13494" y="34088"/>
                    <a:pt x="13199" y="34125"/>
                    <a:pt x="12903" y="34125"/>
                  </a:cubicBezTo>
                  <a:cubicBezTo>
                    <a:pt x="11276" y="34125"/>
                    <a:pt x="9095" y="33607"/>
                    <a:pt x="7283" y="33016"/>
                  </a:cubicBezTo>
                  <a:cubicBezTo>
                    <a:pt x="6396" y="32720"/>
                    <a:pt x="5583" y="32387"/>
                    <a:pt x="4954" y="32128"/>
                  </a:cubicBezTo>
                  <a:cubicBezTo>
                    <a:pt x="4621" y="31980"/>
                    <a:pt x="4363" y="31869"/>
                    <a:pt x="4141" y="31759"/>
                  </a:cubicBezTo>
                  <a:cubicBezTo>
                    <a:pt x="3956" y="31685"/>
                    <a:pt x="3808" y="31574"/>
                    <a:pt x="3734" y="31537"/>
                  </a:cubicBezTo>
                  <a:cubicBezTo>
                    <a:pt x="3512" y="31352"/>
                    <a:pt x="3217" y="31130"/>
                    <a:pt x="3032" y="30908"/>
                  </a:cubicBezTo>
                  <a:cubicBezTo>
                    <a:pt x="2810" y="30649"/>
                    <a:pt x="2699" y="30428"/>
                    <a:pt x="2699" y="30132"/>
                  </a:cubicBezTo>
                  <a:cubicBezTo>
                    <a:pt x="2699" y="29873"/>
                    <a:pt x="2810" y="29540"/>
                    <a:pt x="3217" y="29097"/>
                  </a:cubicBezTo>
                  <a:cubicBezTo>
                    <a:pt x="3771" y="28468"/>
                    <a:pt x="3993" y="27729"/>
                    <a:pt x="3993" y="26989"/>
                  </a:cubicBezTo>
                  <a:cubicBezTo>
                    <a:pt x="3993" y="25843"/>
                    <a:pt x="3586" y="24586"/>
                    <a:pt x="3438" y="22959"/>
                  </a:cubicBezTo>
                  <a:cubicBezTo>
                    <a:pt x="3291" y="21739"/>
                    <a:pt x="2588" y="19373"/>
                    <a:pt x="1923" y="16859"/>
                  </a:cubicBezTo>
                  <a:cubicBezTo>
                    <a:pt x="1257" y="14345"/>
                    <a:pt x="592" y="11720"/>
                    <a:pt x="592" y="10168"/>
                  </a:cubicBezTo>
                  <a:cubicBezTo>
                    <a:pt x="592" y="9650"/>
                    <a:pt x="703" y="9280"/>
                    <a:pt x="814" y="9058"/>
                  </a:cubicBezTo>
                  <a:cubicBezTo>
                    <a:pt x="1072" y="8578"/>
                    <a:pt x="1627" y="7838"/>
                    <a:pt x="2255" y="7025"/>
                  </a:cubicBezTo>
                  <a:cubicBezTo>
                    <a:pt x="3254" y="5805"/>
                    <a:pt x="4511" y="4400"/>
                    <a:pt x="5509" y="3291"/>
                  </a:cubicBezTo>
                  <a:cubicBezTo>
                    <a:pt x="5989" y="2700"/>
                    <a:pt x="6433" y="2219"/>
                    <a:pt x="6729" y="1886"/>
                  </a:cubicBezTo>
                  <a:cubicBezTo>
                    <a:pt x="7062" y="1553"/>
                    <a:pt x="7246" y="1369"/>
                    <a:pt x="7246" y="1369"/>
                  </a:cubicBezTo>
                  <a:lnTo>
                    <a:pt x="7229" y="1351"/>
                  </a:lnTo>
                  <a:lnTo>
                    <a:pt x="7229" y="1351"/>
                  </a:lnTo>
                  <a:cubicBezTo>
                    <a:pt x="7813" y="809"/>
                    <a:pt x="8361" y="592"/>
                    <a:pt x="8910" y="592"/>
                  </a:cubicBezTo>
                  <a:close/>
                  <a:moveTo>
                    <a:pt x="8910" y="1"/>
                  </a:moveTo>
                  <a:cubicBezTo>
                    <a:pt x="8171" y="1"/>
                    <a:pt x="7431" y="296"/>
                    <a:pt x="6803" y="925"/>
                  </a:cubicBezTo>
                  <a:lnTo>
                    <a:pt x="6766" y="925"/>
                  </a:lnTo>
                  <a:cubicBezTo>
                    <a:pt x="6766" y="925"/>
                    <a:pt x="5435" y="2367"/>
                    <a:pt x="3956" y="4067"/>
                  </a:cubicBezTo>
                  <a:cubicBezTo>
                    <a:pt x="3217" y="4918"/>
                    <a:pt x="2440" y="5842"/>
                    <a:pt x="1775" y="6655"/>
                  </a:cubicBezTo>
                  <a:cubicBezTo>
                    <a:pt x="1109" y="7469"/>
                    <a:pt x="592" y="8208"/>
                    <a:pt x="259" y="8763"/>
                  </a:cubicBezTo>
                  <a:cubicBezTo>
                    <a:pt x="74" y="9132"/>
                    <a:pt x="0" y="9613"/>
                    <a:pt x="0" y="10168"/>
                  </a:cubicBezTo>
                  <a:cubicBezTo>
                    <a:pt x="0" y="11868"/>
                    <a:pt x="666" y="14493"/>
                    <a:pt x="1331" y="17007"/>
                  </a:cubicBezTo>
                  <a:cubicBezTo>
                    <a:pt x="1997" y="19521"/>
                    <a:pt x="2699" y="21924"/>
                    <a:pt x="2810" y="23033"/>
                  </a:cubicBezTo>
                  <a:cubicBezTo>
                    <a:pt x="2995" y="24697"/>
                    <a:pt x="3364" y="25991"/>
                    <a:pt x="3364" y="26989"/>
                  </a:cubicBezTo>
                  <a:cubicBezTo>
                    <a:pt x="3364" y="27655"/>
                    <a:pt x="3217" y="28172"/>
                    <a:pt x="2736" y="28690"/>
                  </a:cubicBezTo>
                  <a:cubicBezTo>
                    <a:pt x="2292" y="29208"/>
                    <a:pt x="2071" y="29688"/>
                    <a:pt x="2071" y="30132"/>
                  </a:cubicBezTo>
                  <a:cubicBezTo>
                    <a:pt x="2071" y="30612"/>
                    <a:pt x="2292" y="30982"/>
                    <a:pt x="2551" y="31278"/>
                  </a:cubicBezTo>
                  <a:cubicBezTo>
                    <a:pt x="2810" y="31574"/>
                    <a:pt x="3143" y="31832"/>
                    <a:pt x="3364" y="32017"/>
                  </a:cubicBezTo>
                  <a:cubicBezTo>
                    <a:pt x="3475" y="32128"/>
                    <a:pt x="3660" y="32202"/>
                    <a:pt x="3882" y="32313"/>
                  </a:cubicBezTo>
                  <a:cubicBezTo>
                    <a:pt x="4658" y="32720"/>
                    <a:pt x="6137" y="33311"/>
                    <a:pt x="7801" y="33829"/>
                  </a:cubicBezTo>
                  <a:cubicBezTo>
                    <a:pt x="9502" y="34309"/>
                    <a:pt x="11387" y="34716"/>
                    <a:pt x="12903" y="34716"/>
                  </a:cubicBezTo>
                  <a:cubicBezTo>
                    <a:pt x="13236" y="34716"/>
                    <a:pt x="13531" y="34716"/>
                    <a:pt x="13827" y="34679"/>
                  </a:cubicBezTo>
                  <a:cubicBezTo>
                    <a:pt x="15528" y="34457"/>
                    <a:pt x="16674" y="33718"/>
                    <a:pt x="17339" y="32535"/>
                  </a:cubicBezTo>
                  <a:cubicBezTo>
                    <a:pt x="18005" y="31389"/>
                    <a:pt x="18227" y="29873"/>
                    <a:pt x="18375" y="28061"/>
                  </a:cubicBezTo>
                  <a:cubicBezTo>
                    <a:pt x="18448" y="27359"/>
                    <a:pt x="18485" y="26361"/>
                    <a:pt x="18485" y="25141"/>
                  </a:cubicBezTo>
                  <a:cubicBezTo>
                    <a:pt x="18485" y="22553"/>
                    <a:pt x="18338" y="18930"/>
                    <a:pt x="17857" y="15454"/>
                  </a:cubicBezTo>
                  <a:cubicBezTo>
                    <a:pt x="17413" y="11979"/>
                    <a:pt x="16674" y="8615"/>
                    <a:pt x="15491" y="6471"/>
                  </a:cubicBezTo>
                  <a:cubicBezTo>
                    <a:pt x="14382" y="4511"/>
                    <a:pt x="13310" y="2921"/>
                    <a:pt x="12200" y="1775"/>
                  </a:cubicBezTo>
                  <a:cubicBezTo>
                    <a:pt x="11128" y="666"/>
                    <a:pt x="10019" y="1"/>
                    <a:pt x="89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872;p51">
              <a:extLst>
                <a:ext uri="{FF2B5EF4-FFF2-40B4-BE49-F238E27FC236}">
                  <a16:creationId xmlns:a16="http://schemas.microsoft.com/office/drawing/2014/main" id="{9E05FD7E-1287-2EA8-B394-71BD7F5BD77F}"/>
                </a:ext>
              </a:extLst>
            </p:cNvPr>
            <p:cNvSpPr/>
            <p:nvPr/>
          </p:nvSpPr>
          <p:spPr>
            <a:xfrm>
              <a:off x="5828100" y="2996750"/>
              <a:ext cx="275450" cy="262825"/>
            </a:xfrm>
            <a:custGeom>
              <a:avLst/>
              <a:gdLst/>
              <a:ahLst/>
              <a:cxnLst/>
              <a:rect l="l" t="t" r="r" b="b"/>
              <a:pathLst>
                <a:path w="11018" h="10513" extrusionOk="0">
                  <a:moveTo>
                    <a:pt x="7766" y="0"/>
                  </a:moveTo>
                  <a:cubicBezTo>
                    <a:pt x="7188" y="0"/>
                    <a:pt x="6562" y="157"/>
                    <a:pt x="5916" y="567"/>
                  </a:cubicBezTo>
                  <a:lnTo>
                    <a:pt x="1" y="8331"/>
                  </a:lnTo>
                  <a:lnTo>
                    <a:pt x="740" y="10512"/>
                  </a:lnTo>
                  <a:cubicBezTo>
                    <a:pt x="740" y="10512"/>
                    <a:pt x="4215" y="6815"/>
                    <a:pt x="5657" y="5928"/>
                  </a:cubicBezTo>
                  <a:cubicBezTo>
                    <a:pt x="7099" y="5078"/>
                    <a:pt x="11018" y="1639"/>
                    <a:pt x="11018" y="1639"/>
                  </a:cubicBezTo>
                  <a:cubicBezTo>
                    <a:pt x="11018" y="1639"/>
                    <a:pt x="9638" y="0"/>
                    <a:pt x="77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873;p51">
              <a:extLst>
                <a:ext uri="{FF2B5EF4-FFF2-40B4-BE49-F238E27FC236}">
                  <a16:creationId xmlns:a16="http://schemas.microsoft.com/office/drawing/2014/main" id="{38E892EF-687C-55C3-42A8-B800EA0227F0}"/>
                </a:ext>
              </a:extLst>
            </p:cNvPr>
            <p:cNvSpPr/>
            <p:nvPr/>
          </p:nvSpPr>
          <p:spPr>
            <a:xfrm>
              <a:off x="5820725" y="2989650"/>
              <a:ext cx="291150" cy="277325"/>
            </a:xfrm>
            <a:custGeom>
              <a:avLst/>
              <a:gdLst/>
              <a:ahLst/>
              <a:cxnLst/>
              <a:rect l="l" t="t" r="r" b="b"/>
              <a:pathLst>
                <a:path w="11646" h="11093" extrusionOk="0">
                  <a:moveTo>
                    <a:pt x="8060" y="592"/>
                  </a:moveTo>
                  <a:cubicBezTo>
                    <a:pt x="8910" y="592"/>
                    <a:pt x="9649" y="962"/>
                    <a:pt x="10204" y="1369"/>
                  </a:cubicBezTo>
                  <a:cubicBezTo>
                    <a:pt x="10463" y="1554"/>
                    <a:pt x="10685" y="1738"/>
                    <a:pt x="10832" y="1886"/>
                  </a:cubicBezTo>
                  <a:cubicBezTo>
                    <a:pt x="10838" y="1892"/>
                    <a:pt x="10843" y="1897"/>
                    <a:pt x="10848" y="1902"/>
                  </a:cubicBezTo>
                  <a:lnTo>
                    <a:pt x="10848" y="1902"/>
                  </a:lnTo>
                  <a:cubicBezTo>
                    <a:pt x="10749" y="1985"/>
                    <a:pt x="10619" y="2091"/>
                    <a:pt x="10463" y="2219"/>
                  </a:cubicBezTo>
                  <a:cubicBezTo>
                    <a:pt x="9871" y="2737"/>
                    <a:pt x="8984" y="3513"/>
                    <a:pt x="8097" y="4252"/>
                  </a:cubicBezTo>
                  <a:cubicBezTo>
                    <a:pt x="7209" y="4992"/>
                    <a:pt x="6322" y="5657"/>
                    <a:pt x="5804" y="5953"/>
                  </a:cubicBezTo>
                  <a:cubicBezTo>
                    <a:pt x="5398" y="6212"/>
                    <a:pt x="4917" y="6619"/>
                    <a:pt x="4400" y="7062"/>
                  </a:cubicBezTo>
                  <a:cubicBezTo>
                    <a:pt x="3195" y="8129"/>
                    <a:pt x="1809" y="9541"/>
                    <a:pt x="1170" y="10202"/>
                  </a:cubicBezTo>
                  <a:lnTo>
                    <a:pt x="1170" y="10202"/>
                  </a:lnTo>
                  <a:lnTo>
                    <a:pt x="665" y="8689"/>
                  </a:lnTo>
                  <a:lnTo>
                    <a:pt x="6456" y="1054"/>
                  </a:lnTo>
                  <a:lnTo>
                    <a:pt x="6456" y="1054"/>
                  </a:lnTo>
                  <a:cubicBezTo>
                    <a:pt x="7045" y="725"/>
                    <a:pt x="7569" y="592"/>
                    <a:pt x="8060" y="592"/>
                  </a:cubicBezTo>
                  <a:close/>
                  <a:moveTo>
                    <a:pt x="8060" y="1"/>
                  </a:moveTo>
                  <a:cubicBezTo>
                    <a:pt x="7431" y="1"/>
                    <a:pt x="6729" y="149"/>
                    <a:pt x="6063" y="592"/>
                  </a:cubicBezTo>
                  <a:lnTo>
                    <a:pt x="5952" y="666"/>
                  </a:lnTo>
                  <a:lnTo>
                    <a:pt x="74" y="8430"/>
                  </a:lnTo>
                  <a:cubicBezTo>
                    <a:pt x="0" y="8504"/>
                    <a:pt x="0" y="8615"/>
                    <a:pt x="37" y="8726"/>
                  </a:cubicBezTo>
                  <a:lnTo>
                    <a:pt x="739" y="10870"/>
                  </a:lnTo>
                  <a:cubicBezTo>
                    <a:pt x="776" y="10981"/>
                    <a:pt x="850" y="11055"/>
                    <a:pt x="961" y="11092"/>
                  </a:cubicBezTo>
                  <a:cubicBezTo>
                    <a:pt x="1072" y="11092"/>
                    <a:pt x="1183" y="11055"/>
                    <a:pt x="1257" y="10981"/>
                  </a:cubicBezTo>
                  <a:cubicBezTo>
                    <a:pt x="1257" y="10981"/>
                    <a:pt x="1479" y="10759"/>
                    <a:pt x="1812" y="10390"/>
                  </a:cubicBezTo>
                  <a:cubicBezTo>
                    <a:pt x="2329" y="9872"/>
                    <a:pt x="3179" y="9059"/>
                    <a:pt x="3993" y="8282"/>
                  </a:cubicBezTo>
                  <a:cubicBezTo>
                    <a:pt x="4806" y="7506"/>
                    <a:pt x="5620" y="6803"/>
                    <a:pt x="6137" y="6508"/>
                  </a:cubicBezTo>
                  <a:cubicBezTo>
                    <a:pt x="6877" y="6027"/>
                    <a:pt x="8207" y="4955"/>
                    <a:pt x="9354" y="3994"/>
                  </a:cubicBezTo>
                  <a:cubicBezTo>
                    <a:pt x="10537" y="2995"/>
                    <a:pt x="11498" y="2145"/>
                    <a:pt x="11498" y="2145"/>
                  </a:cubicBezTo>
                  <a:cubicBezTo>
                    <a:pt x="11646" y="2034"/>
                    <a:pt x="11646" y="1849"/>
                    <a:pt x="11535" y="1701"/>
                  </a:cubicBezTo>
                  <a:cubicBezTo>
                    <a:pt x="11535" y="1701"/>
                    <a:pt x="11165" y="1295"/>
                    <a:pt x="10574" y="851"/>
                  </a:cubicBezTo>
                  <a:cubicBezTo>
                    <a:pt x="9945" y="444"/>
                    <a:pt x="9095" y="1"/>
                    <a:pt x="80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874;p51">
              <a:extLst>
                <a:ext uri="{FF2B5EF4-FFF2-40B4-BE49-F238E27FC236}">
                  <a16:creationId xmlns:a16="http://schemas.microsoft.com/office/drawing/2014/main" id="{271ADD26-88D5-7F6F-D9FA-0E1EAF9CFC4D}"/>
                </a:ext>
              </a:extLst>
            </p:cNvPr>
            <p:cNvSpPr/>
            <p:nvPr/>
          </p:nvSpPr>
          <p:spPr>
            <a:xfrm>
              <a:off x="5256900" y="3187450"/>
              <a:ext cx="816150" cy="609925"/>
            </a:xfrm>
            <a:custGeom>
              <a:avLst/>
              <a:gdLst/>
              <a:ahLst/>
              <a:cxnLst/>
              <a:rect l="l" t="t" r="r" b="b"/>
              <a:pathLst>
                <a:path w="32646" h="24397" extrusionOk="0">
                  <a:moveTo>
                    <a:pt x="29060" y="1"/>
                  </a:moveTo>
                  <a:cubicBezTo>
                    <a:pt x="29060" y="1"/>
                    <a:pt x="25732" y="1590"/>
                    <a:pt x="24032" y="3882"/>
                  </a:cubicBezTo>
                  <a:cubicBezTo>
                    <a:pt x="22294" y="6175"/>
                    <a:pt x="15381" y="17820"/>
                    <a:pt x="15381" y="17820"/>
                  </a:cubicBezTo>
                  <a:lnTo>
                    <a:pt x="149" y="15085"/>
                  </a:lnTo>
                  <a:lnTo>
                    <a:pt x="1" y="17118"/>
                  </a:lnTo>
                  <a:cubicBezTo>
                    <a:pt x="1" y="17118"/>
                    <a:pt x="8911" y="21702"/>
                    <a:pt x="13089" y="22738"/>
                  </a:cubicBezTo>
                  <a:cubicBezTo>
                    <a:pt x="16084" y="23453"/>
                    <a:pt x="18338" y="24397"/>
                    <a:pt x="19633" y="24397"/>
                  </a:cubicBezTo>
                  <a:cubicBezTo>
                    <a:pt x="20144" y="24397"/>
                    <a:pt x="20506" y="24250"/>
                    <a:pt x="20704" y="23884"/>
                  </a:cubicBezTo>
                  <a:cubicBezTo>
                    <a:pt x="21444" y="22590"/>
                    <a:pt x="27914" y="11794"/>
                    <a:pt x="27914" y="11794"/>
                  </a:cubicBezTo>
                  <a:lnTo>
                    <a:pt x="32646" y="8208"/>
                  </a:lnTo>
                  <a:lnTo>
                    <a:pt x="2906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875;p51">
              <a:extLst>
                <a:ext uri="{FF2B5EF4-FFF2-40B4-BE49-F238E27FC236}">
                  <a16:creationId xmlns:a16="http://schemas.microsoft.com/office/drawing/2014/main" id="{B1E2DC66-E39C-7BDE-3712-14C8F0ECAC3F}"/>
                </a:ext>
              </a:extLst>
            </p:cNvPr>
            <p:cNvSpPr/>
            <p:nvPr/>
          </p:nvSpPr>
          <p:spPr>
            <a:xfrm>
              <a:off x="5248600" y="3179325"/>
              <a:ext cx="832775" cy="625550"/>
            </a:xfrm>
            <a:custGeom>
              <a:avLst/>
              <a:gdLst/>
              <a:ahLst/>
              <a:cxnLst/>
              <a:rect l="l" t="t" r="r" b="b"/>
              <a:pathLst>
                <a:path w="33311" h="25022" extrusionOk="0">
                  <a:moveTo>
                    <a:pt x="29368" y="1"/>
                  </a:moveTo>
                  <a:cubicBezTo>
                    <a:pt x="29326" y="1"/>
                    <a:pt x="29284" y="10"/>
                    <a:pt x="29244" y="30"/>
                  </a:cubicBezTo>
                  <a:cubicBezTo>
                    <a:pt x="29244" y="67"/>
                    <a:pt x="25917" y="1620"/>
                    <a:pt x="24105" y="4023"/>
                  </a:cubicBezTo>
                  <a:cubicBezTo>
                    <a:pt x="23661" y="4614"/>
                    <a:pt x="22922" y="5760"/>
                    <a:pt x="21998" y="7202"/>
                  </a:cubicBezTo>
                  <a:cubicBezTo>
                    <a:pt x="19602" y="11029"/>
                    <a:pt x="16218" y="16711"/>
                    <a:pt x="15565" y="17810"/>
                  </a:cubicBezTo>
                  <a:lnTo>
                    <a:pt x="15565" y="17810"/>
                  </a:lnTo>
                  <a:lnTo>
                    <a:pt x="518" y="15114"/>
                  </a:lnTo>
                  <a:cubicBezTo>
                    <a:pt x="444" y="15114"/>
                    <a:pt x="333" y="15114"/>
                    <a:pt x="296" y="15188"/>
                  </a:cubicBezTo>
                  <a:cubicBezTo>
                    <a:pt x="222" y="15225"/>
                    <a:pt x="185" y="15299"/>
                    <a:pt x="148" y="15410"/>
                  </a:cubicBezTo>
                  <a:lnTo>
                    <a:pt x="37" y="17406"/>
                  </a:lnTo>
                  <a:cubicBezTo>
                    <a:pt x="0" y="17554"/>
                    <a:pt x="74" y="17665"/>
                    <a:pt x="185" y="17702"/>
                  </a:cubicBezTo>
                  <a:cubicBezTo>
                    <a:pt x="185" y="17702"/>
                    <a:pt x="2403" y="18848"/>
                    <a:pt x="5176" y="20142"/>
                  </a:cubicBezTo>
                  <a:cubicBezTo>
                    <a:pt x="7949" y="21436"/>
                    <a:pt x="11202" y="22841"/>
                    <a:pt x="13347" y="23358"/>
                  </a:cubicBezTo>
                  <a:cubicBezTo>
                    <a:pt x="14825" y="23691"/>
                    <a:pt x="16119" y="24098"/>
                    <a:pt x="17229" y="24430"/>
                  </a:cubicBezTo>
                  <a:cubicBezTo>
                    <a:pt x="18338" y="24763"/>
                    <a:pt x="19225" y="25022"/>
                    <a:pt x="19964" y="25022"/>
                  </a:cubicBezTo>
                  <a:cubicBezTo>
                    <a:pt x="20260" y="25022"/>
                    <a:pt x="20519" y="24985"/>
                    <a:pt x="20741" y="24874"/>
                  </a:cubicBezTo>
                  <a:cubicBezTo>
                    <a:pt x="20963" y="24763"/>
                    <a:pt x="21184" y="24578"/>
                    <a:pt x="21295" y="24357"/>
                  </a:cubicBezTo>
                  <a:cubicBezTo>
                    <a:pt x="21665" y="23728"/>
                    <a:pt x="23477" y="20696"/>
                    <a:pt x="25177" y="17813"/>
                  </a:cubicBezTo>
                  <a:cubicBezTo>
                    <a:pt x="26028" y="16408"/>
                    <a:pt x="26841" y="15003"/>
                    <a:pt x="27469" y="13968"/>
                  </a:cubicBezTo>
                  <a:cubicBezTo>
                    <a:pt x="28016" y="13068"/>
                    <a:pt x="28395" y="12447"/>
                    <a:pt x="28484" y="12300"/>
                  </a:cubicBezTo>
                  <a:lnTo>
                    <a:pt x="28484" y="12300"/>
                  </a:lnTo>
                  <a:lnTo>
                    <a:pt x="33163" y="8755"/>
                  </a:lnTo>
                  <a:cubicBezTo>
                    <a:pt x="33311" y="8644"/>
                    <a:pt x="33311" y="8459"/>
                    <a:pt x="33237" y="8348"/>
                  </a:cubicBezTo>
                  <a:cubicBezTo>
                    <a:pt x="33170" y="8259"/>
                    <a:pt x="33075" y="8210"/>
                    <a:pt x="32979" y="8210"/>
                  </a:cubicBezTo>
                  <a:cubicBezTo>
                    <a:pt x="32916" y="8210"/>
                    <a:pt x="32851" y="8231"/>
                    <a:pt x="32793" y="8274"/>
                  </a:cubicBezTo>
                  <a:lnTo>
                    <a:pt x="28061" y="11860"/>
                  </a:lnTo>
                  <a:lnTo>
                    <a:pt x="27950" y="11971"/>
                  </a:lnTo>
                  <a:cubicBezTo>
                    <a:pt x="27950" y="11971"/>
                    <a:pt x="26360" y="14633"/>
                    <a:pt x="24660" y="17517"/>
                  </a:cubicBezTo>
                  <a:cubicBezTo>
                    <a:pt x="22922" y="20364"/>
                    <a:pt x="21147" y="23395"/>
                    <a:pt x="20778" y="24061"/>
                  </a:cubicBezTo>
                  <a:cubicBezTo>
                    <a:pt x="20704" y="24172"/>
                    <a:pt x="20630" y="24246"/>
                    <a:pt x="20482" y="24320"/>
                  </a:cubicBezTo>
                  <a:cubicBezTo>
                    <a:pt x="20371" y="24357"/>
                    <a:pt x="20186" y="24393"/>
                    <a:pt x="19964" y="24393"/>
                  </a:cubicBezTo>
                  <a:cubicBezTo>
                    <a:pt x="19373" y="24393"/>
                    <a:pt x="18486" y="24172"/>
                    <a:pt x="17413" y="23839"/>
                  </a:cubicBezTo>
                  <a:cubicBezTo>
                    <a:pt x="16304" y="23543"/>
                    <a:pt x="15010" y="23100"/>
                    <a:pt x="13494" y="22730"/>
                  </a:cubicBezTo>
                  <a:cubicBezTo>
                    <a:pt x="11461" y="22249"/>
                    <a:pt x="8171" y="20844"/>
                    <a:pt x="5435" y="19587"/>
                  </a:cubicBezTo>
                  <a:cubicBezTo>
                    <a:pt x="4067" y="18959"/>
                    <a:pt x="2810" y="18330"/>
                    <a:pt x="1923" y="17887"/>
                  </a:cubicBezTo>
                  <a:cubicBezTo>
                    <a:pt x="1318" y="17584"/>
                    <a:pt x="868" y="17351"/>
                    <a:pt x="643" y="17233"/>
                  </a:cubicBezTo>
                  <a:lnTo>
                    <a:pt x="643" y="17233"/>
                  </a:lnTo>
                  <a:lnTo>
                    <a:pt x="740" y="15779"/>
                  </a:lnTo>
                  <a:lnTo>
                    <a:pt x="15676" y="18441"/>
                  </a:lnTo>
                  <a:cubicBezTo>
                    <a:pt x="15695" y="18448"/>
                    <a:pt x="15716" y="18451"/>
                    <a:pt x="15737" y="18451"/>
                  </a:cubicBezTo>
                  <a:cubicBezTo>
                    <a:pt x="15836" y="18451"/>
                    <a:pt x="15941" y="18385"/>
                    <a:pt x="15972" y="18293"/>
                  </a:cubicBezTo>
                  <a:cubicBezTo>
                    <a:pt x="15972" y="18293"/>
                    <a:pt x="16415" y="17591"/>
                    <a:pt x="17081" y="16445"/>
                  </a:cubicBezTo>
                  <a:cubicBezTo>
                    <a:pt x="18116" y="14781"/>
                    <a:pt x="19669" y="12156"/>
                    <a:pt x="21110" y="9790"/>
                  </a:cubicBezTo>
                  <a:cubicBezTo>
                    <a:pt x="22589" y="7424"/>
                    <a:pt x="23957" y="5243"/>
                    <a:pt x="24586" y="4392"/>
                  </a:cubicBezTo>
                  <a:cubicBezTo>
                    <a:pt x="25436" y="3283"/>
                    <a:pt x="26656" y="2322"/>
                    <a:pt x="27691" y="1656"/>
                  </a:cubicBezTo>
                  <a:cubicBezTo>
                    <a:pt x="28209" y="1324"/>
                    <a:pt x="28652" y="1065"/>
                    <a:pt x="28985" y="880"/>
                  </a:cubicBezTo>
                  <a:cubicBezTo>
                    <a:pt x="29170" y="769"/>
                    <a:pt x="29281" y="695"/>
                    <a:pt x="29392" y="658"/>
                  </a:cubicBezTo>
                  <a:cubicBezTo>
                    <a:pt x="29466" y="621"/>
                    <a:pt x="29503" y="584"/>
                    <a:pt x="29503" y="584"/>
                  </a:cubicBezTo>
                  <a:cubicBezTo>
                    <a:pt x="29688" y="510"/>
                    <a:pt x="29725" y="326"/>
                    <a:pt x="29651" y="178"/>
                  </a:cubicBezTo>
                  <a:cubicBezTo>
                    <a:pt x="29597" y="69"/>
                    <a:pt x="29483" y="1"/>
                    <a:pt x="293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876;p51">
              <a:extLst>
                <a:ext uri="{FF2B5EF4-FFF2-40B4-BE49-F238E27FC236}">
                  <a16:creationId xmlns:a16="http://schemas.microsoft.com/office/drawing/2014/main" id="{1D9A0CED-6770-1C65-66EB-9B7E9C7A613F}"/>
                </a:ext>
              </a:extLst>
            </p:cNvPr>
            <p:cNvSpPr/>
            <p:nvPr/>
          </p:nvSpPr>
          <p:spPr>
            <a:xfrm>
              <a:off x="5945500" y="3431225"/>
              <a:ext cx="158050" cy="58725"/>
            </a:xfrm>
            <a:custGeom>
              <a:avLst/>
              <a:gdLst/>
              <a:ahLst/>
              <a:cxnLst/>
              <a:rect l="l" t="t" r="r" b="b"/>
              <a:pathLst>
                <a:path w="6322" h="2349" extrusionOk="0">
                  <a:moveTo>
                    <a:pt x="5955" y="1"/>
                  </a:moveTo>
                  <a:cubicBezTo>
                    <a:pt x="5929" y="1"/>
                    <a:pt x="5903" y="4"/>
                    <a:pt x="5878" y="10"/>
                  </a:cubicBezTo>
                  <a:lnTo>
                    <a:pt x="259" y="1747"/>
                  </a:lnTo>
                  <a:cubicBezTo>
                    <a:pt x="111" y="1784"/>
                    <a:pt x="0" y="1969"/>
                    <a:pt x="74" y="2117"/>
                  </a:cubicBezTo>
                  <a:cubicBezTo>
                    <a:pt x="105" y="2271"/>
                    <a:pt x="238" y="2348"/>
                    <a:pt x="368" y="2348"/>
                  </a:cubicBezTo>
                  <a:cubicBezTo>
                    <a:pt x="393" y="2348"/>
                    <a:pt x="419" y="2345"/>
                    <a:pt x="444" y="2339"/>
                  </a:cubicBezTo>
                  <a:lnTo>
                    <a:pt x="6063" y="601"/>
                  </a:lnTo>
                  <a:cubicBezTo>
                    <a:pt x="6211" y="564"/>
                    <a:pt x="6322" y="380"/>
                    <a:pt x="6248" y="232"/>
                  </a:cubicBezTo>
                  <a:cubicBezTo>
                    <a:pt x="6217" y="78"/>
                    <a:pt x="6084" y="1"/>
                    <a:pt x="5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877;p51">
              <a:extLst>
                <a:ext uri="{FF2B5EF4-FFF2-40B4-BE49-F238E27FC236}">
                  <a16:creationId xmlns:a16="http://schemas.microsoft.com/office/drawing/2014/main" id="{3DBD7E98-6934-4DA2-1EA5-64FC0EA8336B}"/>
                </a:ext>
              </a:extLst>
            </p:cNvPr>
            <p:cNvSpPr/>
            <p:nvPr/>
          </p:nvSpPr>
          <p:spPr>
            <a:xfrm>
              <a:off x="5066625" y="3521850"/>
              <a:ext cx="194000" cy="95400"/>
            </a:xfrm>
            <a:custGeom>
              <a:avLst/>
              <a:gdLst/>
              <a:ahLst/>
              <a:cxnLst/>
              <a:rect l="l" t="t" r="r" b="b"/>
              <a:pathLst>
                <a:path w="7760" h="3816" extrusionOk="0">
                  <a:moveTo>
                    <a:pt x="3169" y="1"/>
                  </a:moveTo>
                  <a:cubicBezTo>
                    <a:pt x="2001" y="1"/>
                    <a:pt x="1" y="2029"/>
                    <a:pt x="144" y="2744"/>
                  </a:cubicBezTo>
                  <a:cubicBezTo>
                    <a:pt x="168" y="2894"/>
                    <a:pt x="286" y="2953"/>
                    <a:pt x="457" y="2953"/>
                  </a:cubicBezTo>
                  <a:cubicBezTo>
                    <a:pt x="1087" y="2953"/>
                    <a:pt x="2436" y="2152"/>
                    <a:pt x="2436" y="2152"/>
                  </a:cubicBezTo>
                  <a:cubicBezTo>
                    <a:pt x="2436" y="2152"/>
                    <a:pt x="2843" y="2855"/>
                    <a:pt x="4580" y="3446"/>
                  </a:cubicBezTo>
                  <a:cubicBezTo>
                    <a:pt x="5449" y="3742"/>
                    <a:pt x="6207" y="3816"/>
                    <a:pt x="6748" y="3816"/>
                  </a:cubicBezTo>
                  <a:cubicBezTo>
                    <a:pt x="7288" y="3816"/>
                    <a:pt x="7612" y="3742"/>
                    <a:pt x="7612" y="3742"/>
                  </a:cubicBezTo>
                  <a:lnTo>
                    <a:pt x="7760" y="1709"/>
                  </a:lnTo>
                  <a:cubicBezTo>
                    <a:pt x="7760" y="1709"/>
                    <a:pt x="4432" y="156"/>
                    <a:pt x="3286" y="8"/>
                  </a:cubicBezTo>
                  <a:cubicBezTo>
                    <a:pt x="3248" y="3"/>
                    <a:pt x="3209" y="1"/>
                    <a:pt x="3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878;p51">
              <a:extLst>
                <a:ext uri="{FF2B5EF4-FFF2-40B4-BE49-F238E27FC236}">
                  <a16:creationId xmlns:a16="http://schemas.microsoft.com/office/drawing/2014/main" id="{6FEDEF4E-51D7-0B83-3610-E410F34F1DA6}"/>
                </a:ext>
              </a:extLst>
            </p:cNvPr>
            <p:cNvSpPr/>
            <p:nvPr/>
          </p:nvSpPr>
          <p:spPr>
            <a:xfrm>
              <a:off x="5061900" y="3513725"/>
              <a:ext cx="206125" cy="110925"/>
            </a:xfrm>
            <a:custGeom>
              <a:avLst/>
              <a:gdLst/>
              <a:ahLst/>
              <a:cxnLst/>
              <a:rect l="l" t="t" r="r" b="b"/>
              <a:pathLst>
                <a:path w="8245" h="4437" extrusionOk="0">
                  <a:moveTo>
                    <a:pt x="3438" y="629"/>
                  </a:moveTo>
                  <a:cubicBezTo>
                    <a:pt x="3697" y="666"/>
                    <a:pt x="4104" y="777"/>
                    <a:pt x="4548" y="924"/>
                  </a:cubicBezTo>
                  <a:cubicBezTo>
                    <a:pt x="5250" y="1183"/>
                    <a:pt x="6063" y="1553"/>
                    <a:pt x="6692" y="1812"/>
                  </a:cubicBezTo>
                  <a:cubicBezTo>
                    <a:pt x="7025" y="1960"/>
                    <a:pt x="7283" y="2071"/>
                    <a:pt x="7505" y="2181"/>
                  </a:cubicBezTo>
                  <a:cubicBezTo>
                    <a:pt x="7542" y="2196"/>
                    <a:pt x="7575" y="2211"/>
                    <a:pt x="7605" y="2225"/>
                  </a:cubicBezTo>
                  <a:lnTo>
                    <a:pt x="7605" y="2225"/>
                  </a:lnTo>
                  <a:lnTo>
                    <a:pt x="7519" y="3787"/>
                  </a:lnTo>
                  <a:lnTo>
                    <a:pt x="7519" y="3787"/>
                  </a:lnTo>
                  <a:cubicBezTo>
                    <a:pt x="7386" y="3797"/>
                    <a:pt x="7197" y="3808"/>
                    <a:pt x="6951" y="3808"/>
                  </a:cubicBezTo>
                  <a:cubicBezTo>
                    <a:pt x="6433" y="3808"/>
                    <a:pt x="5694" y="3771"/>
                    <a:pt x="4880" y="3475"/>
                  </a:cubicBezTo>
                  <a:cubicBezTo>
                    <a:pt x="4030" y="3217"/>
                    <a:pt x="3549" y="2884"/>
                    <a:pt x="3254" y="2662"/>
                  </a:cubicBezTo>
                  <a:cubicBezTo>
                    <a:pt x="3106" y="2551"/>
                    <a:pt x="2995" y="2440"/>
                    <a:pt x="2958" y="2403"/>
                  </a:cubicBezTo>
                  <a:lnTo>
                    <a:pt x="2884" y="2329"/>
                  </a:lnTo>
                  <a:cubicBezTo>
                    <a:pt x="2835" y="2231"/>
                    <a:pt x="2720" y="2165"/>
                    <a:pt x="2615" y="2165"/>
                  </a:cubicBezTo>
                  <a:cubicBezTo>
                    <a:pt x="2563" y="2165"/>
                    <a:pt x="2514" y="2181"/>
                    <a:pt x="2477" y="2218"/>
                  </a:cubicBezTo>
                  <a:lnTo>
                    <a:pt x="2403" y="2255"/>
                  </a:lnTo>
                  <a:cubicBezTo>
                    <a:pt x="2292" y="2329"/>
                    <a:pt x="1960" y="2514"/>
                    <a:pt x="1590" y="2662"/>
                  </a:cubicBezTo>
                  <a:cubicBezTo>
                    <a:pt x="1405" y="2736"/>
                    <a:pt x="1220" y="2810"/>
                    <a:pt x="1072" y="2884"/>
                  </a:cubicBezTo>
                  <a:cubicBezTo>
                    <a:pt x="887" y="2921"/>
                    <a:pt x="740" y="2958"/>
                    <a:pt x="666" y="2958"/>
                  </a:cubicBezTo>
                  <a:lnTo>
                    <a:pt x="622" y="2958"/>
                  </a:lnTo>
                  <a:cubicBezTo>
                    <a:pt x="621" y="2855"/>
                    <a:pt x="726" y="2629"/>
                    <a:pt x="887" y="2403"/>
                  </a:cubicBezTo>
                  <a:cubicBezTo>
                    <a:pt x="1146" y="2034"/>
                    <a:pt x="1590" y="1553"/>
                    <a:pt x="2071" y="1220"/>
                  </a:cubicBezTo>
                  <a:cubicBezTo>
                    <a:pt x="2551" y="851"/>
                    <a:pt x="3069" y="629"/>
                    <a:pt x="3364" y="629"/>
                  </a:cubicBezTo>
                  <a:close/>
                  <a:moveTo>
                    <a:pt x="3364" y="0"/>
                  </a:moveTo>
                  <a:cubicBezTo>
                    <a:pt x="2995" y="0"/>
                    <a:pt x="2625" y="148"/>
                    <a:pt x="2255" y="370"/>
                  </a:cubicBezTo>
                  <a:cubicBezTo>
                    <a:pt x="1701" y="666"/>
                    <a:pt x="1183" y="1109"/>
                    <a:pt x="740" y="1590"/>
                  </a:cubicBezTo>
                  <a:cubicBezTo>
                    <a:pt x="555" y="1849"/>
                    <a:pt x="370" y="2071"/>
                    <a:pt x="222" y="2292"/>
                  </a:cubicBezTo>
                  <a:cubicBezTo>
                    <a:pt x="111" y="2514"/>
                    <a:pt x="0" y="2736"/>
                    <a:pt x="0" y="2995"/>
                  </a:cubicBezTo>
                  <a:lnTo>
                    <a:pt x="0" y="3106"/>
                  </a:lnTo>
                  <a:cubicBezTo>
                    <a:pt x="37" y="3254"/>
                    <a:pt x="148" y="3402"/>
                    <a:pt x="259" y="3475"/>
                  </a:cubicBezTo>
                  <a:cubicBezTo>
                    <a:pt x="407" y="3549"/>
                    <a:pt x="518" y="3586"/>
                    <a:pt x="666" y="3586"/>
                  </a:cubicBezTo>
                  <a:cubicBezTo>
                    <a:pt x="887" y="3586"/>
                    <a:pt x="1109" y="3512"/>
                    <a:pt x="1331" y="3438"/>
                  </a:cubicBezTo>
                  <a:cubicBezTo>
                    <a:pt x="1796" y="3267"/>
                    <a:pt x="2277" y="3015"/>
                    <a:pt x="2549" y="2864"/>
                  </a:cubicBezTo>
                  <a:lnTo>
                    <a:pt x="2549" y="2864"/>
                  </a:lnTo>
                  <a:cubicBezTo>
                    <a:pt x="2821" y="3156"/>
                    <a:pt x="3437" y="3656"/>
                    <a:pt x="4695" y="4067"/>
                  </a:cubicBezTo>
                  <a:cubicBezTo>
                    <a:pt x="5583" y="4363"/>
                    <a:pt x="6359" y="4437"/>
                    <a:pt x="6951" y="4437"/>
                  </a:cubicBezTo>
                  <a:cubicBezTo>
                    <a:pt x="7505" y="4437"/>
                    <a:pt x="7838" y="4363"/>
                    <a:pt x="7875" y="4363"/>
                  </a:cubicBezTo>
                  <a:cubicBezTo>
                    <a:pt x="7986" y="4326"/>
                    <a:pt x="8097" y="4215"/>
                    <a:pt x="8097" y="4067"/>
                  </a:cubicBezTo>
                  <a:lnTo>
                    <a:pt x="8245" y="2071"/>
                  </a:lnTo>
                  <a:cubicBezTo>
                    <a:pt x="8245" y="1923"/>
                    <a:pt x="8171" y="1812"/>
                    <a:pt x="8060" y="1775"/>
                  </a:cubicBezTo>
                  <a:cubicBezTo>
                    <a:pt x="8060" y="1775"/>
                    <a:pt x="7246" y="1368"/>
                    <a:pt x="6248" y="961"/>
                  </a:cubicBezTo>
                  <a:cubicBezTo>
                    <a:pt x="5768" y="740"/>
                    <a:pt x="5250" y="518"/>
                    <a:pt x="4769" y="370"/>
                  </a:cubicBezTo>
                  <a:cubicBezTo>
                    <a:pt x="4289" y="185"/>
                    <a:pt x="3845" y="74"/>
                    <a:pt x="35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879;p51">
              <a:extLst>
                <a:ext uri="{FF2B5EF4-FFF2-40B4-BE49-F238E27FC236}">
                  <a16:creationId xmlns:a16="http://schemas.microsoft.com/office/drawing/2014/main" id="{B8AA804E-44FD-BBDC-D820-B74EF89B0B85}"/>
                </a:ext>
              </a:extLst>
            </p:cNvPr>
            <p:cNvSpPr/>
            <p:nvPr/>
          </p:nvSpPr>
          <p:spPr>
            <a:xfrm>
              <a:off x="5958425" y="4206925"/>
              <a:ext cx="147900" cy="871025"/>
            </a:xfrm>
            <a:custGeom>
              <a:avLst/>
              <a:gdLst/>
              <a:ahLst/>
              <a:cxnLst/>
              <a:rect l="l" t="t" r="r" b="b"/>
              <a:pathLst>
                <a:path w="5916" h="34841" extrusionOk="0">
                  <a:moveTo>
                    <a:pt x="3402" y="0"/>
                  </a:moveTo>
                  <a:lnTo>
                    <a:pt x="38" y="34235"/>
                  </a:lnTo>
                  <a:cubicBezTo>
                    <a:pt x="1" y="34531"/>
                    <a:pt x="185" y="34790"/>
                    <a:pt x="481" y="34827"/>
                  </a:cubicBezTo>
                  <a:cubicBezTo>
                    <a:pt x="525" y="34836"/>
                    <a:pt x="567" y="34841"/>
                    <a:pt x="609" y="34841"/>
                  </a:cubicBezTo>
                  <a:cubicBezTo>
                    <a:pt x="887" y="34841"/>
                    <a:pt x="1119" y="34635"/>
                    <a:pt x="1184" y="34346"/>
                  </a:cubicBezTo>
                  <a:lnTo>
                    <a:pt x="5916" y="555"/>
                  </a:lnTo>
                  <a:lnTo>
                    <a:pt x="340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880;p51">
              <a:extLst>
                <a:ext uri="{FF2B5EF4-FFF2-40B4-BE49-F238E27FC236}">
                  <a16:creationId xmlns:a16="http://schemas.microsoft.com/office/drawing/2014/main" id="{6FFD5AA2-D127-5223-6F52-4694D889A93A}"/>
                </a:ext>
              </a:extLst>
            </p:cNvPr>
            <p:cNvSpPr/>
            <p:nvPr/>
          </p:nvSpPr>
          <p:spPr>
            <a:xfrm>
              <a:off x="5951950" y="4199525"/>
              <a:ext cx="162700" cy="886400"/>
            </a:xfrm>
            <a:custGeom>
              <a:avLst/>
              <a:gdLst/>
              <a:ahLst/>
              <a:cxnLst/>
              <a:rect l="l" t="t" r="r" b="b"/>
              <a:pathLst>
                <a:path w="6508" h="35456" extrusionOk="0">
                  <a:moveTo>
                    <a:pt x="3920" y="703"/>
                  </a:moveTo>
                  <a:lnTo>
                    <a:pt x="5835" y="1125"/>
                  </a:lnTo>
                  <a:lnTo>
                    <a:pt x="5835" y="1125"/>
                  </a:lnTo>
                  <a:lnTo>
                    <a:pt x="1110" y="34605"/>
                  </a:lnTo>
                  <a:cubicBezTo>
                    <a:pt x="1110" y="34753"/>
                    <a:pt x="999" y="34827"/>
                    <a:pt x="851" y="34827"/>
                  </a:cubicBezTo>
                  <a:lnTo>
                    <a:pt x="814" y="34827"/>
                  </a:lnTo>
                  <a:cubicBezTo>
                    <a:pt x="666" y="34790"/>
                    <a:pt x="592" y="34716"/>
                    <a:pt x="592" y="34568"/>
                  </a:cubicBezTo>
                  <a:lnTo>
                    <a:pt x="3920" y="703"/>
                  </a:lnTo>
                  <a:close/>
                  <a:moveTo>
                    <a:pt x="3698" y="0"/>
                  </a:moveTo>
                  <a:cubicBezTo>
                    <a:pt x="3624" y="0"/>
                    <a:pt x="3550" y="0"/>
                    <a:pt x="3476" y="74"/>
                  </a:cubicBezTo>
                  <a:cubicBezTo>
                    <a:pt x="3402" y="111"/>
                    <a:pt x="3328" y="185"/>
                    <a:pt x="3328" y="296"/>
                  </a:cubicBezTo>
                  <a:lnTo>
                    <a:pt x="1" y="34494"/>
                  </a:lnTo>
                  <a:lnTo>
                    <a:pt x="1" y="34568"/>
                  </a:lnTo>
                  <a:cubicBezTo>
                    <a:pt x="1" y="34975"/>
                    <a:pt x="260" y="35344"/>
                    <a:pt x="666" y="35418"/>
                  </a:cubicBezTo>
                  <a:cubicBezTo>
                    <a:pt x="740" y="35455"/>
                    <a:pt x="777" y="35455"/>
                    <a:pt x="851" y="35455"/>
                  </a:cubicBezTo>
                  <a:cubicBezTo>
                    <a:pt x="1295" y="35455"/>
                    <a:pt x="1665" y="35160"/>
                    <a:pt x="1738" y="34716"/>
                  </a:cubicBezTo>
                  <a:lnTo>
                    <a:pt x="6471" y="925"/>
                  </a:lnTo>
                  <a:cubicBezTo>
                    <a:pt x="6508" y="740"/>
                    <a:pt x="6397" y="592"/>
                    <a:pt x="6249" y="555"/>
                  </a:cubicBezTo>
                  <a:lnTo>
                    <a:pt x="369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881;p51">
              <a:extLst>
                <a:ext uri="{FF2B5EF4-FFF2-40B4-BE49-F238E27FC236}">
                  <a16:creationId xmlns:a16="http://schemas.microsoft.com/office/drawing/2014/main" id="{C57397D9-E5FE-D990-229A-BA4A26E752C4}"/>
                </a:ext>
              </a:extLst>
            </p:cNvPr>
            <p:cNvSpPr/>
            <p:nvPr/>
          </p:nvSpPr>
          <p:spPr>
            <a:xfrm>
              <a:off x="6388200" y="4228175"/>
              <a:ext cx="260675" cy="847075"/>
            </a:xfrm>
            <a:custGeom>
              <a:avLst/>
              <a:gdLst/>
              <a:ahLst/>
              <a:cxnLst/>
              <a:rect l="l" t="t" r="r" b="b"/>
              <a:pathLst>
                <a:path w="10427" h="33883" extrusionOk="0">
                  <a:moveTo>
                    <a:pt x="2367" y="1"/>
                  </a:moveTo>
                  <a:lnTo>
                    <a:pt x="1" y="1258"/>
                  </a:lnTo>
                  <a:lnTo>
                    <a:pt x="9244" y="33459"/>
                  </a:lnTo>
                  <a:cubicBezTo>
                    <a:pt x="9307" y="33711"/>
                    <a:pt x="9503" y="33882"/>
                    <a:pt x="9743" y="33882"/>
                  </a:cubicBezTo>
                  <a:cubicBezTo>
                    <a:pt x="9785" y="33882"/>
                    <a:pt x="9828" y="33877"/>
                    <a:pt x="9872" y="33866"/>
                  </a:cubicBezTo>
                  <a:cubicBezTo>
                    <a:pt x="10205" y="33829"/>
                    <a:pt x="10427" y="33496"/>
                    <a:pt x="10316" y="33200"/>
                  </a:cubicBezTo>
                  <a:lnTo>
                    <a:pt x="236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882;p51">
              <a:extLst>
                <a:ext uri="{FF2B5EF4-FFF2-40B4-BE49-F238E27FC236}">
                  <a16:creationId xmlns:a16="http://schemas.microsoft.com/office/drawing/2014/main" id="{D498EC08-4FBB-FF11-5B5E-E4BB98FA1B4A}"/>
                </a:ext>
              </a:extLst>
            </p:cNvPr>
            <p:cNvSpPr/>
            <p:nvPr/>
          </p:nvSpPr>
          <p:spPr>
            <a:xfrm>
              <a:off x="6379900" y="4220175"/>
              <a:ext cx="274525" cy="862975"/>
            </a:xfrm>
            <a:custGeom>
              <a:avLst/>
              <a:gdLst/>
              <a:ahLst/>
              <a:cxnLst/>
              <a:rect l="l" t="t" r="r" b="b"/>
              <a:pathLst>
                <a:path w="10981" h="34519" extrusionOk="0">
                  <a:moveTo>
                    <a:pt x="2493" y="769"/>
                  </a:moveTo>
                  <a:lnTo>
                    <a:pt x="10352" y="33594"/>
                  </a:lnTo>
                  <a:lnTo>
                    <a:pt x="10352" y="33631"/>
                  </a:lnTo>
                  <a:cubicBezTo>
                    <a:pt x="10352" y="33779"/>
                    <a:pt x="10278" y="33890"/>
                    <a:pt x="10130" y="33890"/>
                  </a:cubicBezTo>
                  <a:lnTo>
                    <a:pt x="10093" y="33890"/>
                  </a:lnTo>
                  <a:cubicBezTo>
                    <a:pt x="9982" y="33890"/>
                    <a:pt x="9871" y="33816"/>
                    <a:pt x="9871" y="33705"/>
                  </a:cubicBezTo>
                  <a:lnTo>
                    <a:pt x="703" y="1725"/>
                  </a:lnTo>
                  <a:lnTo>
                    <a:pt x="2493" y="769"/>
                  </a:lnTo>
                  <a:close/>
                  <a:moveTo>
                    <a:pt x="2741" y="1"/>
                  </a:moveTo>
                  <a:cubicBezTo>
                    <a:pt x="2687" y="1"/>
                    <a:pt x="2631" y="18"/>
                    <a:pt x="2588" y="62"/>
                  </a:cubicBezTo>
                  <a:lnTo>
                    <a:pt x="185" y="1319"/>
                  </a:lnTo>
                  <a:cubicBezTo>
                    <a:pt x="74" y="1393"/>
                    <a:pt x="0" y="1541"/>
                    <a:pt x="37" y="1688"/>
                  </a:cubicBezTo>
                  <a:lnTo>
                    <a:pt x="9280" y="33890"/>
                  </a:lnTo>
                  <a:cubicBezTo>
                    <a:pt x="9391" y="34260"/>
                    <a:pt x="9723" y="34518"/>
                    <a:pt x="10093" y="34518"/>
                  </a:cubicBezTo>
                  <a:lnTo>
                    <a:pt x="10241" y="34518"/>
                  </a:lnTo>
                  <a:cubicBezTo>
                    <a:pt x="10685" y="34445"/>
                    <a:pt x="10980" y="34075"/>
                    <a:pt x="10980" y="33631"/>
                  </a:cubicBezTo>
                  <a:cubicBezTo>
                    <a:pt x="10980" y="33557"/>
                    <a:pt x="10980" y="33520"/>
                    <a:pt x="10980" y="33446"/>
                  </a:cubicBezTo>
                  <a:lnTo>
                    <a:pt x="3032" y="247"/>
                  </a:lnTo>
                  <a:cubicBezTo>
                    <a:pt x="2995" y="173"/>
                    <a:pt x="2921" y="62"/>
                    <a:pt x="2847" y="25"/>
                  </a:cubicBezTo>
                  <a:cubicBezTo>
                    <a:pt x="2816" y="9"/>
                    <a:pt x="2779" y="1"/>
                    <a:pt x="27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883;p51">
              <a:extLst>
                <a:ext uri="{FF2B5EF4-FFF2-40B4-BE49-F238E27FC236}">
                  <a16:creationId xmlns:a16="http://schemas.microsoft.com/office/drawing/2014/main" id="{6280B17F-BE10-F03D-CE9E-EDF2638660D4}"/>
                </a:ext>
              </a:extLst>
            </p:cNvPr>
            <p:cNvSpPr/>
            <p:nvPr/>
          </p:nvSpPr>
          <p:spPr>
            <a:xfrm>
              <a:off x="6024975" y="4218000"/>
              <a:ext cx="189500" cy="859700"/>
            </a:xfrm>
            <a:custGeom>
              <a:avLst/>
              <a:gdLst/>
              <a:ahLst/>
              <a:cxnLst/>
              <a:rect l="l" t="t" r="r" b="b"/>
              <a:pathLst>
                <a:path w="7580" h="34388" extrusionOk="0">
                  <a:moveTo>
                    <a:pt x="2478" y="1"/>
                  </a:moveTo>
                  <a:lnTo>
                    <a:pt x="1" y="1073"/>
                  </a:lnTo>
                  <a:lnTo>
                    <a:pt x="6433" y="33940"/>
                  </a:lnTo>
                  <a:cubicBezTo>
                    <a:pt x="6468" y="34180"/>
                    <a:pt x="6692" y="34388"/>
                    <a:pt x="6960" y="34388"/>
                  </a:cubicBezTo>
                  <a:cubicBezTo>
                    <a:pt x="6981" y="34388"/>
                    <a:pt x="7003" y="34386"/>
                    <a:pt x="7025" y="34384"/>
                  </a:cubicBezTo>
                  <a:cubicBezTo>
                    <a:pt x="7358" y="34384"/>
                    <a:pt x="7579" y="34088"/>
                    <a:pt x="7543" y="33755"/>
                  </a:cubicBezTo>
                  <a:lnTo>
                    <a:pt x="24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884;p51">
              <a:extLst>
                <a:ext uri="{FF2B5EF4-FFF2-40B4-BE49-F238E27FC236}">
                  <a16:creationId xmlns:a16="http://schemas.microsoft.com/office/drawing/2014/main" id="{60F5F720-9B3D-9858-E8F2-49802DD01B2E}"/>
                </a:ext>
              </a:extLst>
            </p:cNvPr>
            <p:cNvSpPr/>
            <p:nvPr/>
          </p:nvSpPr>
          <p:spPr>
            <a:xfrm>
              <a:off x="6016650" y="4210000"/>
              <a:ext cx="205225" cy="875925"/>
            </a:xfrm>
            <a:custGeom>
              <a:avLst/>
              <a:gdLst/>
              <a:ahLst/>
              <a:cxnLst/>
              <a:rect l="l" t="t" r="r" b="b"/>
              <a:pathLst>
                <a:path w="8209" h="35037" extrusionOk="0">
                  <a:moveTo>
                    <a:pt x="2576" y="766"/>
                  </a:moveTo>
                  <a:lnTo>
                    <a:pt x="7580" y="34112"/>
                  </a:lnTo>
                  <a:lnTo>
                    <a:pt x="7580" y="34149"/>
                  </a:lnTo>
                  <a:cubicBezTo>
                    <a:pt x="7580" y="34297"/>
                    <a:pt x="7469" y="34408"/>
                    <a:pt x="7321" y="34408"/>
                  </a:cubicBezTo>
                  <a:cubicBezTo>
                    <a:pt x="7173" y="34408"/>
                    <a:pt x="7062" y="34334"/>
                    <a:pt x="7062" y="34186"/>
                  </a:cubicBezTo>
                  <a:lnTo>
                    <a:pt x="703" y="1578"/>
                  </a:lnTo>
                  <a:lnTo>
                    <a:pt x="2576" y="766"/>
                  </a:lnTo>
                  <a:close/>
                  <a:moveTo>
                    <a:pt x="2805" y="1"/>
                  </a:moveTo>
                  <a:cubicBezTo>
                    <a:pt x="2767" y="1"/>
                    <a:pt x="2730" y="10"/>
                    <a:pt x="2700" y="25"/>
                  </a:cubicBezTo>
                  <a:lnTo>
                    <a:pt x="223" y="1097"/>
                  </a:lnTo>
                  <a:cubicBezTo>
                    <a:pt x="75" y="1134"/>
                    <a:pt x="1" y="1282"/>
                    <a:pt x="38" y="1430"/>
                  </a:cubicBezTo>
                  <a:lnTo>
                    <a:pt x="6434" y="34334"/>
                  </a:lnTo>
                  <a:cubicBezTo>
                    <a:pt x="6545" y="34741"/>
                    <a:pt x="6877" y="35036"/>
                    <a:pt x="7321" y="35036"/>
                  </a:cubicBezTo>
                  <a:lnTo>
                    <a:pt x="7358" y="35036"/>
                  </a:lnTo>
                  <a:cubicBezTo>
                    <a:pt x="7839" y="34999"/>
                    <a:pt x="8208" y="34593"/>
                    <a:pt x="8208" y="34149"/>
                  </a:cubicBezTo>
                  <a:lnTo>
                    <a:pt x="8171" y="34001"/>
                  </a:lnTo>
                  <a:lnTo>
                    <a:pt x="3106" y="284"/>
                  </a:lnTo>
                  <a:cubicBezTo>
                    <a:pt x="3106" y="173"/>
                    <a:pt x="3069" y="99"/>
                    <a:pt x="2958" y="62"/>
                  </a:cubicBezTo>
                  <a:cubicBezTo>
                    <a:pt x="2915" y="19"/>
                    <a:pt x="2859" y="1"/>
                    <a:pt x="28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885;p51">
              <a:extLst>
                <a:ext uri="{FF2B5EF4-FFF2-40B4-BE49-F238E27FC236}">
                  <a16:creationId xmlns:a16="http://schemas.microsoft.com/office/drawing/2014/main" id="{B252B72A-7FC4-DB10-5CA7-B79D8E525B7D}"/>
                </a:ext>
              </a:extLst>
            </p:cNvPr>
            <p:cNvSpPr/>
            <p:nvPr/>
          </p:nvSpPr>
          <p:spPr>
            <a:xfrm>
              <a:off x="5491675" y="4206925"/>
              <a:ext cx="147900" cy="871025"/>
            </a:xfrm>
            <a:custGeom>
              <a:avLst/>
              <a:gdLst/>
              <a:ahLst/>
              <a:cxnLst/>
              <a:rect l="l" t="t" r="r" b="b"/>
              <a:pathLst>
                <a:path w="5916" h="34841" extrusionOk="0">
                  <a:moveTo>
                    <a:pt x="3365" y="0"/>
                  </a:moveTo>
                  <a:lnTo>
                    <a:pt x="37" y="34235"/>
                  </a:lnTo>
                  <a:cubicBezTo>
                    <a:pt x="0" y="34531"/>
                    <a:pt x="185" y="34790"/>
                    <a:pt x="481" y="34827"/>
                  </a:cubicBezTo>
                  <a:cubicBezTo>
                    <a:pt x="520" y="34836"/>
                    <a:pt x="559" y="34841"/>
                    <a:pt x="598" y="34841"/>
                  </a:cubicBezTo>
                  <a:cubicBezTo>
                    <a:pt x="859" y="34841"/>
                    <a:pt x="1114" y="34635"/>
                    <a:pt x="1147" y="34346"/>
                  </a:cubicBezTo>
                  <a:lnTo>
                    <a:pt x="5916" y="555"/>
                  </a:lnTo>
                  <a:lnTo>
                    <a:pt x="33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886;p51">
              <a:extLst>
                <a:ext uri="{FF2B5EF4-FFF2-40B4-BE49-F238E27FC236}">
                  <a16:creationId xmlns:a16="http://schemas.microsoft.com/office/drawing/2014/main" id="{3E2F2454-E04C-ADD2-FBF2-05A42CBA0EC0}"/>
                </a:ext>
              </a:extLst>
            </p:cNvPr>
            <p:cNvSpPr/>
            <p:nvPr/>
          </p:nvSpPr>
          <p:spPr>
            <a:xfrm>
              <a:off x="5484275" y="4199525"/>
              <a:ext cx="163625" cy="886400"/>
            </a:xfrm>
            <a:custGeom>
              <a:avLst/>
              <a:gdLst/>
              <a:ahLst/>
              <a:cxnLst/>
              <a:rect l="l" t="t" r="r" b="b"/>
              <a:pathLst>
                <a:path w="6545" h="35456" extrusionOk="0">
                  <a:moveTo>
                    <a:pt x="3957" y="703"/>
                  </a:moveTo>
                  <a:lnTo>
                    <a:pt x="5872" y="1125"/>
                  </a:lnTo>
                  <a:lnTo>
                    <a:pt x="5872" y="1125"/>
                  </a:lnTo>
                  <a:lnTo>
                    <a:pt x="1147" y="34605"/>
                  </a:lnTo>
                  <a:cubicBezTo>
                    <a:pt x="1147" y="34753"/>
                    <a:pt x="1036" y="34827"/>
                    <a:pt x="888" y="34827"/>
                  </a:cubicBezTo>
                  <a:lnTo>
                    <a:pt x="851" y="34827"/>
                  </a:lnTo>
                  <a:cubicBezTo>
                    <a:pt x="703" y="34790"/>
                    <a:pt x="629" y="34716"/>
                    <a:pt x="629" y="34568"/>
                  </a:cubicBezTo>
                  <a:lnTo>
                    <a:pt x="3957" y="703"/>
                  </a:lnTo>
                  <a:close/>
                  <a:moveTo>
                    <a:pt x="3735" y="0"/>
                  </a:moveTo>
                  <a:cubicBezTo>
                    <a:pt x="3661" y="0"/>
                    <a:pt x="3550" y="0"/>
                    <a:pt x="3513" y="74"/>
                  </a:cubicBezTo>
                  <a:cubicBezTo>
                    <a:pt x="3439" y="111"/>
                    <a:pt x="3365" y="185"/>
                    <a:pt x="3365" y="296"/>
                  </a:cubicBezTo>
                  <a:lnTo>
                    <a:pt x="38" y="34494"/>
                  </a:lnTo>
                  <a:lnTo>
                    <a:pt x="1" y="34568"/>
                  </a:lnTo>
                  <a:cubicBezTo>
                    <a:pt x="1" y="34975"/>
                    <a:pt x="296" y="35344"/>
                    <a:pt x="703" y="35418"/>
                  </a:cubicBezTo>
                  <a:cubicBezTo>
                    <a:pt x="777" y="35455"/>
                    <a:pt x="814" y="35455"/>
                    <a:pt x="888" y="35455"/>
                  </a:cubicBezTo>
                  <a:cubicBezTo>
                    <a:pt x="1332" y="35455"/>
                    <a:pt x="1701" y="35160"/>
                    <a:pt x="1775" y="34716"/>
                  </a:cubicBezTo>
                  <a:lnTo>
                    <a:pt x="6508" y="925"/>
                  </a:lnTo>
                  <a:cubicBezTo>
                    <a:pt x="6545" y="740"/>
                    <a:pt x="6434" y="592"/>
                    <a:pt x="6286" y="555"/>
                  </a:cubicBezTo>
                  <a:lnTo>
                    <a:pt x="373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887;p51">
              <a:extLst>
                <a:ext uri="{FF2B5EF4-FFF2-40B4-BE49-F238E27FC236}">
                  <a16:creationId xmlns:a16="http://schemas.microsoft.com/office/drawing/2014/main" id="{AF4EA045-87D0-EAC0-ACD1-95BB18A82032}"/>
                </a:ext>
              </a:extLst>
            </p:cNvPr>
            <p:cNvSpPr/>
            <p:nvPr/>
          </p:nvSpPr>
          <p:spPr>
            <a:xfrm>
              <a:off x="5447300" y="3236425"/>
              <a:ext cx="1197875" cy="1049075"/>
            </a:xfrm>
            <a:custGeom>
              <a:avLst/>
              <a:gdLst/>
              <a:ahLst/>
              <a:cxnLst/>
              <a:rect l="l" t="t" r="r" b="b"/>
              <a:pathLst>
                <a:path w="47915" h="41963" extrusionOk="0">
                  <a:moveTo>
                    <a:pt x="29171" y="1"/>
                  </a:moveTo>
                  <a:cubicBezTo>
                    <a:pt x="26879" y="1"/>
                    <a:pt x="25104" y="2034"/>
                    <a:pt x="25437" y="4290"/>
                  </a:cubicBezTo>
                  <a:cubicBezTo>
                    <a:pt x="26546" y="11906"/>
                    <a:pt x="27433" y="31315"/>
                    <a:pt x="26842" y="31463"/>
                  </a:cubicBezTo>
                  <a:cubicBezTo>
                    <a:pt x="26831" y="31466"/>
                    <a:pt x="26816" y="31467"/>
                    <a:pt x="26798" y="31467"/>
                  </a:cubicBezTo>
                  <a:cubicBezTo>
                    <a:pt x="25697" y="31467"/>
                    <a:pt x="11235" y="26262"/>
                    <a:pt x="4776" y="26262"/>
                  </a:cubicBezTo>
                  <a:cubicBezTo>
                    <a:pt x="3239" y="26262"/>
                    <a:pt x="2156" y="26556"/>
                    <a:pt x="1812" y="27285"/>
                  </a:cubicBezTo>
                  <a:cubicBezTo>
                    <a:pt x="1" y="31130"/>
                    <a:pt x="592" y="41963"/>
                    <a:pt x="592" y="41963"/>
                  </a:cubicBezTo>
                  <a:lnTo>
                    <a:pt x="41778" y="41963"/>
                  </a:lnTo>
                  <a:lnTo>
                    <a:pt x="47545" y="4327"/>
                  </a:lnTo>
                  <a:cubicBezTo>
                    <a:pt x="47915" y="2071"/>
                    <a:pt x="46140" y="1"/>
                    <a:pt x="438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888;p51">
              <a:extLst>
                <a:ext uri="{FF2B5EF4-FFF2-40B4-BE49-F238E27FC236}">
                  <a16:creationId xmlns:a16="http://schemas.microsoft.com/office/drawing/2014/main" id="{F0FDFEDE-236D-E5D9-0FEB-5C44FE29E017}"/>
                </a:ext>
              </a:extLst>
            </p:cNvPr>
            <p:cNvSpPr/>
            <p:nvPr/>
          </p:nvSpPr>
          <p:spPr>
            <a:xfrm>
              <a:off x="5451925" y="3229050"/>
              <a:ext cx="1193250" cy="1063850"/>
            </a:xfrm>
            <a:custGeom>
              <a:avLst/>
              <a:gdLst/>
              <a:ahLst/>
              <a:cxnLst/>
              <a:rect l="l" t="t" r="r" b="b"/>
              <a:pathLst>
                <a:path w="47730" h="42554" extrusionOk="0">
                  <a:moveTo>
                    <a:pt x="43626" y="592"/>
                  </a:moveTo>
                  <a:cubicBezTo>
                    <a:pt x="44624" y="592"/>
                    <a:pt x="45475" y="998"/>
                    <a:pt x="46103" y="1627"/>
                  </a:cubicBezTo>
                  <a:cubicBezTo>
                    <a:pt x="46732" y="2255"/>
                    <a:pt x="47101" y="3106"/>
                    <a:pt x="47101" y="4067"/>
                  </a:cubicBezTo>
                  <a:cubicBezTo>
                    <a:pt x="47101" y="4215"/>
                    <a:pt x="47101" y="4400"/>
                    <a:pt x="47064" y="4585"/>
                  </a:cubicBezTo>
                  <a:lnTo>
                    <a:pt x="41297" y="41962"/>
                  </a:lnTo>
                  <a:lnTo>
                    <a:pt x="720" y="41962"/>
                  </a:lnTo>
                  <a:cubicBezTo>
                    <a:pt x="706" y="41768"/>
                    <a:pt x="686" y="41469"/>
                    <a:pt x="666" y="41075"/>
                  </a:cubicBezTo>
                  <a:cubicBezTo>
                    <a:pt x="666" y="40335"/>
                    <a:pt x="629" y="39337"/>
                    <a:pt x="629" y="38154"/>
                  </a:cubicBezTo>
                  <a:cubicBezTo>
                    <a:pt x="629" y="36416"/>
                    <a:pt x="703" y="34346"/>
                    <a:pt x="888" y="32461"/>
                  </a:cubicBezTo>
                  <a:cubicBezTo>
                    <a:pt x="1073" y="30538"/>
                    <a:pt x="1406" y="28800"/>
                    <a:pt x="1923" y="27728"/>
                  </a:cubicBezTo>
                  <a:cubicBezTo>
                    <a:pt x="2034" y="27469"/>
                    <a:pt x="2293" y="27248"/>
                    <a:pt x="2774" y="27100"/>
                  </a:cubicBezTo>
                  <a:cubicBezTo>
                    <a:pt x="3217" y="26952"/>
                    <a:pt x="3846" y="26878"/>
                    <a:pt x="4585" y="26878"/>
                  </a:cubicBezTo>
                  <a:cubicBezTo>
                    <a:pt x="7765" y="26878"/>
                    <a:pt x="12977" y="28172"/>
                    <a:pt x="17525" y="29466"/>
                  </a:cubicBezTo>
                  <a:cubicBezTo>
                    <a:pt x="19817" y="30094"/>
                    <a:pt x="21924" y="30760"/>
                    <a:pt x="23551" y="31240"/>
                  </a:cubicBezTo>
                  <a:cubicBezTo>
                    <a:pt x="24327" y="31499"/>
                    <a:pt x="25030" y="31684"/>
                    <a:pt x="25547" y="31832"/>
                  </a:cubicBezTo>
                  <a:cubicBezTo>
                    <a:pt x="25806" y="31906"/>
                    <a:pt x="26028" y="31980"/>
                    <a:pt x="26176" y="32017"/>
                  </a:cubicBezTo>
                  <a:cubicBezTo>
                    <a:pt x="26361" y="32054"/>
                    <a:pt x="26472" y="32091"/>
                    <a:pt x="26620" y="32091"/>
                  </a:cubicBezTo>
                  <a:lnTo>
                    <a:pt x="26730" y="32054"/>
                  </a:lnTo>
                  <a:cubicBezTo>
                    <a:pt x="26804" y="32054"/>
                    <a:pt x="26878" y="31980"/>
                    <a:pt x="26915" y="31943"/>
                  </a:cubicBezTo>
                  <a:cubicBezTo>
                    <a:pt x="26989" y="31869"/>
                    <a:pt x="26989" y="31795"/>
                    <a:pt x="26989" y="31758"/>
                  </a:cubicBezTo>
                  <a:cubicBezTo>
                    <a:pt x="27063" y="31536"/>
                    <a:pt x="27100" y="31240"/>
                    <a:pt x="27100" y="30797"/>
                  </a:cubicBezTo>
                  <a:cubicBezTo>
                    <a:pt x="27137" y="30353"/>
                    <a:pt x="27137" y="29762"/>
                    <a:pt x="27137" y="29096"/>
                  </a:cubicBezTo>
                  <a:cubicBezTo>
                    <a:pt x="27137" y="23477"/>
                    <a:pt x="26435" y="10463"/>
                    <a:pt x="25584" y="4548"/>
                  </a:cubicBezTo>
                  <a:cubicBezTo>
                    <a:pt x="25547" y="4400"/>
                    <a:pt x="25547" y="4215"/>
                    <a:pt x="25547" y="4067"/>
                  </a:cubicBezTo>
                  <a:cubicBezTo>
                    <a:pt x="25547" y="3106"/>
                    <a:pt x="25917" y="2255"/>
                    <a:pt x="26546" y="1627"/>
                  </a:cubicBezTo>
                  <a:cubicBezTo>
                    <a:pt x="27174" y="998"/>
                    <a:pt x="28024" y="592"/>
                    <a:pt x="28986" y="592"/>
                  </a:cubicBezTo>
                  <a:close/>
                  <a:moveTo>
                    <a:pt x="28986" y="0"/>
                  </a:moveTo>
                  <a:cubicBezTo>
                    <a:pt x="26694" y="0"/>
                    <a:pt x="24919" y="1849"/>
                    <a:pt x="24919" y="4067"/>
                  </a:cubicBezTo>
                  <a:cubicBezTo>
                    <a:pt x="24919" y="4252"/>
                    <a:pt x="24919" y="4437"/>
                    <a:pt x="24956" y="4659"/>
                  </a:cubicBezTo>
                  <a:cubicBezTo>
                    <a:pt x="25806" y="10500"/>
                    <a:pt x="26546" y="23514"/>
                    <a:pt x="26546" y="29096"/>
                  </a:cubicBezTo>
                  <a:cubicBezTo>
                    <a:pt x="26546" y="29910"/>
                    <a:pt x="26509" y="30575"/>
                    <a:pt x="26472" y="31019"/>
                  </a:cubicBezTo>
                  <a:cubicBezTo>
                    <a:pt x="26472" y="31208"/>
                    <a:pt x="26445" y="31344"/>
                    <a:pt x="26437" y="31448"/>
                  </a:cubicBezTo>
                  <a:lnTo>
                    <a:pt x="26437" y="31448"/>
                  </a:lnTo>
                  <a:cubicBezTo>
                    <a:pt x="26402" y="31443"/>
                    <a:pt x="26365" y="31436"/>
                    <a:pt x="26324" y="31425"/>
                  </a:cubicBezTo>
                  <a:cubicBezTo>
                    <a:pt x="25732" y="31277"/>
                    <a:pt x="24438" y="30871"/>
                    <a:pt x="22775" y="30353"/>
                  </a:cubicBezTo>
                  <a:cubicBezTo>
                    <a:pt x="20261" y="29614"/>
                    <a:pt x="16859" y="28579"/>
                    <a:pt x="13532" y="27728"/>
                  </a:cubicBezTo>
                  <a:cubicBezTo>
                    <a:pt x="10205" y="26915"/>
                    <a:pt x="6914" y="26249"/>
                    <a:pt x="4585" y="26249"/>
                  </a:cubicBezTo>
                  <a:cubicBezTo>
                    <a:pt x="3809" y="26249"/>
                    <a:pt x="3106" y="26323"/>
                    <a:pt x="2552" y="26508"/>
                  </a:cubicBezTo>
                  <a:cubicBezTo>
                    <a:pt x="2034" y="26693"/>
                    <a:pt x="1554" y="26989"/>
                    <a:pt x="1332" y="27433"/>
                  </a:cubicBezTo>
                  <a:cubicBezTo>
                    <a:pt x="777" y="28653"/>
                    <a:pt x="444" y="30464"/>
                    <a:pt x="260" y="32387"/>
                  </a:cubicBezTo>
                  <a:cubicBezTo>
                    <a:pt x="75" y="34309"/>
                    <a:pt x="1" y="36416"/>
                    <a:pt x="1" y="38154"/>
                  </a:cubicBezTo>
                  <a:cubicBezTo>
                    <a:pt x="1" y="40520"/>
                    <a:pt x="112" y="42258"/>
                    <a:pt x="112" y="42258"/>
                  </a:cubicBezTo>
                  <a:cubicBezTo>
                    <a:pt x="112" y="42443"/>
                    <a:pt x="260" y="42554"/>
                    <a:pt x="407" y="42554"/>
                  </a:cubicBezTo>
                  <a:lnTo>
                    <a:pt x="41593" y="42554"/>
                  </a:lnTo>
                  <a:cubicBezTo>
                    <a:pt x="41741" y="42554"/>
                    <a:pt x="41851" y="42443"/>
                    <a:pt x="41888" y="42295"/>
                  </a:cubicBezTo>
                  <a:lnTo>
                    <a:pt x="47656" y="4696"/>
                  </a:lnTo>
                  <a:cubicBezTo>
                    <a:pt x="47693" y="4474"/>
                    <a:pt x="47730" y="4252"/>
                    <a:pt x="47730" y="4067"/>
                  </a:cubicBezTo>
                  <a:cubicBezTo>
                    <a:pt x="47730" y="1849"/>
                    <a:pt x="45918" y="0"/>
                    <a:pt x="436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889;p51">
              <a:extLst>
                <a:ext uri="{FF2B5EF4-FFF2-40B4-BE49-F238E27FC236}">
                  <a16:creationId xmlns:a16="http://schemas.microsoft.com/office/drawing/2014/main" id="{2EB9D234-B6C5-7068-3897-A4B2E256A3EB}"/>
                </a:ext>
              </a:extLst>
            </p:cNvPr>
            <p:cNvSpPr/>
            <p:nvPr/>
          </p:nvSpPr>
          <p:spPr>
            <a:xfrm>
              <a:off x="5447300" y="3236425"/>
              <a:ext cx="824475" cy="1049075"/>
            </a:xfrm>
            <a:custGeom>
              <a:avLst/>
              <a:gdLst/>
              <a:ahLst/>
              <a:cxnLst/>
              <a:rect l="l" t="t" r="r" b="b"/>
              <a:pathLst>
                <a:path w="32979" h="41963" extrusionOk="0">
                  <a:moveTo>
                    <a:pt x="29023" y="1"/>
                  </a:moveTo>
                  <a:cubicBezTo>
                    <a:pt x="26805" y="75"/>
                    <a:pt x="25141" y="2071"/>
                    <a:pt x="25437" y="4290"/>
                  </a:cubicBezTo>
                  <a:cubicBezTo>
                    <a:pt x="26546" y="11906"/>
                    <a:pt x="27433" y="31315"/>
                    <a:pt x="26842" y="31463"/>
                  </a:cubicBezTo>
                  <a:cubicBezTo>
                    <a:pt x="26831" y="31466"/>
                    <a:pt x="26816" y="31467"/>
                    <a:pt x="26798" y="31467"/>
                  </a:cubicBezTo>
                  <a:cubicBezTo>
                    <a:pt x="25697" y="31467"/>
                    <a:pt x="11235" y="26262"/>
                    <a:pt x="4776" y="26262"/>
                  </a:cubicBezTo>
                  <a:cubicBezTo>
                    <a:pt x="3239" y="26262"/>
                    <a:pt x="2156" y="26556"/>
                    <a:pt x="1812" y="27285"/>
                  </a:cubicBezTo>
                  <a:cubicBezTo>
                    <a:pt x="1" y="31130"/>
                    <a:pt x="592" y="41963"/>
                    <a:pt x="592" y="41963"/>
                  </a:cubicBezTo>
                  <a:lnTo>
                    <a:pt x="26842" y="41963"/>
                  </a:lnTo>
                  <a:lnTo>
                    <a:pt x="32609" y="4327"/>
                  </a:lnTo>
                  <a:cubicBezTo>
                    <a:pt x="32979" y="2108"/>
                    <a:pt x="31278" y="75"/>
                    <a:pt x="290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890;p51">
              <a:extLst>
                <a:ext uri="{FF2B5EF4-FFF2-40B4-BE49-F238E27FC236}">
                  <a16:creationId xmlns:a16="http://schemas.microsoft.com/office/drawing/2014/main" id="{B2E669CA-B53B-3E48-10B7-62DD3087AF8E}"/>
                </a:ext>
              </a:extLst>
            </p:cNvPr>
            <p:cNvSpPr/>
            <p:nvPr/>
          </p:nvSpPr>
          <p:spPr>
            <a:xfrm>
              <a:off x="5451925" y="3229050"/>
              <a:ext cx="819850" cy="1063850"/>
            </a:xfrm>
            <a:custGeom>
              <a:avLst/>
              <a:gdLst/>
              <a:ahLst/>
              <a:cxnLst/>
              <a:rect l="l" t="t" r="r" b="b"/>
              <a:pathLst>
                <a:path w="32794" h="42554" extrusionOk="0">
                  <a:moveTo>
                    <a:pt x="28856" y="629"/>
                  </a:moveTo>
                  <a:lnTo>
                    <a:pt x="28856" y="629"/>
                  </a:lnTo>
                  <a:cubicBezTo>
                    <a:pt x="30733" y="676"/>
                    <a:pt x="32165" y="2225"/>
                    <a:pt x="32165" y="4067"/>
                  </a:cubicBezTo>
                  <a:cubicBezTo>
                    <a:pt x="32165" y="4215"/>
                    <a:pt x="32165" y="4400"/>
                    <a:pt x="32128" y="4585"/>
                  </a:cubicBezTo>
                  <a:lnTo>
                    <a:pt x="26398" y="41962"/>
                  </a:lnTo>
                  <a:lnTo>
                    <a:pt x="720" y="41962"/>
                  </a:lnTo>
                  <a:cubicBezTo>
                    <a:pt x="706" y="41768"/>
                    <a:pt x="686" y="41469"/>
                    <a:pt x="666" y="41075"/>
                  </a:cubicBezTo>
                  <a:cubicBezTo>
                    <a:pt x="666" y="40335"/>
                    <a:pt x="629" y="39337"/>
                    <a:pt x="629" y="38154"/>
                  </a:cubicBezTo>
                  <a:cubicBezTo>
                    <a:pt x="629" y="36416"/>
                    <a:pt x="703" y="34346"/>
                    <a:pt x="888" y="32461"/>
                  </a:cubicBezTo>
                  <a:cubicBezTo>
                    <a:pt x="1073" y="30538"/>
                    <a:pt x="1406" y="28800"/>
                    <a:pt x="1923" y="27728"/>
                  </a:cubicBezTo>
                  <a:cubicBezTo>
                    <a:pt x="2034" y="27469"/>
                    <a:pt x="2293" y="27248"/>
                    <a:pt x="2774" y="27100"/>
                  </a:cubicBezTo>
                  <a:cubicBezTo>
                    <a:pt x="3217" y="26952"/>
                    <a:pt x="3846" y="26878"/>
                    <a:pt x="4585" y="26878"/>
                  </a:cubicBezTo>
                  <a:cubicBezTo>
                    <a:pt x="7765" y="26878"/>
                    <a:pt x="12977" y="28172"/>
                    <a:pt x="17525" y="29466"/>
                  </a:cubicBezTo>
                  <a:cubicBezTo>
                    <a:pt x="19817" y="30094"/>
                    <a:pt x="21924" y="30760"/>
                    <a:pt x="23551" y="31240"/>
                  </a:cubicBezTo>
                  <a:cubicBezTo>
                    <a:pt x="24327" y="31499"/>
                    <a:pt x="25030" y="31684"/>
                    <a:pt x="25547" y="31832"/>
                  </a:cubicBezTo>
                  <a:cubicBezTo>
                    <a:pt x="25806" y="31906"/>
                    <a:pt x="26028" y="31980"/>
                    <a:pt x="26176" y="32017"/>
                  </a:cubicBezTo>
                  <a:cubicBezTo>
                    <a:pt x="26361" y="32054"/>
                    <a:pt x="26472" y="32091"/>
                    <a:pt x="26620" y="32091"/>
                  </a:cubicBezTo>
                  <a:lnTo>
                    <a:pt x="26730" y="32054"/>
                  </a:lnTo>
                  <a:cubicBezTo>
                    <a:pt x="26804" y="32054"/>
                    <a:pt x="26878" y="31980"/>
                    <a:pt x="26915" y="31943"/>
                  </a:cubicBezTo>
                  <a:cubicBezTo>
                    <a:pt x="26989" y="31869"/>
                    <a:pt x="26989" y="31795"/>
                    <a:pt x="26989" y="31758"/>
                  </a:cubicBezTo>
                  <a:cubicBezTo>
                    <a:pt x="27063" y="31536"/>
                    <a:pt x="27100" y="31240"/>
                    <a:pt x="27100" y="30797"/>
                  </a:cubicBezTo>
                  <a:cubicBezTo>
                    <a:pt x="27137" y="30353"/>
                    <a:pt x="27137" y="29762"/>
                    <a:pt x="27137" y="29096"/>
                  </a:cubicBezTo>
                  <a:cubicBezTo>
                    <a:pt x="27137" y="23477"/>
                    <a:pt x="26435" y="10463"/>
                    <a:pt x="25584" y="4548"/>
                  </a:cubicBezTo>
                  <a:cubicBezTo>
                    <a:pt x="25547" y="4400"/>
                    <a:pt x="25547" y="4215"/>
                    <a:pt x="25547" y="4067"/>
                  </a:cubicBezTo>
                  <a:cubicBezTo>
                    <a:pt x="25547" y="2225"/>
                    <a:pt x="26980" y="676"/>
                    <a:pt x="28856" y="629"/>
                  </a:cubicBezTo>
                  <a:close/>
                  <a:moveTo>
                    <a:pt x="28838" y="0"/>
                  </a:moveTo>
                  <a:cubicBezTo>
                    <a:pt x="26620" y="74"/>
                    <a:pt x="24919" y="1886"/>
                    <a:pt x="24919" y="4067"/>
                  </a:cubicBezTo>
                  <a:cubicBezTo>
                    <a:pt x="24919" y="4252"/>
                    <a:pt x="24919" y="4437"/>
                    <a:pt x="24956" y="4659"/>
                  </a:cubicBezTo>
                  <a:cubicBezTo>
                    <a:pt x="25806" y="10500"/>
                    <a:pt x="26546" y="23514"/>
                    <a:pt x="26546" y="29096"/>
                  </a:cubicBezTo>
                  <a:cubicBezTo>
                    <a:pt x="26546" y="29910"/>
                    <a:pt x="26509" y="30575"/>
                    <a:pt x="26472" y="31019"/>
                  </a:cubicBezTo>
                  <a:cubicBezTo>
                    <a:pt x="26472" y="31208"/>
                    <a:pt x="26445" y="31344"/>
                    <a:pt x="26437" y="31448"/>
                  </a:cubicBezTo>
                  <a:lnTo>
                    <a:pt x="26437" y="31448"/>
                  </a:lnTo>
                  <a:cubicBezTo>
                    <a:pt x="26402" y="31443"/>
                    <a:pt x="26365" y="31436"/>
                    <a:pt x="26324" y="31425"/>
                  </a:cubicBezTo>
                  <a:cubicBezTo>
                    <a:pt x="25732" y="31277"/>
                    <a:pt x="24438" y="30871"/>
                    <a:pt x="22775" y="30353"/>
                  </a:cubicBezTo>
                  <a:cubicBezTo>
                    <a:pt x="20261" y="29614"/>
                    <a:pt x="16859" y="28579"/>
                    <a:pt x="13532" y="27728"/>
                  </a:cubicBezTo>
                  <a:cubicBezTo>
                    <a:pt x="10205" y="26915"/>
                    <a:pt x="6914" y="26249"/>
                    <a:pt x="4585" y="26249"/>
                  </a:cubicBezTo>
                  <a:cubicBezTo>
                    <a:pt x="3809" y="26249"/>
                    <a:pt x="3106" y="26323"/>
                    <a:pt x="2552" y="26508"/>
                  </a:cubicBezTo>
                  <a:cubicBezTo>
                    <a:pt x="2034" y="26693"/>
                    <a:pt x="1554" y="26989"/>
                    <a:pt x="1332" y="27433"/>
                  </a:cubicBezTo>
                  <a:cubicBezTo>
                    <a:pt x="777" y="28653"/>
                    <a:pt x="444" y="30464"/>
                    <a:pt x="260" y="32387"/>
                  </a:cubicBezTo>
                  <a:cubicBezTo>
                    <a:pt x="75" y="34309"/>
                    <a:pt x="1" y="36416"/>
                    <a:pt x="1" y="38154"/>
                  </a:cubicBezTo>
                  <a:cubicBezTo>
                    <a:pt x="1" y="40520"/>
                    <a:pt x="112" y="42258"/>
                    <a:pt x="112" y="42258"/>
                  </a:cubicBezTo>
                  <a:cubicBezTo>
                    <a:pt x="112" y="42443"/>
                    <a:pt x="260" y="42554"/>
                    <a:pt x="407" y="42554"/>
                  </a:cubicBezTo>
                  <a:lnTo>
                    <a:pt x="26657" y="42554"/>
                  </a:lnTo>
                  <a:cubicBezTo>
                    <a:pt x="26804" y="42554"/>
                    <a:pt x="26915" y="42443"/>
                    <a:pt x="26952" y="42295"/>
                  </a:cubicBezTo>
                  <a:lnTo>
                    <a:pt x="32757" y="4696"/>
                  </a:lnTo>
                  <a:cubicBezTo>
                    <a:pt x="32757" y="4474"/>
                    <a:pt x="32794" y="4252"/>
                    <a:pt x="32794" y="4067"/>
                  </a:cubicBezTo>
                  <a:cubicBezTo>
                    <a:pt x="32794" y="1886"/>
                    <a:pt x="31056" y="74"/>
                    <a:pt x="288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891;p51">
              <a:extLst>
                <a:ext uri="{FF2B5EF4-FFF2-40B4-BE49-F238E27FC236}">
                  <a16:creationId xmlns:a16="http://schemas.microsoft.com/office/drawing/2014/main" id="{E0C92D08-1DDE-13BB-EDBA-EB92F9BCBF75}"/>
                </a:ext>
              </a:extLst>
            </p:cNvPr>
            <p:cNvSpPr/>
            <p:nvPr/>
          </p:nvSpPr>
          <p:spPr>
            <a:xfrm>
              <a:off x="1921250" y="3013700"/>
              <a:ext cx="161750" cy="177475"/>
            </a:xfrm>
            <a:custGeom>
              <a:avLst/>
              <a:gdLst/>
              <a:ahLst/>
              <a:cxnLst/>
              <a:rect l="l" t="t" r="r" b="b"/>
              <a:pathLst>
                <a:path w="6470" h="7099" extrusionOk="0">
                  <a:moveTo>
                    <a:pt x="4880" y="0"/>
                  </a:moveTo>
                  <a:lnTo>
                    <a:pt x="0" y="4510"/>
                  </a:lnTo>
                  <a:lnTo>
                    <a:pt x="2921" y="7098"/>
                  </a:lnTo>
                  <a:lnTo>
                    <a:pt x="6470" y="4510"/>
                  </a:lnTo>
                  <a:lnTo>
                    <a:pt x="4880" y="0"/>
                  </a:ln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892;p51">
              <a:extLst>
                <a:ext uri="{FF2B5EF4-FFF2-40B4-BE49-F238E27FC236}">
                  <a16:creationId xmlns:a16="http://schemas.microsoft.com/office/drawing/2014/main" id="{946F5DCE-A0BB-2333-E179-46386EAD9967}"/>
                </a:ext>
              </a:extLst>
            </p:cNvPr>
            <p:cNvSpPr/>
            <p:nvPr/>
          </p:nvSpPr>
          <p:spPr>
            <a:xfrm>
              <a:off x="1913850" y="3005375"/>
              <a:ext cx="178400" cy="193650"/>
            </a:xfrm>
            <a:custGeom>
              <a:avLst/>
              <a:gdLst/>
              <a:ahLst/>
              <a:cxnLst/>
              <a:rect l="l" t="t" r="r" b="b"/>
              <a:pathLst>
                <a:path w="7136" h="7746" extrusionOk="0">
                  <a:moveTo>
                    <a:pt x="5028" y="851"/>
                  </a:moveTo>
                  <a:lnTo>
                    <a:pt x="6435" y="4754"/>
                  </a:lnTo>
                  <a:lnTo>
                    <a:pt x="3254" y="7062"/>
                  </a:lnTo>
                  <a:lnTo>
                    <a:pt x="777" y="4843"/>
                  </a:lnTo>
                  <a:lnTo>
                    <a:pt x="5028" y="851"/>
                  </a:lnTo>
                  <a:close/>
                  <a:moveTo>
                    <a:pt x="5250" y="0"/>
                  </a:moveTo>
                  <a:cubicBezTo>
                    <a:pt x="5139" y="0"/>
                    <a:pt x="5028" y="37"/>
                    <a:pt x="4954" y="74"/>
                  </a:cubicBezTo>
                  <a:lnTo>
                    <a:pt x="74" y="4622"/>
                  </a:lnTo>
                  <a:cubicBezTo>
                    <a:pt x="37" y="4696"/>
                    <a:pt x="0" y="4770"/>
                    <a:pt x="0" y="4843"/>
                  </a:cubicBezTo>
                  <a:cubicBezTo>
                    <a:pt x="0" y="4954"/>
                    <a:pt x="37" y="5028"/>
                    <a:pt x="111" y="5065"/>
                  </a:cubicBezTo>
                  <a:lnTo>
                    <a:pt x="2995" y="7690"/>
                  </a:lnTo>
                  <a:cubicBezTo>
                    <a:pt x="3050" y="7727"/>
                    <a:pt x="3124" y="7746"/>
                    <a:pt x="3198" y="7746"/>
                  </a:cubicBezTo>
                  <a:cubicBezTo>
                    <a:pt x="3272" y="7746"/>
                    <a:pt x="3346" y="7727"/>
                    <a:pt x="3402" y="7690"/>
                  </a:cubicBezTo>
                  <a:lnTo>
                    <a:pt x="6951" y="5102"/>
                  </a:lnTo>
                  <a:cubicBezTo>
                    <a:pt x="7062" y="5028"/>
                    <a:pt x="7136" y="4880"/>
                    <a:pt x="7062" y="4733"/>
                  </a:cubicBezTo>
                  <a:lnTo>
                    <a:pt x="5435" y="222"/>
                  </a:lnTo>
                  <a:cubicBezTo>
                    <a:pt x="5435" y="111"/>
                    <a:pt x="5324" y="37"/>
                    <a:pt x="5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893;p51">
              <a:extLst>
                <a:ext uri="{FF2B5EF4-FFF2-40B4-BE49-F238E27FC236}">
                  <a16:creationId xmlns:a16="http://schemas.microsoft.com/office/drawing/2014/main" id="{A918FA02-23AE-88E6-9194-11179516D752}"/>
                </a:ext>
              </a:extLst>
            </p:cNvPr>
            <p:cNvSpPr/>
            <p:nvPr/>
          </p:nvSpPr>
          <p:spPr>
            <a:xfrm>
              <a:off x="2021050" y="3965400"/>
              <a:ext cx="612825" cy="1046575"/>
            </a:xfrm>
            <a:custGeom>
              <a:avLst/>
              <a:gdLst/>
              <a:ahLst/>
              <a:cxnLst/>
              <a:rect l="l" t="t" r="r" b="b"/>
              <a:pathLst>
                <a:path w="24513" h="41863" extrusionOk="0">
                  <a:moveTo>
                    <a:pt x="19199" y="0"/>
                  </a:moveTo>
                  <a:cubicBezTo>
                    <a:pt x="13895" y="0"/>
                    <a:pt x="1258" y="2156"/>
                    <a:pt x="1258" y="2156"/>
                  </a:cubicBezTo>
                  <a:cubicBezTo>
                    <a:pt x="1258" y="2156"/>
                    <a:pt x="1" y="6879"/>
                    <a:pt x="2405" y="6879"/>
                  </a:cubicBezTo>
                  <a:cubicBezTo>
                    <a:pt x="2508" y="6879"/>
                    <a:pt x="2619" y="6870"/>
                    <a:pt x="2737" y="6851"/>
                  </a:cubicBezTo>
                  <a:cubicBezTo>
                    <a:pt x="4610" y="6556"/>
                    <a:pt x="9622" y="6506"/>
                    <a:pt x="12754" y="6506"/>
                  </a:cubicBezTo>
                  <a:cubicBezTo>
                    <a:pt x="14321" y="6506"/>
                    <a:pt x="15418" y="6519"/>
                    <a:pt x="15418" y="6519"/>
                  </a:cubicBezTo>
                  <a:cubicBezTo>
                    <a:pt x="15418" y="6519"/>
                    <a:pt x="9096" y="21270"/>
                    <a:pt x="7506" y="29182"/>
                  </a:cubicBezTo>
                  <a:cubicBezTo>
                    <a:pt x="6656" y="33470"/>
                    <a:pt x="4253" y="35800"/>
                    <a:pt x="3698" y="37648"/>
                  </a:cubicBezTo>
                  <a:cubicBezTo>
                    <a:pt x="3143" y="39460"/>
                    <a:pt x="4807" y="38757"/>
                    <a:pt x="6471" y="39829"/>
                  </a:cubicBezTo>
                  <a:cubicBezTo>
                    <a:pt x="8097" y="40938"/>
                    <a:pt x="10870" y="41863"/>
                    <a:pt x="12904" y="41863"/>
                  </a:cubicBezTo>
                  <a:cubicBezTo>
                    <a:pt x="14900" y="41863"/>
                    <a:pt x="9391" y="38203"/>
                    <a:pt x="9391" y="35245"/>
                  </a:cubicBezTo>
                  <a:cubicBezTo>
                    <a:pt x="9391" y="32287"/>
                    <a:pt x="16083" y="22527"/>
                    <a:pt x="19374" y="17018"/>
                  </a:cubicBezTo>
                  <a:cubicBezTo>
                    <a:pt x="21967" y="12729"/>
                    <a:pt x="22246" y="12240"/>
                    <a:pt x="22122" y="12240"/>
                  </a:cubicBezTo>
                  <a:cubicBezTo>
                    <a:pt x="22085" y="12240"/>
                    <a:pt x="22013" y="12282"/>
                    <a:pt x="21955" y="12282"/>
                  </a:cubicBezTo>
                  <a:cubicBezTo>
                    <a:pt x="21846" y="12282"/>
                    <a:pt x="21787" y="12130"/>
                    <a:pt x="22109" y="11251"/>
                  </a:cubicBezTo>
                  <a:cubicBezTo>
                    <a:pt x="22516" y="10733"/>
                    <a:pt x="22849" y="10142"/>
                    <a:pt x="23034" y="9513"/>
                  </a:cubicBezTo>
                  <a:cubicBezTo>
                    <a:pt x="24217" y="5668"/>
                    <a:pt x="24512" y="677"/>
                    <a:pt x="20667" y="86"/>
                  </a:cubicBezTo>
                  <a:cubicBezTo>
                    <a:pt x="20287" y="27"/>
                    <a:pt x="19788" y="0"/>
                    <a:pt x="1919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894;p51">
              <a:extLst>
                <a:ext uri="{FF2B5EF4-FFF2-40B4-BE49-F238E27FC236}">
                  <a16:creationId xmlns:a16="http://schemas.microsoft.com/office/drawing/2014/main" id="{D2E1D332-21D4-9621-8003-9F595CE81AD3}"/>
                </a:ext>
              </a:extLst>
            </p:cNvPr>
            <p:cNvSpPr/>
            <p:nvPr/>
          </p:nvSpPr>
          <p:spPr>
            <a:xfrm>
              <a:off x="2036775" y="3957375"/>
              <a:ext cx="586925" cy="1062000"/>
            </a:xfrm>
            <a:custGeom>
              <a:avLst/>
              <a:gdLst/>
              <a:ahLst/>
              <a:cxnLst/>
              <a:rect l="l" t="t" r="r" b="b"/>
              <a:pathLst>
                <a:path w="23477" h="42480" extrusionOk="0">
                  <a:moveTo>
                    <a:pt x="18560" y="629"/>
                  </a:moveTo>
                  <a:cubicBezTo>
                    <a:pt x="19151" y="629"/>
                    <a:pt x="19632" y="666"/>
                    <a:pt x="20002" y="703"/>
                  </a:cubicBezTo>
                  <a:cubicBezTo>
                    <a:pt x="21074" y="887"/>
                    <a:pt x="21776" y="1405"/>
                    <a:pt x="22220" y="2181"/>
                  </a:cubicBezTo>
                  <a:cubicBezTo>
                    <a:pt x="22663" y="2958"/>
                    <a:pt x="22885" y="3993"/>
                    <a:pt x="22885" y="5139"/>
                  </a:cubicBezTo>
                  <a:cubicBezTo>
                    <a:pt x="22885" y="6618"/>
                    <a:pt x="22552" y="8245"/>
                    <a:pt x="22109" y="9723"/>
                  </a:cubicBezTo>
                  <a:cubicBezTo>
                    <a:pt x="21924" y="10315"/>
                    <a:pt x="21628" y="10870"/>
                    <a:pt x="21259" y="11387"/>
                  </a:cubicBezTo>
                  <a:lnTo>
                    <a:pt x="21222" y="11461"/>
                  </a:lnTo>
                  <a:cubicBezTo>
                    <a:pt x="21037" y="11979"/>
                    <a:pt x="20926" y="12237"/>
                    <a:pt x="20926" y="12459"/>
                  </a:cubicBezTo>
                  <a:cubicBezTo>
                    <a:pt x="20926" y="12570"/>
                    <a:pt x="20963" y="12644"/>
                    <a:pt x="21037" y="12755"/>
                  </a:cubicBezTo>
                  <a:cubicBezTo>
                    <a:pt x="21048" y="12766"/>
                    <a:pt x="21059" y="12781"/>
                    <a:pt x="21072" y="12796"/>
                  </a:cubicBezTo>
                  <a:lnTo>
                    <a:pt x="21072" y="12796"/>
                  </a:lnTo>
                  <a:cubicBezTo>
                    <a:pt x="20811" y="13316"/>
                    <a:pt x="20071" y="14537"/>
                    <a:pt x="18486" y="17192"/>
                  </a:cubicBezTo>
                  <a:cubicBezTo>
                    <a:pt x="16859" y="19927"/>
                    <a:pt x="14345" y="23735"/>
                    <a:pt x="12275" y="27248"/>
                  </a:cubicBezTo>
                  <a:cubicBezTo>
                    <a:pt x="11203" y="29022"/>
                    <a:pt x="10278" y="30686"/>
                    <a:pt x="9576" y="32128"/>
                  </a:cubicBezTo>
                  <a:cubicBezTo>
                    <a:pt x="9243" y="32830"/>
                    <a:pt x="8984" y="33496"/>
                    <a:pt x="8762" y="34050"/>
                  </a:cubicBezTo>
                  <a:cubicBezTo>
                    <a:pt x="8578" y="34642"/>
                    <a:pt x="8467" y="35159"/>
                    <a:pt x="8467" y="35566"/>
                  </a:cubicBezTo>
                  <a:cubicBezTo>
                    <a:pt x="8467" y="36268"/>
                    <a:pt x="8725" y="36971"/>
                    <a:pt x="9132" y="37636"/>
                  </a:cubicBezTo>
                  <a:cubicBezTo>
                    <a:pt x="9687" y="38635"/>
                    <a:pt x="10537" y="39596"/>
                    <a:pt x="11239" y="40409"/>
                  </a:cubicBezTo>
                  <a:cubicBezTo>
                    <a:pt x="11572" y="40779"/>
                    <a:pt x="11868" y="41149"/>
                    <a:pt x="12090" y="41444"/>
                  </a:cubicBezTo>
                  <a:cubicBezTo>
                    <a:pt x="12201" y="41555"/>
                    <a:pt x="12275" y="41703"/>
                    <a:pt x="12349" y="41777"/>
                  </a:cubicBezTo>
                  <a:lnTo>
                    <a:pt x="12386" y="41888"/>
                  </a:lnTo>
                  <a:lnTo>
                    <a:pt x="12275" y="41888"/>
                  </a:lnTo>
                  <a:cubicBezTo>
                    <a:pt x="10315" y="41888"/>
                    <a:pt x="7579" y="40964"/>
                    <a:pt x="5990" y="39892"/>
                  </a:cubicBezTo>
                  <a:cubicBezTo>
                    <a:pt x="5213" y="39411"/>
                    <a:pt x="4437" y="39263"/>
                    <a:pt x="3919" y="39115"/>
                  </a:cubicBezTo>
                  <a:cubicBezTo>
                    <a:pt x="3661" y="39041"/>
                    <a:pt x="3476" y="38967"/>
                    <a:pt x="3402" y="38893"/>
                  </a:cubicBezTo>
                  <a:cubicBezTo>
                    <a:pt x="3328" y="38819"/>
                    <a:pt x="3291" y="38782"/>
                    <a:pt x="3254" y="38561"/>
                  </a:cubicBezTo>
                  <a:cubicBezTo>
                    <a:pt x="3254" y="38450"/>
                    <a:pt x="3291" y="38265"/>
                    <a:pt x="3365" y="38043"/>
                  </a:cubicBezTo>
                  <a:cubicBezTo>
                    <a:pt x="3624" y="37193"/>
                    <a:pt x="4326" y="36158"/>
                    <a:pt x="5139" y="34827"/>
                  </a:cubicBezTo>
                  <a:cubicBezTo>
                    <a:pt x="5916" y="33459"/>
                    <a:pt x="6729" y="31758"/>
                    <a:pt x="7173" y="29577"/>
                  </a:cubicBezTo>
                  <a:cubicBezTo>
                    <a:pt x="7949" y="25658"/>
                    <a:pt x="9946" y="20001"/>
                    <a:pt x="11720" y="15306"/>
                  </a:cubicBezTo>
                  <a:cubicBezTo>
                    <a:pt x="12607" y="12977"/>
                    <a:pt x="13458" y="10907"/>
                    <a:pt x="14049" y="9391"/>
                  </a:cubicBezTo>
                  <a:cubicBezTo>
                    <a:pt x="14382" y="8651"/>
                    <a:pt x="14641" y="8023"/>
                    <a:pt x="14789" y="7616"/>
                  </a:cubicBezTo>
                  <a:cubicBezTo>
                    <a:pt x="14974" y="7172"/>
                    <a:pt x="15084" y="6951"/>
                    <a:pt x="15084" y="6951"/>
                  </a:cubicBezTo>
                  <a:cubicBezTo>
                    <a:pt x="15121" y="6877"/>
                    <a:pt x="15121" y="6766"/>
                    <a:pt x="15047" y="6655"/>
                  </a:cubicBezTo>
                  <a:cubicBezTo>
                    <a:pt x="15010" y="6581"/>
                    <a:pt x="14900" y="6544"/>
                    <a:pt x="14789" y="6544"/>
                  </a:cubicBezTo>
                  <a:cubicBezTo>
                    <a:pt x="14789" y="6544"/>
                    <a:pt x="13790" y="6507"/>
                    <a:pt x="12312" y="6507"/>
                  </a:cubicBezTo>
                  <a:cubicBezTo>
                    <a:pt x="10722" y="6507"/>
                    <a:pt x="8652" y="6544"/>
                    <a:pt x="6729" y="6581"/>
                  </a:cubicBezTo>
                  <a:cubicBezTo>
                    <a:pt x="4807" y="6618"/>
                    <a:pt x="3032" y="6729"/>
                    <a:pt x="2071" y="6877"/>
                  </a:cubicBezTo>
                  <a:lnTo>
                    <a:pt x="1775" y="6877"/>
                  </a:lnTo>
                  <a:cubicBezTo>
                    <a:pt x="1516" y="6877"/>
                    <a:pt x="1368" y="6840"/>
                    <a:pt x="1220" y="6729"/>
                  </a:cubicBezTo>
                  <a:cubicBezTo>
                    <a:pt x="999" y="6618"/>
                    <a:pt x="851" y="6359"/>
                    <a:pt x="740" y="6063"/>
                  </a:cubicBezTo>
                  <a:cubicBezTo>
                    <a:pt x="666" y="5731"/>
                    <a:pt x="629" y="5324"/>
                    <a:pt x="629" y="4917"/>
                  </a:cubicBezTo>
                  <a:cubicBezTo>
                    <a:pt x="629" y="4326"/>
                    <a:pt x="703" y="3734"/>
                    <a:pt x="777" y="3291"/>
                  </a:cubicBezTo>
                  <a:cubicBezTo>
                    <a:pt x="814" y="3069"/>
                    <a:pt x="851" y="2884"/>
                    <a:pt x="888" y="2736"/>
                  </a:cubicBezTo>
                  <a:cubicBezTo>
                    <a:pt x="888" y="2735"/>
                    <a:pt x="888" y="2735"/>
                    <a:pt x="888" y="2734"/>
                  </a:cubicBezTo>
                  <a:lnTo>
                    <a:pt x="888" y="2734"/>
                  </a:lnTo>
                  <a:cubicBezTo>
                    <a:pt x="1212" y="2678"/>
                    <a:pt x="1868" y="2568"/>
                    <a:pt x="2736" y="2440"/>
                  </a:cubicBezTo>
                  <a:cubicBezTo>
                    <a:pt x="6544" y="1812"/>
                    <a:pt x="14641" y="629"/>
                    <a:pt x="18560" y="629"/>
                  </a:cubicBezTo>
                  <a:close/>
                  <a:moveTo>
                    <a:pt x="18560" y="0"/>
                  </a:moveTo>
                  <a:cubicBezTo>
                    <a:pt x="15898" y="0"/>
                    <a:pt x="11387" y="555"/>
                    <a:pt x="7579" y="1072"/>
                  </a:cubicBezTo>
                  <a:cubicBezTo>
                    <a:pt x="3734" y="1627"/>
                    <a:pt x="592" y="2144"/>
                    <a:pt x="592" y="2144"/>
                  </a:cubicBezTo>
                  <a:cubicBezTo>
                    <a:pt x="444" y="2181"/>
                    <a:pt x="370" y="2255"/>
                    <a:pt x="333" y="2366"/>
                  </a:cubicBezTo>
                  <a:cubicBezTo>
                    <a:pt x="333" y="2403"/>
                    <a:pt x="0" y="3623"/>
                    <a:pt x="0" y="4917"/>
                  </a:cubicBezTo>
                  <a:cubicBezTo>
                    <a:pt x="0" y="5509"/>
                    <a:pt x="74" y="6137"/>
                    <a:pt x="333" y="6618"/>
                  </a:cubicBezTo>
                  <a:cubicBezTo>
                    <a:pt x="444" y="6877"/>
                    <a:pt x="629" y="7099"/>
                    <a:pt x="888" y="7246"/>
                  </a:cubicBezTo>
                  <a:cubicBezTo>
                    <a:pt x="1147" y="7431"/>
                    <a:pt x="1442" y="7505"/>
                    <a:pt x="1775" y="7505"/>
                  </a:cubicBezTo>
                  <a:cubicBezTo>
                    <a:pt x="1886" y="7505"/>
                    <a:pt x="2034" y="7505"/>
                    <a:pt x="2145" y="7468"/>
                  </a:cubicBezTo>
                  <a:cubicBezTo>
                    <a:pt x="3069" y="7320"/>
                    <a:pt x="4844" y="7246"/>
                    <a:pt x="6766" y="7209"/>
                  </a:cubicBezTo>
                  <a:cubicBezTo>
                    <a:pt x="8652" y="7136"/>
                    <a:pt x="10722" y="7136"/>
                    <a:pt x="12312" y="7136"/>
                  </a:cubicBezTo>
                  <a:lnTo>
                    <a:pt x="14323" y="7136"/>
                  </a:lnTo>
                  <a:cubicBezTo>
                    <a:pt x="13873" y="8217"/>
                    <a:pt x="12585" y="11340"/>
                    <a:pt x="11129" y="15084"/>
                  </a:cubicBezTo>
                  <a:cubicBezTo>
                    <a:pt x="9354" y="19779"/>
                    <a:pt x="7395" y="25473"/>
                    <a:pt x="6581" y="29466"/>
                  </a:cubicBezTo>
                  <a:cubicBezTo>
                    <a:pt x="6175" y="31573"/>
                    <a:pt x="5361" y="33163"/>
                    <a:pt x="4585" y="34494"/>
                  </a:cubicBezTo>
                  <a:cubicBezTo>
                    <a:pt x="3808" y="35825"/>
                    <a:pt x="3069" y="36860"/>
                    <a:pt x="2773" y="37858"/>
                  </a:cubicBezTo>
                  <a:cubicBezTo>
                    <a:pt x="2699" y="38117"/>
                    <a:pt x="2662" y="38376"/>
                    <a:pt x="2662" y="38561"/>
                  </a:cubicBezTo>
                  <a:cubicBezTo>
                    <a:pt x="2625" y="38893"/>
                    <a:pt x="2773" y="39189"/>
                    <a:pt x="3032" y="39374"/>
                  </a:cubicBezTo>
                  <a:cubicBezTo>
                    <a:pt x="3365" y="39633"/>
                    <a:pt x="3771" y="39707"/>
                    <a:pt x="4215" y="39818"/>
                  </a:cubicBezTo>
                  <a:cubicBezTo>
                    <a:pt x="4659" y="39929"/>
                    <a:pt x="5176" y="40076"/>
                    <a:pt x="5657" y="40409"/>
                  </a:cubicBezTo>
                  <a:cubicBezTo>
                    <a:pt x="7395" y="41555"/>
                    <a:pt x="10167" y="42480"/>
                    <a:pt x="12275" y="42480"/>
                  </a:cubicBezTo>
                  <a:cubicBezTo>
                    <a:pt x="12460" y="42480"/>
                    <a:pt x="12607" y="42480"/>
                    <a:pt x="12755" y="42406"/>
                  </a:cubicBezTo>
                  <a:cubicBezTo>
                    <a:pt x="12829" y="42332"/>
                    <a:pt x="12903" y="42295"/>
                    <a:pt x="12940" y="42184"/>
                  </a:cubicBezTo>
                  <a:cubicBezTo>
                    <a:pt x="13014" y="42110"/>
                    <a:pt x="13014" y="42036"/>
                    <a:pt x="13014" y="41925"/>
                  </a:cubicBezTo>
                  <a:cubicBezTo>
                    <a:pt x="13014" y="41703"/>
                    <a:pt x="12903" y="41555"/>
                    <a:pt x="12792" y="41370"/>
                  </a:cubicBezTo>
                  <a:cubicBezTo>
                    <a:pt x="12607" y="41038"/>
                    <a:pt x="12238" y="40631"/>
                    <a:pt x="11868" y="40187"/>
                  </a:cubicBezTo>
                  <a:cubicBezTo>
                    <a:pt x="11276" y="39522"/>
                    <a:pt x="10574" y="38745"/>
                    <a:pt x="10019" y="37932"/>
                  </a:cubicBezTo>
                  <a:cubicBezTo>
                    <a:pt x="9465" y="37119"/>
                    <a:pt x="9058" y="36268"/>
                    <a:pt x="9095" y="35566"/>
                  </a:cubicBezTo>
                  <a:cubicBezTo>
                    <a:pt x="9058" y="35270"/>
                    <a:pt x="9169" y="34790"/>
                    <a:pt x="9354" y="34272"/>
                  </a:cubicBezTo>
                  <a:cubicBezTo>
                    <a:pt x="9982" y="32350"/>
                    <a:pt x="11683" y="29355"/>
                    <a:pt x="13606" y="26249"/>
                  </a:cubicBezTo>
                  <a:cubicBezTo>
                    <a:pt x="15491" y="23144"/>
                    <a:pt x="17561" y="19927"/>
                    <a:pt x="19040" y="17524"/>
                  </a:cubicBezTo>
                  <a:cubicBezTo>
                    <a:pt x="20149" y="15602"/>
                    <a:pt x="20852" y="14456"/>
                    <a:pt x="21259" y="13753"/>
                  </a:cubicBezTo>
                  <a:cubicBezTo>
                    <a:pt x="21443" y="13384"/>
                    <a:pt x="21591" y="13162"/>
                    <a:pt x="21665" y="12977"/>
                  </a:cubicBezTo>
                  <a:cubicBezTo>
                    <a:pt x="21702" y="12903"/>
                    <a:pt x="21739" y="12829"/>
                    <a:pt x="21776" y="12792"/>
                  </a:cubicBezTo>
                  <a:cubicBezTo>
                    <a:pt x="21813" y="12718"/>
                    <a:pt x="21813" y="12681"/>
                    <a:pt x="21813" y="12570"/>
                  </a:cubicBezTo>
                  <a:cubicBezTo>
                    <a:pt x="21813" y="12533"/>
                    <a:pt x="21813" y="12422"/>
                    <a:pt x="21739" y="12348"/>
                  </a:cubicBezTo>
                  <a:cubicBezTo>
                    <a:pt x="21681" y="12310"/>
                    <a:pt x="21633" y="12281"/>
                    <a:pt x="21590" y="12263"/>
                  </a:cubicBezTo>
                  <a:lnTo>
                    <a:pt x="21590" y="12263"/>
                  </a:lnTo>
                  <a:cubicBezTo>
                    <a:pt x="21619" y="12141"/>
                    <a:pt x="21670" y="11964"/>
                    <a:pt x="21758" y="11732"/>
                  </a:cubicBezTo>
                  <a:lnTo>
                    <a:pt x="21758" y="11732"/>
                  </a:lnTo>
                  <a:cubicBezTo>
                    <a:pt x="22156" y="11184"/>
                    <a:pt x="22482" y="10600"/>
                    <a:pt x="22700" y="9908"/>
                  </a:cubicBezTo>
                  <a:cubicBezTo>
                    <a:pt x="23181" y="8393"/>
                    <a:pt x="23477" y="6692"/>
                    <a:pt x="23477" y="5139"/>
                  </a:cubicBezTo>
                  <a:cubicBezTo>
                    <a:pt x="23477" y="3919"/>
                    <a:pt x="23292" y="2773"/>
                    <a:pt x="22774" y="1849"/>
                  </a:cubicBezTo>
                  <a:cubicBezTo>
                    <a:pt x="22220" y="961"/>
                    <a:pt x="21332" y="296"/>
                    <a:pt x="20112" y="111"/>
                  </a:cubicBezTo>
                  <a:cubicBezTo>
                    <a:pt x="19706" y="37"/>
                    <a:pt x="19188" y="0"/>
                    <a:pt x="185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895;p51">
              <a:extLst>
                <a:ext uri="{FF2B5EF4-FFF2-40B4-BE49-F238E27FC236}">
                  <a16:creationId xmlns:a16="http://schemas.microsoft.com/office/drawing/2014/main" id="{5197DD1B-F46E-048A-AFE4-C531F6CDB92B}"/>
                </a:ext>
              </a:extLst>
            </p:cNvPr>
            <p:cNvSpPr/>
            <p:nvPr/>
          </p:nvSpPr>
          <p:spPr>
            <a:xfrm>
              <a:off x="2073750" y="4916750"/>
              <a:ext cx="287200" cy="118325"/>
            </a:xfrm>
            <a:custGeom>
              <a:avLst/>
              <a:gdLst/>
              <a:ahLst/>
              <a:cxnLst/>
              <a:rect l="l" t="t" r="r" b="b"/>
              <a:pathLst>
                <a:path w="11488" h="4733" extrusionOk="0">
                  <a:moveTo>
                    <a:pt x="1072" y="1"/>
                  </a:moveTo>
                  <a:cubicBezTo>
                    <a:pt x="1072" y="1"/>
                    <a:pt x="0" y="1"/>
                    <a:pt x="888" y="888"/>
                  </a:cubicBezTo>
                  <a:cubicBezTo>
                    <a:pt x="1775" y="1775"/>
                    <a:pt x="1775" y="4585"/>
                    <a:pt x="1775" y="4585"/>
                  </a:cubicBezTo>
                  <a:lnTo>
                    <a:pt x="2810" y="4585"/>
                  </a:lnTo>
                  <a:cubicBezTo>
                    <a:pt x="2810" y="4585"/>
                    <a:pt x="2477" y="3180"/>
                    <a:pt x="2995" y="2478"/>
                  </a:cubicBezTo>
                  <a:cubicBezTo>
                    <a:pt x="2995" y="2478"/>
                    <a:pt x="3092" y="2470"/>
                    <a:pt x="3246" y="2470"/>
                  </a:cubicBezTo>
                  <a:cubicBezTo>
                    <a:pt x="3785" y="2470"/>
                    <a:pt x="5028" y="2560"/>
                    <a:pt x="5287" y="3365"/>
                  </a:cubicBezTo>
                  <a:cubicBezTo>
                    <a:pt x="5509" y="4031"/>
                    <a:pt x="6248" y="4733"/>
                    <a:pt x="6248" y="4733"/>
                  </a:cubicBezTo>
                  <a:lnTo>
                    <a:pt x="9650" y="4733"/>
                  </a:lnTo>
                  <a:cubicBezTo>
                    <a:pt x="10574" y="4733"/>
                    <a:pt x="11165" y="4326"/>
                    <a:pt x="11313" y="4031"/>
                  </a:cubicBezTo>
                  <a:cubicBezTo>
                    <a:pt x="11443" y="3804"/>
                    <a:pt x="11487" y="3691"/>
                    <a:pt x="11075" y="3691"/>
                  </a:cubicBezTo>
                  <a:cubicBezTo>
                    <a:pt x="11016" y="3691"/>
                    <a:pt x="10948" y="3693"/>
                    <a:pt x="10870" y="3698"/>
                  </a:cubicBezTo>
                  <a:cubicBezTo>
                    <a:pt x="10782" y="3703"/>
                    <a:pt x="10655" y="3706"/>
                    <a:pt x="10501" y="3706"/>
                  </a:cubicBezTo>
                  <a:cubicBezTo>
                    <a:pt x="9614" y="3706"/>
                    <a:pt x="7819" y="3606"/>
                    <a:pt x="7283" y="3291"/>
                  </a:cubicBezTo>
                  <a:cubicBezTo>
                    <a:pt x="6951" y="3069"/>
                    <a:pt x="6581" y="2626"/>
                    <a:pt x="6322" y="2256"/>
                  </a:cubicBezTo>
                  <a:cubicBezTo>
                    <a:pt x="6063" y="1923"/>
                    <a:pt x="3697" y="814"/>
                    <a:pt x="2403" y="370"/>
                  </a:cubicBezTo>
                  <a:lnTo>
                    <a:pt x="10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896;p51">
              <a:extLst>
                <a:ext uri="{FF2B5EF4-FFF2-40B4-BE49-F238E27FC236}">
                  <a16:creationId xmlns:a16="http://schemas.microsoft.com/office/drawing/2014/main" id="{77935EC4-E3C6-B12E-EBB6-6CDE5A0AF401}"/>
                </a:ext>
              </a:extLst>
            </p:cNvPr>
            <p:cNvSpPr/>
            <p:nvPr/>
          </p:nvSpPr>
          <p:spPr>
            <a:xfrm>
              <a:off x="2079300" y="4909350"/>
              <a:ext cx="287450" cy="134050"/>
            </a:xfrm>
            <a:custGeom>
              <a:avLst/>
              <a:gdLst/>
              <a:ahLst/>
              <a:cxnLst/>
              <a:rect l="l" t="t" r="r" b="b"/>
              <a:pathLst>
                <a:path w="11498" h="5362" extrusionOk="0">
                  <a:moveTo>
                    <a:pt x="850" y="613"/>
                  </a:moveTo>
                  <a:lnTo>
                    <a:pt x="2107" y="962"/>
                  </a:lnTo>
                  <a:lnTo>
                    <a:pt x="2113" y="940"/>
                  </a:lnTo>
                  <a:lnTo>
                    <a:pt x="2113" y="940"/>
                  </a:lnTo>
                  <a:cubicBezTo>
                    <a:pt x="2740" y="1165"/>
                    <a:pt x="3640" y="1562"/>
                    <a:pt x="4400" y="1923"/>
                  </a:cubicBezTo>
                  <a:cubicBezTo>
                    <a:pt x="4769" y="2108"/>
                    <a:pt x="5139" y="2293"/>
                    <a:pt x="5398" y="2441"/>
                  </a:cubicBezTo>
                  <a:cubicBezTo>
                    <a:pt x="5546" y="2515"/>
                    <a:pt x="5657" y="2589"/>
                    <a:pt x="5731" y="2663"/>
                  </a:cubicBezTo>
                  <a:lnTo>
                    <a:pt x="5841" y="2737"/>
                  </a:lnTo>
                  <a:cubicBezTo>
                    <a:pt x="6137" y="3107"/>
                    <a:pt x="6507" y="3550"/>
                    <a:pt x="6914" y="3846"/>
                  </a:cubicBezTo>
                  <a:cubicBezTo>
                    <a:pt x="7098" y="3957"/>
                    <a:pt x="7320" y="4031"/>
                    <a:pt x="7616" y="4068"/>
                  </a:cubicBezTo>
                  <a:cubicBezTo>
                    <a:pt x="8429" y="4253"/>
                    <a:pt x="9575" y="4327"/>
                    <a:pt x="10278" y="4327"/>
                  </a:cubicBezTo>
                  <a:cubicBezTo>
                    <a:pt x="10426" y="4327"/>
                    <a:pt x="10574" y="4327"/>
                    <a:pt x="10685" y="4290"/>
                  </a:cubicBezTo>
                  <a:lnTo>
                    <a:pt x="10742" y="4290"/>
                  </a:lnTo>
                  <a:cubicBezTo>
                    <a:pt x="10666" y="4360"/>
                    <a:pt x="10549" y="4443"/>
                    <a:pt x="10389" y="4511"/>
                  </a:cubicBezTo>
                  <a:cubicBezTo>
                    <a:pt x="10167" y="4622"/>
                    <a:pt x="9834" y="4733"/>
                    <a:pt x="9428" y="4733"/>
                  </a:cubicBezTo>
                  <a:lnTo>
                    <a:pt x="6157" y="4733"/>
                  </a:lnTo>
                  <a:cubicBezTo>
                    <a:pt x="6066" y="4661"/>
                    <a:pt x="5917" y="4506"/>
                    <a:pt x="5767" y="4327"/>
                  </a:cubicBezTo>
                  <a:cubicBezTo>
                    <a:pt x="5620" y="4068"/>
                    <a:pt x="5435" y="3809"/>
                    <a:pt x="5361" y="3550"/>
                  </a:cubicBezTo>
                  <a:cubicBezTo>
                    <a:pt x="5250" y="3291"/>
                    <a:pt x="5102" y="3070"/>
                    <a:pt x="4880" y="2922"/>
                  </a:cubicBezTo>
                  <a:cubicBezTo>
                    <a:pt x="4584" y="2700"/>
                    <a:pt x="4215" y="2589"/>
                    <a:pt x="3882" y="2515"/>
                  </a:cubicBezTo>
                  <a:cubicBezTo>
                    <a:pt x="3549" y="2478"/>
                    <a:pt x="3217" y="2441"/>
                    <a:pt x="2995" y="2441"/>
                  </a:cubicBezTo>
                  <a:cubicBezTo>
                    <a:pt x="2847" y="2441"/>
                    <a:pt x="2773" y="2478"/>
                    <a:pt x="2736" y="2478"/>
                  </a:cubicBezTo>
                  <a:cubicBezTo>
                    <a:pt x="2662" y="2478"/>
                    <a:pt x="2588" y="2515"/>
                    <a:pt x="2514" y="2589"/>
                  </a:cubicBezTo>
                  <a:cubicBezTo>
                    <a:pt x="2218" y="2996"/>
                    <a:pt x="2181" y="3476"/>
                    <a:pt x="2181" y="3883"/>
                  </a:cubicBezTo>
                  <a:cubicBezTo>
                    <a:pt x="2181" y="4158"/>
                    <a:pt x="2205" y="4400"/>
                    <a:pt x="2231" y="4585"/>
                  </a:cubicBezTo>
                  <a:lnTo>
                    <a:pt x="1842" y="4585"/>
                  </a:lnTo>
                  <a:cubicBezTo>
                    <a:pt x="1832" y="4295"/>
                    <a:pt x="1806" y="3826"/>
                    <a:pt x="1738" y="3328"/>
                  </a:cubicBezTo>
                  <a:cubicBezTo>
                    <a:pt x="1664" y="2885"/>
                    <a:pt x="1590" y="2441"/>
                    <a:pt x="1479" y="2034"/>
                  </a:cubicBezTo>
                  <a:cubicBezTo>
                    <a:pt x="1331" y="1628"/>
                    <a:pt x="1146" y="1258"/>
                    <a:pt x="887" y="962"/>
                  </a:cubicBezTo>
                  <a:cubicBezTo>
                    <a:pt x="776" y="851"/>
                    <a:pt x="703" y="777"/>
                    <a:pt x="666" y="703"/>
                  </a:cubicBezTo>
                  <a:lnTo>
                    <a:pt x="642" y="656"/>
                  </a:lnTo>
                  <a:lnTo>
                    <a:pt x="642" y="656"/>
                  </a:lnTo>
                  <a:cubicBezTo>
                    <a:pt x="676" y="645"/>
                    <a:pt x="716" y="629"/>
                    <a:pt x="739" y="629"/>
                  </a:cubicBezTo>
                  <a:lnTo>
                    <a:pt x="850" y="629"/>
                  </a:lnTo>
                  <a:lnTo>
                    <a:pt x="850" y="613"/>
                  </a:lnTo>
                  <a:close/>
                  <a:moveTo>
                    <a:pt x="850" y="1"/>
                  </a:moveTo>
                  <a:cubicBezTo>
                    <a:pt x="813" y="1"/>
                    <a:pt x="666" y="1"/>
                    <a:pt x="481" y="38"/>
                  </a:cubicBezTo>
                  <a:cubicBezTo>
                    <a:pt x="407" y="75"/>
                    <a:pt x="296" y="112"/>
                    <a:pt x="185" y="223"/>
                  </a:cubicBezTo>
                  <a:cubicBezTo>
                    <a:pt x="74" y="297"/>
                    <a:pt x="0" y="445"/>
                    <a:pt x="0" y="629"/>
                  </a:cubicBezTo>
                  <a:cubicBezTo>
                    <a:pt x="0" y="740"/>
                    <a:pt x="37" y="888"/>
                    <a:pt x="111" y="999"/>
                  </a:cubicBezTo>
                  <a:cubicBezTo>
                    <a:pt x="185" y="1147"/>
                    <a:pt x="296" y="1258"/>
                    <a:pt x="444" y="1406"/>
                  </a:cubicBezTo>
                  <a:cubicBezTo>
                    <a:pt x="629" y="1554"/>
                    <a:pt x="776" y="1850"/>
                    <a:pt x="887" y="2219"/>
                  </a:cubicBezTo>
                  <a:cubicBezTo>
                    <a:pt x="1035" y="2774"/>
                    <a:pt x="1146" y="3439"/>
                    <a:pt x="1183" y="3957"/>
                  </a:cubicBezTo>
                  <a:cubicBezTo>
                    <a:pt x="1220" y="4216"/>
                    <a:pt x="1220" y="4474"/>
                    <a:pt x="1220" y="4622"/>
                  </a:cubicBezTo>
                  <a:cubicBezTo>
                    <a:pt x="1220" y="4770"/>
                    <a:pt x="1220" y="4881"/>
                    <a:pt x="1220" y="4881"/>
                  </a:cubicBezTo>
                  <a:cubicBezTo>
                    <a:pt x="1220" y="4955"/>
                    <a:pt x="1257" y="5029"/>
                    <a:pt x="1331" y="5103"/>
                  </a:cubicBezTo>
                  <a:cubicBezTo>
                    <a:pt x="1368" y="5140"/>
                    <a:pt x="1479" y="5177"/>
                    <a:pt x="1553" y="5177"/>
                  </a:cubicBezTo>
                  <a:lnTo>
                    <a:pt x="2588" y="5177"/>
                  </a:lnTo>
                  <a:cubicBezTo>
                    <a:pt x="2699" y="5177"/>
                    <a:pt x="2773" y="5140"/>
                    <a:pt x="2847" y="5066"/>
                  </a:cubicBezTo>
                  <a:cubicBezTo>
                    <a:pt x="2884" y="4992"/>
                    <a:pt x="2921" y="4881"/>
                    <a:pt x="2884" y="4807"/>
                  </a:cubicBezTo>
                  <a:lnTo>
                    <a:pt x="2884" y="4770"/>
                  </a:lnTo>
                  <a:cubicBezTo>
                    <a:pt x="2884" y="4696"/>
                    <a:pt x="2773" y="4327"/>
                    <a:pt x="2773" y="3883"/>
                  </a:cubicBezTo>
                  <a:cubicBezTo>
                    <a:pt x="2773" y="3577"/>
                    <a:pt x="2824" y="3271"/>
                    <a:pt x="2946" y="3070"/>
                  </a:cubicBezTo>
                  <a:lnTo>
                    <a:pt x="2995" y="3070"/>
                  </a:lnTo>
                  <a:cubicBezTo>
                    <a:pt x="3253" y="3070"/>
                    <a:pt x="3697" y="3107"/>
                    <a:pt x="4067" y="3217"/>
                  </a:cubicBezTo>
                  <a:cubicBezTo>
                    <a:pt x="4252" y="3254"/>
                    <a:pt x="4400" y="3328"/>
                    <a:pt x="4510" y="3402"/>
                  </a:cubicBezTo>
                  <a:cubicBezTo>
                    <a:pt x="4658" y="3513"/>
                    <a:pt x="4732" y="3624"/>
                    <a:pt x="4769" y="3735"/>
                  </a:cubicBezTo>
                  <a:cubicBezTo>
                    <a:pt x="4880" y="4142"/>
                    <a:pt x="5139" y="4511"/>
                    <a:pt x="5398" y="4807"/>
                  </a:cubicBezTo>
                  <a:cubicBezTo>
                    <a:pt x="5620" y="5066"/>
                    <a:pt x="5804" y="5251"/>
                    <a:pt x="5841" y="5251"/>
                  </a:cubicBezTo>
                  <a:cubicBezTo>
                    <a:pt x="5878" y="5325"/>
                    <a:pt x="5952" y="5362"/>
                    <a:pt x="6026" y="5362"/>
                  </a:cubicBezTo>
                  <a:lnTo>
                    <a:pt x="9428" y="5362"/>
                  </a:lnTo>
                  <a:cubicBezTo>
                    <a:pt x="9945" y="5362"/>
                    <a:pt x="10352" y="5214"/>
                    <a:pt x="10685" y="5066"/>
                  </a:cubicBezTo>
                  <a:cubicBezTo>
                    <a:pt x="11017" y="4918"/>
                    <a:pt x="11239" y="4696"/>
                    <a:pt x="11350" y="4511"/>
                  </a:cubicBezTo>
                  <a:cubicBezTo>
                    <a:pt x="11387" y="4437"/>
                    <a:pt x="11424" y="4401"/>
                    <a:pt x="11424" y="4327"/>
                  </a:cubicBezTo>
                  <a:cubicBezTo>
                    <a:pt x="11461" y="4290"/>
                    <a:pt x="11498" y="4216"/>
                    <a:pt x="11498" y="4105"/>
                  </a:cubicBezTo>
                  <a:cubicBezTo>
                    <a:pt x="11498" y="4031"/>
                    <a:pt x="11461" y="3957"/>
                    <a:pt x="11424" y="3883"/>
                  </a:cubicBezTo>
                  <a:cubicBezTo>
                    <a:pt x="11313" y="3772"/>
                    <a:pt x="11202" y="3735"/>
                    <a:pt x="11128" y="3698"/>
                  </a:cubicBezTo>
                  <a:lnTo>
                    <a:pt x="10278" y="3698"/>
                  </a:lnTo>
                  <a:cubicBezTo>
                    <a:pt x="9834" y="3698"/>
                    <a:pt x="9169" y="3661"/>
                    <a:pt x="8577" y="3587"/>
                  </a:cubicBezTo>
                  <a:cubicBezTo>
                    <a:pt x="8281" y="3587"/>
                    <a:pt x="7986" y="3513"/>
                    <a:pt x="7727" y="3476"/>
                  </a:cubicBezTo>
                  <a:cubicBezTo>
                    <a:pt x="7505" y="3439"/>
                    <a:pt x="7320" y="3365"/>
                    <a:pt x="7246" y="3328"/>
                  </a:cubicBezTo>
                  <a:cubicBezTo>
                    <a:pt x="6951" y="3144"/>
                    <a:pt x="6581" y="2700"/>
                    <a:pt x="6322" y="2367"/>
                  </a:cubicBezTo>
                  <a:cubicBezTo>
                    <a:pt x="6248" y="2256"/>
                    <a:pt x="6174" y="2219"/>
                    <a:pt x="6100" y="2145"/>
                  </a:cubicBezTo>
                  <a:cubicBezTo>
                    <a:pt x="5731" y="1886"/>
                    <a:pt x="5065" y="1554"/>
                    <a:pt x="4363" y="1221"/>
                  </a:cubicBezTo>
                  <a:cubicBezTo>
                    <a:pt x="3660" y="888"/>
                    <a:pt x="2847" y="556"/>
                    <a:pt x="2292" y="371"/>
                  </a:cubicBezTo>
                  <a:lnTo>
                    <a:pt x="2255" y="334"/>
                  </a:lnTo>
                  <a:lnTo>
                    <a:pt x="92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897;p51">
              <a:extLst>
                <a:ext uri="{FF2B5EF4-FFF2-40B4-BE49-F238E27FC236}">
                  <a16:creationId xmlns:a16="http://schemas.microsoft.com/office/drawing/2014/main" id="{3BAE7B79-C972-4FF0-E348-69725FE6A071}"/>
                </a:ext>
              </a:extLst>
            </p:cNvPr>
            <p:cNvSpPr/>
            <p:nvPr/>
          </p:nvSpPr>
          <p:spPr>
            <a:xfrm>
              <a:off x="2208675" y="4889025"/>
              <a:ext cx="101700" cy="88750"/>
            </a:xfrm>
            <a:custGeom>
              <a:avLst/>
              <a:gdLst/>
              <a:ahLst/>
              <a:cxnLst/>
              <a:rect l="l" t="t" r="r" b="b"/>
              <a:pathLst>
                <a:path w="4068" h="3550" extrusionOk="0">
                  <a:moveTo>
                    <a:pt x="2404" y="1"/>
                  </a:moveTo>
                  <a:cubicBezTo>
                    <a:pt x="2404" y="1"/>
                    <a:pt x="1" y="2293"/>
                    <a:pt x="1" y="2552"/>
                  </a:cubicBezTo>
                  <a:cubicBezTo>
                    <a:pt x="38" y="3180"/>
                    <a:pt x="1628" y="3550"/>
                    <a:pt x="1628" y="3550"/>
                  </a:cubicBezTo>
                  <a:lnTo>
                    <a:pt x="4068" y="2071"/>
                  </a:lnTo>
                  <a:lnTo>
                    <a:pt x="3994" y="1295"/>
                  </a:lnTo>
                  <a:cubicBezTo>
                    <a:pt x="3587" y="296"/>
                    <a:pt x="2404" y="1"/>
                    <a:pt x="2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898;p51">
              <a:extLst>
                <a:ext uri="{FF2B5EF4-FFF2-40B4-BE49-F238E27FC236}">
                  <a16:creationId xmlns:a16="http://schemas.microsoft.com/office/drawing/2014/main" id="{702B0E41-DC00-ED0D-9202-08B69DD5DB2E}"/>
                </a:ext>
              </a:extLst>
            </p:cNvPr>
            <p:cNvSpPr/>
            <p:nvPr/>
          </p:nvSpPr>
          <p:spPr>
            <a:xfrm>
              <a:off x="2201300" y="4881625"/>
              <a:ext cx="117400" cy="103925"/>
            </a:xfrm>
            <a:custGeom>
              <a:avLst/>
              <a:gdLst/>
              <a:ahLst/>
              <a:cxnLst/>
              <a:rect l="l" t="t" r="r" b="b"/>
              <a:pathLst>
                <a:path w="4696" h="4157" extrusionOk="0">
                  <a:moveTo>
                    <a:pt x="2776" y="662"/>
                  </a:moveTo>
                  <a:cubicBezTo>
                    <a:pt x="2896" y="699"/>
                    <a:pt x="3067" y="772"/>
                    <a:pt x="3254" y="888"/>
                  </a:cubicBezTo>
                  <a:cubicBezTo>
                    <a:pt x="3529" y="1026"/>
                    <a:pt x="3805" y="1292"/>
                    <a:pt x="3961" y="1627"/>
                  </a:cubicBezTo>
                  <a:lnTo>
                    <a:pt x="3961" y="1627"/>
                  </a:lnTo>
                  <a:lnTo>
                    <a:pt x="3956" y="1628"/>
                  </a:lnTo>
                  <a:lnTo>
                    <a:pt x="4030" y="2219"/>
                  </a:lnTo>
                  <a:lnTo>
                    <a:pt x="1879" y="3503"/>
                  </a:lnTo>
                  <a:lnTo>
                    <a:pt x="1879" y="3503"/>
                  </a:lnTo>
                  <a:cubicBezTo>
                    <a:pt x="1711" y="3463"/>
                    <a:pt x="1379" y="3389"/>
                    <a:pt x="1109" y="3254"/>
                  </a:cubicBezTo>
                  <a:cubicBezTo>
                    <a:pt x="961" y="3180"/>
                    <a:pt x="814" y="3069"/>
                    <a:pt x="740" y="2995"/>
                  </a:cubicBezTo>
                  <a:cubicBezTo>
                    <a:pt x="680" y="2956"/>
                    <a:pt x="652" y="2916"/>
                    <a:pt x="639" y="2887"/>
                  </a:cubicBezTo>
                  <a:lnTo>
                    <a:pt x="639" y="2887"/>
                  </a:lnTo>
                  <a:cubicBezTo>
                    <a:pt x="665" y="2855"/>
                    <a:pt x="696" y="2802"/>
                    <a:pt x="740" y="2737"/>
                  </a:cubicBezTo>
                  <a:cubicBezTo>
                    <a:pt x="1035" y="2404"/>
                    <a:pt x="1553" y="1849"/>
                    <a:pt x="2034" y="1369"/>
                  </a:cubicBezTo>
                  <a:cubicBezTo>
                    <a:pt x="2340" y="1086"/>
                    <a:pt x="2616" y="819"/>
                    <a:pt x="2776" y="662"/>
                  </a:cubicBezTo>
                  <a:close/>
                  <a:moveTo>
                    <a:pt x="2773" y="1"/>
                  </a:moveTo>
                  <a:cubicBezTo>
                    <a:pt x="2662" y="1"/>
                    <a:pt x="2551" y="1"/>
                    <a:pt x="2477" y="75"/>
                  </a:cubicBezTo>
                  <a:cubicBezTo>
                    <a:pt x="2477" y="75"/>
                    <a:pt x="1886" y="666"/>
                    <a:pt x="1294" y="1258"/>
                  </a:cubicBezTo>
                  <a:cubicBezTo>
                    <a:pt x="998" y="1554"/>
                    <a:pt x="666" y="1886"/>
                    <a:pt x="444" y="2145"/>
                  </a:cubicBezTo>
                  <a:cubicBezTo>
                    <a:pt x="333" y="2256"/>
                    <a:pt x="222" y="2367"/>
                    <a:pt x="148" y="2478"/>
                  </a:cubicBezTo>
                  <a:lnTo>
                    <a:pt x="74" y="2626"/>
                  </a:lnTo>
                  <a:cubicBezTo>
                    <a:pt x="37" y="2700"/>
                    <a:pt x="0" y="2737"/>
                    <a:pt x="0" y="2848"/>
                  </a:cubicBezTo>
                  <a:cubicBezTo>
                    <a:pt x="0" y="2922"/>
                    <a:pt x="0" y="2959"/>
                    <a:pt x="0" y="2959"/>
                  </a:cubicBezTo>
                  <a:lnTo>
                    <a:pt x="6" y="2956"/>
                  </a:lnTo>
                  <a:lnTo>
                    <a:pt x="6" y="2956"/>
                  </a:lnTo>
                  <a:cubicBezTo>
                    <a:pt x="25" y="3070"/>
                    <a:pt x="87" y="3162"/>
                    <a:pt x="148" y="3254"/>
                  </a:cubicBezTo>
                  <a:cubicBezTo>
                    <a:pt x="259" y="3439"/>
                    <a:pt x="407" y="3550"/>
                    <a:pt x="592" y="3661"/>
                  </a:cubicBezTo>
                  <a:cubicBezTo>
                    <a:pt x="1146" y="3994"/>
                    <a:pt x="1812" y="4142"/>
                    <a:pt x="1849" y="4142"/>
                  </a:cubicBezTo>
                  <a:cubicBezTo>
                    <a:pt x="1870" y="4152"/>
                    <a:pt x="1892" y="4157"/>
                    <a:pt x="1914" y="4157"/>
                  </a:cubicBezTo>
                  <a:cubicBezTo>
                    <a:pt x="1966" y="4157"/>
                    <a:pt x="2018" y="4131"/>
                    <a:pt x="2071" y="4105"/>
                  </a:cubicBezTo>
                  <a:lnTo>
                    <a:pt x="4548" y="2663"/>
                  </a:lnTo>
                  <a:cubicBezTo>
                    <a:pt x="4622" y="2589"/>
                    <a:pt x="4695" y="2478"/>
                    <a:pt x="4695" y="2330"/>
                  </a:cubicBezTo>
                  <a:lnTo>
                    <a:pt x="4585" y="1554"/>
                  </a:lnTo>
                  <a:lnTo>
                    <a:pt x="4548" y="1480"/>
                  </a:lnTo>
                  <a:cubicBezTo>
                    <a:pt x="4326" y="888"/>
                    <a:pt x="3882" y="518"/>
                    <a:pt x="3475" y="297"/>
                  </a:cubicBezTo>
                  <a:cubicBezTo>
                    <a:pt x="3106" y="75"/>
                    <a:pt x="2773" y="1"/>
                    <a:pt x="27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899;p51">
              <a:extLst>
                <a:ext uri="{FF2B5EF4-FFF2-40B4-BE49-F238E27FC236}">
                  <a16:creationId xmlns:a16="http://schemas.microsoft.com/office/drawing/2014/main" id="{CF3A5EA2-9732-76E1-C0FC-0B96B3247A83}"/>
                </a:ext>
              </a:extLst>
            </p:cNvPr>
            <p:cNvSpPr/>
            <p:nvPr/>
          </p:nvSpPr>
          <p:spPr>
            <a:xfrm>
              <a:off x="2129500" y="3838700"/>
              <a:ext cx="832475" cy="1182875"/>
            </a:xfrm>
            <a:custGeom>
              <a:avLst/>
              <a:gdLst/>
              <a:ahLst/>
              <a:cxnLst/>
              <a:rect l="l" t="t" r="r" b="b"/>
              <a:pathLst>
                <a:path w="33299" h="47315" extrusionOk="0">
                  <a:moveTo>
                    <a:pt x="13450" y="1"/>
                  </a:moveTo>
                  <a:cubicBezTo>
                    <a:pt x="9313" y="1"/>
                    <a:pt x="4795" y="348"/>
                    <a:pt x="4795" y="348"/>
                  </a:cubicBezTo>
                  <a:cubicBezTo>
                    <a:pt x="2380" y="1336"/>
                    <a:pt x="1" y="10074"/>
                    <a:pt x="1673" y="10074"/>
                  </a:cubicBezTo>
                  <a:cubicBezTo>
                    <a:pt x="1690" y="10074"/>
                    <a:pt x="1708" y="10073"/>
                    <a:pt x="1726" y="10071"/>
                  </a:cubicBezTo>
                  <a:cubicBezTo>
                    <a:pt x="3501" y="9923"/>
                    <a:pt x="14296" y="8962"/>
                    <a:pt x="14296" y="8962"/>
                  </a:cubicBezTo>
                  <a:lnTo>
                    <a:pt x="14296" y="8962"/>
                  </a:lnTo>
                  <a:cubicBezTo>
                    <a:pt x="13963" y="13990"/>
                    <a:pt x="17217" y="23935"/>
                    <a:pt x="19620" y="27040"/>
                  </a:cubicBezTo>
                  <a:cubicBezTo>
                    <a:pt x="21210" y="29000"/>
                    <a:pt x="23095" y="35285"/>
                    <a:pt x="24056" y="37725"/>
                  </a:cubicBezTo>
                  <a:cubicBezTo>
                    <a:pt x="24574" y="39019"/>
                    <a:pt x="24537" y="40461"/>
                    <a:pt x="23982" y="41718"/>
                  </a:cubicBezTo>
                  <a:cubicBezTo>
                    <a:pt x="23687" y="42346"/>
                    <a:pt x="23502" y="43012"/>
                    <a:pt x="23613" y="43419"/>
                  </a:cubicBezTo>
                  <a:cubicBezTo>
                    <a:pt x="23945" y="44380"/>
                    <a:pt x="25092" y="44047"/>
                    <a:pt x="25720" y="44380"/>
                  </a:cubicBezTo>
                  <a:cubicBezTo>
                    <a:pt x="26385" y="44712"/>
                    <a:pt x="28456" y="46635"/>
                    <a:pt x="29047" y="47042"/>
                  </a:cubicBezTo>
                  <a:cubicBezTo>
                    <a:pt x="29371" y="47232"/>
                    <a:pt x="30214" y="47315"/>
                    <a:pt x="31026" y="47315"/>
                  </a:cubicBezTo>
                  <a:cubicBezTo>
                    <a:pt x="31792" y="47315"/>
                    <a:pt x="32530" y="47241"/>
                    <a:pt x="32781" y="47116"/>
                  </a:cubicBezTo>
                  <a:cubicBezTo>
                    <a:pt x="33299" y="46857"/>
                    <a:pt x="32338" y="46561"/>
                    <a:pt x="31746" y="46043"/>
                  </a:cubicBezTo>
                  <a:cubicBezTo>
                    <a:pt x="31155" y="45489"/>
                    <a:pt x="27679" y="39500"/>
                    <a:pt x="27679" y="39500"/>
                  </a:cubicBezTo>
                  <a:cubicBezTo>
                    <a:pt x="27679" y="39500"/>
                    <a:pt x="21357" y="2529"/>
                    <a:pt x="20064" y="902"/>
                  </a:cubicBezTo>
                  <a:cubicBezTo>
                    <a:pt x="19505" y="200"/>
                    <a:pt x="16587" y="1"/>
                    <a:pt x="13450"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900;p51">
              <a:extLst>
                <a:ext uri="{FF2B5EF4-FFF2-40B4-BE49-F238E27FC236}">
                  <a16:creationId xmlns:a16="http://schemas.microsoft.com/office/drawing/2014/main" id="{64A068B0-90BD-8EDD-7B5E-A23C42AEABFC}"/>
                </a:ext>
              </a:extLst>
            </p:cNvPr>
            <p:cNvSpPr/>
            <p:nvPr/>
          </p:nvSpPr>
          <p:spPr>
            <a:xfrm>
              <a:off x="2149525" y="3831675"/>
              <a:ext cx="811550" cy="1197875"/>
            </a:xfrm>
            <a:custGeom>
              <a:avLst/>
              <a:gdLst/>
              <a:ahLst/>
              <a:cxnLst/>
              <a:rect l="l" t="t" r="r" b="b"/>
              <a:pathLst>
                <a:path w="32462" h="47915" extrusionOk="0">
                  <a:moveTo>
                    <a:pt x="12682" y="592"/>
                  </a:moveTo>
                  <a:cubicBezTo>
                    <a:pt x="14235" y="592"/>
                    <a:pt x="15750" y="666"/>
                    <a:pt x="16896" y="777"/>
                  </a:cubicBezTo>
                  <a:cubicBezTo>
                    <a:pt x="17488" y="850"/>
                    <a:pt x="18006" y="924"/>
                    <a:pt x="18375" y="1035"/>
                  </a:cubicBezTo>
                  <a:cubicBezTo>
                    <a:pt x="18745" y="1146"/>
                    <a:pt x="18967" y="1294"/>
                    <a:pt x="19041" y="1368"/>
                  </a:cubicBezTo>
                  <a:cubicBezTo>
                    <a:pt x="19041" y="1405"/>
                    <a:pt x="19078" y="1442"/>
                    <a:pt x="19115" y="1553"/>
                  </a:cubicBezTo>
                  <a:cubicBezTo>
                    <a:pt x="19299" y="1960"/>
                    <a:pt x="19558" y="2921"/>
                    <a:pt x="19891" y="4215"/>
                  </a:cubicBezTo>
                  <a:cubicBezTo>
                    <a:pt x="20963" y="8725"/>
                    <a:pt x="22627" y="17635"/>
                    <a:pt x="24032" y="25436"/>
                  </a:cubicBezTo>
                  <a:cubicBezTo>
                    <a:pt x="24734" y="29318"/>
                    <a:pt x="25363" y="32904"/>
                    <a:pt x="25843" y="35566"/>
                  </a:cubicBezTo>
                  <a:cubicBezTo>
                    <a:pt x="26065" y="36860"/>
                    <a:pt x="26250" y="37932"/>
                    <a:pt x="26361" y="38672"/>
                  </a:cubicBezTo>
                  <a:cubicBezTo>
                    <a:pt x="26509" y="39448"/>
                    <a:pt x="26583" y="39855"/>
                    <a:pt x="26583" y="39855"/>
                  </a:cubicBezTo>
                  <a:lnTo>
                    <a:pt x="26620" y="39965"/>
                  </a:lnTo>
                  <a:cubicBezTo>
                    <a:pt x="26620" y="39965"/>
                    <a:pt x="27470" y="41444"/>
                    <a:pt x="28431" y="42997"/>
                  </a:cubicBezTo>
                  <a:cubicBezTo>
                    <a:pt x="28912" y="43773"/>
                    <a:pt x="29392" y="44587"/>
                    <a:pt x="29799" y="45215"/>
                  </a:cubicBezTo>
                  <a:cubicBezTo>
                    <a:pt x="30021" y="45548"/>
                    <a:pt x="30206" y="45807"/>
                    <a:pt x="30354" y="46029"/>
                  </a:cubicBezTo>
                  <a:cubicBezTo>
                    <a:pt x="30539" y="46251"/>
                    <a:pt x="30649" y="46435"/>
                    <a:pt x="30760" y="46546"/>
                  </a:cubicBezTo>
                  <a:cubicBezTo>
                    <a:pt x="31019" y="46768"/>
                    <a:pt x="31315" y="46953"/>
                    <a:pt x="31574" y="47101"/>
                  </a:cubicBezTo>
                  <a:cubicBezTo>
                    <a:pt x="31611" y="47126"/>
                    <a:pt x="31644" y="47151"/>
                    <a:pt x="31675" y="47174"/>
                  </a:cubicBezTo>
                  <a:lnTo>
                    <a:pt x="31675" y="47174"/>
                  </a:lnTo>
                  <a:cubicBezTo>
                    <a:pt x="31666" y="47175"/>
                    <a:pt x="31657" y="47175"/>
                    <a:pt x="31648" y="47175"/>
                  </a:cubicBezTo>
                  <a:cubicBezTo>
                    <a:pt x="31315" y="47249"/>
                    <a:pt x="30760" y="47286"/>
                    <a:pt x="30206" y="47286"/>
                  </a:cubicBezTo>
                  <a:cubicBezTo>
                    <a:pt x="29799" y="47286"/>
                    <a:pt x="29392" y="47286"/>
                    <a:pt x="29097" y="47249"/>
                  </a:cubicBezTo>
                  <a:cubicBezTo>
                    <a:pt x="28764" y="47175"/>
                    <a:pt x="28468" y="47101"/>
                    <a:pt x="28394" y="47064"/>
                  </a:cubicBezTo>
                  <a:cubicBezTo>
                    <a:pt x="28283" y="46990"/>
                    <a:pt x="28062" y="46768"/>
                    <a:pt x="27766" y="46546"/>
                  </a:cubicBezTo>
                  <a:cubicBezTo>
                    <a:pt x="27322" y="46177"/>
                    <a:pt x="26805" y="45733"/>
                    <a:pt x="26287" y="45289"/>
                  </a:cubicBezTo>
                  <a:cubicBezTo>
                    <a:pt x="26065" y="45104"/>
                    <a:pt x="25806" y="44920"/>
                    <a:pt x="25621" y="44735"/>
                  </a:cubicBezTo>
                  <a:cubicBezTo>
                    <a:pt x="25400" y="44587"/>
                    <a:pt x="25215" y="44476"/>
                    <a:pt x="25067" y="44365"/>
                  </a:cubicBezTo>
                  <a:cubicBezTo>
                    <a:pt x="24660" y="44180"/>
                    <a:pt x="24180" y="44180"/>
                    <a:pt x="23810" y="44106"/>
                  </a:cubicBezTo>
                  <a:cubicBezTo>
                    <a:pt x="23625" y="44069"/>
                    <a:pt x="23477" y="44032"/>
                    <a:pt x="23366" y="43958"/>
                  </a:cubicBezTo>
                  <a:cubicBezTo>
                    <a:pt x="23255" y="43884"/>
                    <a:pt x="23181" y="43773"/>
                    <a:pt x="23107" y="43589"/>
                  </a:cubicBezTo>
                  <a:cubicBezTo>
                    <a:pt x="23107" y="43552"/>
                    <a:pt x="23107" y="43478"/>
                    <a:pt x="23107" y="43404"/>
                  </a:cubicBezTo>
                  <a:cubicBezTo>
                    <a:pt x="23070" y="43071"/>
                    <a:pt x="23255" y="42590"/>
                    <a:pt x="23440" y="42147"/>
                  </a:cubicBezTo>
                  <a:cubicBezTo>
                    <a:pt x="23773" y="41407"/>
                    <a:pt x="23921" y="40631"/>
                    <a:pt x="23921" y="39892"/>
                  </a:cubicBezTo>
                  <a:cubicBezTo>
                    <a:pt x="23921" y="39189"/>
                    <a:pt x="23810" y="38524"/>
                    <a:pt x="23551" y="37895"/>
                  </a:cubicBezTo>
                  <a:cubicBezTo>
                    <a:pt x="23070" y="36675"/>
                    <a:pt x="22368" y="34494"/>
                    <a:pt x="21555" y="32386"/>
                  </a:cubicBezTo>
                  <a:cubicBezTo>
                    <a:pt x="21185" y="31314"/>
                    <a:pt x="20741" y="30242"/>
                    <a:pt x="20335" y="29355"/>
                  </a:cubicBezTo>
                  <a:cubicBezTo>
                    <a:pt x="19928" y="28431"/>
                    <a:pt x="19484" y="27654"/>
                    <a:pt x="19078" y="27100"/>
                  </a:cubicBezTo>
                  <a:cubicBezTo>
                    <a:pt x="18523" y="26434"/>
                    <a:pt x="17895" y="25325"/>
                    <a:pt x="17303" y="23957"/>
                  </a:cubicBezTo>
                  <a:cubicBezTo>
                    <a:pt x="15455" y="19964"/>
                    <a:pt x="13754" y="13827"/>
                    <a:pt x="13754" y="9982"/>
                  </a:cubicBezTo>
                  <a:cubicBezTo>
                    <a:pt x="13754" y="9723"/>
                    <a:pt x="13791" y="9502"/>
                    <a:pt x="13791" y="9280"/>
                  </a:cubicBezTo>
                  <a:cubicBezTo>
                    <a:pt x="13791" y="9169"/>
                    <a:pt x="13754" y="9095"/>
                    <a:pt x="13680" y="9021"/>
                  </a:cubicBezTo>
                  <a:cubicBezTo>
                    <a:pt x="13643" y="8984"/>
                    <a:pt x="13532" y="8947"/>
                    <a:pt x="13458" y="8947"/>
                  </a:cubicBezTo>
                  <a:cubicBezTo>
                    <a:pt x="13458" y="8947"/>
                    <a:pt x="2663" y="9908"/>
                    <a:pt x="888" y="10056"/>
                  </a:cubicBezTo>
                  <a:lnTo>
                    <a:pt x="814" y="10019"/>
                  </a:lnTo>
                  <a:cubicBezTo>
                    <a:pt x="777" y="10019"/>
                    <a:pt x="703" y="9945"/>
                    <a:pt x="666" y="9760"/>
                  </a:cubicBezTo>
                  <a:cubicBezTo>
                    <a:pt x="629" y="9613"/>
                    <a:pt x="629" y="9391"/>
                    <a:pt x="629" y="9132"/>
                  </a:cubicBezTo>
                  <a:cubicBezTo>
                    <a:pt x="592" y="7986"/>
                    <a:pt x="1073" y="6063"/>
                    <a:pt x="1738" y="4363"/>
                  </a:cubicBezTo>
                  <a:cubicBezTo>
                    <a:pt x="2071" y="3512"/>
                    <a:pt x="2478" y="2736"/>
                    <a:pt x="2885" y="2107"/>
                  </a:cubicBezTo>
                  <a:cubicBezTo>
                    <a:pt x="3299" y="1521"/>
                    <a:pt x="3681" y="1127"/>
                    <a:pt x="4030" y="957"/>
                  </a:cubicBezTo>
                  <a:lnTo>
                    <a:pt x="4030" y="957"/>
                  </a:lnTo>
                  <a:lnTo>
                    <a:pt x="4031" y="961"/>
                  </a:lnTo>
                  <a:cubicBezTo>
                    <a:pt x="4031" y="961"/>
                    <a:pt x="4289" y="924"/>
                    <a:pt x="4807" y="887"/>
                  </a:cubicBezTo>
                  <a:cubicBezTo>
                    <a:pt x="6249" y="813"/>
                    <a:pt x="9576" y="592"/>
                    <a:pt x="12682" y="592"/>
                  </a:cubicBezTo>
                  <a:close/>
                  <a:moveTo>
                    <a:pt x="12682" y="0"/>
                  </a:moveTo>
                  <a:cubicBezTo>
                    <a:pt x="8541" y="0"/>
                    <a:pt x="3994" y="333"/>
                    <a:pt x="3957" y="333"/>
                  </a:cubicBezTo>
                  <a:lnTo>
                    <a:pt x="3883" y="370"/>
                  </a:lnTo>
                  <a:cubicBezTo>
                    <a:pt x="3328" y="592"/>
                    <a:pt x="2848" y="1109"/>
                    <a:pt x="2404" y="1775"/>
                  </a:cubicBezTo>
                  <a:cubicBezTo>
                    <a:pt x="1701" y="2773"/>
                    <a:pt x="1110" y="4141"/>
                    <a:pt x="703" y="5472"/>
                  </a:cubicBezTo>
                  <a:cubicBezTo>
                    <a:pt x="260" y="6840"/>
                    <a:pt x="1" y="8171"/>
                    <a:pt x="1" y="9132"/>
                  </a:cubicBezTo>
                  <a:cubicBezTo>
                    <a:pt x="1" y="9539"/>
                    <a:pt x="38" y="9871"/>
                    <a:pt x="149" y="10167"/>
                  </a:cubicBezTo>
                  <a:cubicBezTo>
                    <a:pt x="223" y="10278"/>
                    <a:pt x="297" y="10426"/>
                    <a:pt x="444" y="10537"/>
                  </a:cubicBezTo>
                  <a:cubicBezTo>
                    <a:pt x="555" y="10611"/>
                    <a:pt x="703" y="10685"/>
                    <a:pt x="888" y="10685"/>
                  </a:cubicBezTo>
                  <a:lnTo>
                    <a:pt x="962" y="10685"/>
                  </a:lnTo>
                  <a:cubicBezTo>
                    <a:pt x="1849" y="10574"/>
                    <a:pt x="4992" y="10315"/>
                    <a:pt x="7913" y="10056"/>
                  </a:cubicBezTo>
                  <a:cubicBezTo>
                    <a:pt x="9354" y="9908"/>
                    <a:pt x="10759" y="9797"/>
                    <a:pt x="11794" y="9723"/>
                  </a:cubicBezTo>
                  <a:cubicBezTo>
                    <a:pt x="12393" y="9659"/>
                    <a:pt x="12868" y="9620"/>
                    <a:pt x="13162" y="9598"/>
                  </a:cubicBezTo>
                  <a:lnTo>
                    <a:pt x="13162" y="9598"/>
                  </a:lnTo>
                  <a:cubicBezTo>
                    <a:pt x="13162" y="9723"/>
                    <a:pt x="13162" y="9853"/>
                    <a:pt x="13162" y="9982"/>
                  </a:cubicBezTo>
                  <a:cubicBezTo>
                    <a:pt x="13162" y="12644"/>
                    <a:pt x="13939" y="16267"/>
                    <a:pt x="14974" y="19595"/>
                  </a:cubicBezTo>
                  <a:cubicBezTo>
                    <a:pt x="15528" y="21258"/>
                    <a:pt x="16120" y="22848"/>
                    <a:pt x="16749" y="24216"/>
                  </a:cubicBezTo>
                  <a:cubicBezTo>
                    <a:pt x="17340" y="25584"/>
                    <a:pt x="17969" y="26730"/>
                    <a:pt x="18597" y="27506"/>
                  </a:cubicBezTo>
                  <a:cubicBezTo>
                    <a:pt x="18967" y="27950"/>
                    <a:pt x="19373" y="28726"/>
                    <a:pt x="19780" y="29614"/>
                  </a:cubicBezTo>
                  <a:cubicBezTo>
                    <a:pt x="21000" y="32276"/>
                    <a:pt x="22257" y="36268"/>
                    <a:pt x="22997" y="38117"/>
                  </a:cubicBezTo>
                  <a:cubicBezTo>
                    <a:pt x="23218" y="38672"/>
                    <a:pt x="23329" y="39263"/>
                    <a:pt x="23329" y="39892"/>
                  </a:cubicBezTo>
                  <a:cubicBezTo>
                    <a:pt x="23329" y="40557"/>
                    <a:pt x="23181" y="41259"/>
                    <a:pt x="22886" y="41888"/>
                  </a:cubicBezTo>
                  <a:cubicBezTo>
                    <a:pt x="22664" y="42406"/>
                    <a:pt x="22479" y="42923"/>
                    <a:pt x="22479" y="43404"/>
                  </a:cubicBezTo>
                  <a:cubicBezTo>
                    <a:pt x="22479" y="43515"/>
                    <a:pt x="22479" y="43663"/>
                    <a:pt x="22553" y="43773"/>
                  </a:cubicBezTo>
                  <a:cubicBezTo>
                    <a:pt x="22627" y="44069"/>
                    <a:pt x="22812" y="44328"/>
                    <a:pt x="23034" y="44439"/>
                  </a:cubicBezTo>
                  <a:cubicBezTo>
                    <a:pt x="23366" y="44661"/>
                    <a:pt x="23699" y="44735"/>
                    <a:pt x="24032" y="44772"/>
                  </a:cubicBezTo>
                  <a:cubicBezTo>
                    <a:pt x="24364" y="44809"/>
                    <a:pt x="24623" y="44846"/>
                    <a:pt x="24808" y="44920"/>
                  </a:cubicBezTo>
                  <a:cubicBezTo>
                    <a:pt x="24919" y="44993"/>
                    <a:pt x="25178" y="45178"/>
                    <a:pt x="25437" y="45400"/>
                  </a:cubicBezTo>
                  <a:cubicBezTo>
                    <a:pt x="25880" y="45733"/>
                    <a:pt x="26398" y="46214"/>
                    <a:pt x="26915" y="46620"/>
                  </a:cubicBezTo>
                  <a:cubicBezTo>
                    <a:pt x="27396" y="47027"/>
                    <a:pt x="27803" y="47397"/>
                    <a:pt x="28062" y="47581"/>
                  </a:cubicBezTo>
                  <a:cubicBezTo>
                    <a:pt x="28320" y="47729"/>
                    <a:pt x="28616" y="47803"/>
                    <a:pt x="28986" y="47840"/>
                  </a:cubicBezTo>
                  <a:cubicBezTo>
                    <a:pt x="29355" y="47877"/>
                    <a:pt x="29799" y="47914"/>
                    <a:pt x="30206" y="47914"/>
                  </a:cubicBezTo>
                  <a:cubicBezTo>
                    <a:pt x="30612" y="47914"/>
                    <a:pt x="30982" y="47877"/>
                    <a:pt x="31315" y="47840"/>
                  </a:cubicBezTo>
                  <a:cubicBezTo>
                    <a:pt x="31500" y="47840"/>
                    <a:pt x="31648" y="47803"/>
                    <a:pt x="31759" y="47766"/>
                  </a:cubicBezTo>
                  <a:cubicBezTo>
                    <a:pt x="31906" y="47766"/>
                    <a:pt x="32017" y="47729"/>
                    <a:pt x="32128" y="47655"/>
                  </a:cubicBezTo>
                  <a:cubicBezTo>
                    <a:pt x="32202" y="47618"/>
                    <a:pt x="32276" y="47581"/>
                    <a:pt x="32313" y="47508"/>
                  </a:cubicBezTo>
                  <a:cubicBezTo>
                    <a:pt x="32387" y="47434"/>
                    <a:pt x="32461" y="47323"/>
                    <a:pt x="32461" y="47212"/>
                  </a:cubicBezTo>
                  <a:cubicBezTo>
                    <a:pt x="32424" y="47101"/>
                    <a:pt x="32387" y="47027"/>
                    <a:pt x="32350" y="46953"/>
                  </a:cubicBezTo>
                  <a:cubicBezTo>
                    <a:pt x="32276" y="46879"/>
                    <a:pt x="32202" y="46805"/>
                    <a:pt x="32091" y="46731"/>
                  </a:cubicBezTo>
                  <a:cubicBezTo>
                    <a:pt x="31833" y="46546"/>
                    <a:pt x="31426" y="46324"/>
                    <a:pt x="31167" y="46066"/>
                  </a:cubicBezTo>
                  <a:cubicBezTo>
                    <a:pt x="31130" y="46066"/>
                    <a:pt x="31019" y="45881"/>
                    <a:pt x="30871" y="45696"/>
                  </a:cubicBezTo>
                  <a:cubicBezTo>
                    <a:pt x="30354" y="44957"/>
                    <a:pt x="29429" y="43441"/>
                    <a:pt x="28616" y="42110"/>
                  </a:cubicBezTo>
                  <a:cubicBezTo>
                    <a:pt x="28209" y="41444"/>
                    <a:pt x="27840" y="40816"/>
                    <a:pt x="27581" y="40372"/>
                  </a:cubicBezTo>
                  <a:cubicBezTo>
                    <a:pt x="27378" y="40025"/>
                    <a:pt x="27221" y="39768"/>
                    <a:pt x="27162" y="39673"/>
                  </a:cubicBezTo>
                  <a:lnTo>
                    <a:pt x="27162" y="39673"/>
                  </a:lnTo>
                  <a:cubicBezTo>
                    <a:pt x="27016" y="38804"/>
                    <a:pt x="25533" y="30020"/>
                    <a:pt x="23884" y="21036"/>
                  </a:cubicBezTo>
                  <a:cubicBezTo>
                    <a:pt x="22997" y="16304"/>
                    <a:pt x="22072" y="11535"/>
                    <a:pt x="21296" y="7838"/>
                  </a:cubicBezTo>
                  <a:cubicBezTo>
                    <a:pt x="20926" y="5989"/>
                    <a:pt x="20556" y="4400"/>
                    <a:pt x="20261" y="3254"/>
                  </a:cubicBezTo>
                  <a:cubicBezTo>
                    <a:pt x="20113" y="2662"/>
                    <a:pt x="20002" y="2144"/>
                    <a:pt x="19854" y="1775"/>
                  </a:cubicBezTo>
                  <a:cubicBezTo>
                    <a:pt x="19817" y="1590"/>
                    <a:pt x="19743" y="1442"/>
                    <a:pt x="19706" y="1331"/>
                  </a:cubicBezTo>
                  <a:cubicBezTo>
                    <a:pt x="19632" y="1183"/>
                    <a:pt x="19595" y="1072"/>
                    <a:pt x="19521" y="998"/>
                  </a:cubicBezTo>
                  <a:cubicBezTo>
                    <a:pt x="19299" y="740"/>
                    <a:pt x="18967" y="592"/>
                    <a:pt x="18523" y="444"/>
                  </a:cubicBezTo>
                  <a:cubicBezTo>
                    <a:pt x="17895" y="259"/>
                    <a:pt x="17044" y="148"/>
                    <a:pt x="16009" y="74"/>
                  </a:cubicBezTo>
                  <a:cubicBezTo>
                    <a:pt x="15011" y="0"/>
                    <a:pt x="13865" y="0"/>
                    <a:pt x="1268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901;p51">
              <a:extLst>
                <a:ext uri="{FF2B5EF4-FFF2-40B4-BE49-F238E27FC236}">
                  <a16:creationId xmlns:a16="http://schemas.microsoft.com/office/drawing/2014/main" id="{BDCF8152-72F6-1382-E2F3-8E3230EED463}"/>
                </a:ext>
              </a:extLst>
            </p:cNvPr>
            <p:cNvSpPr/>
            <p:nvPr/>
          </p:nvSpPr>
          <p:spPr>
            <a:xfrm>
              <a:off x="2676375" y="4926925"/>
              <a:ext cx="287175" cy="118325"/>
            </a:xfrm>
            <a:custGeom>
              <a:avLst/>
              <a:gdLst/>
              <a:ahLst/>
              <a:cxnLst/>
              <a:rect l="l" t="t" r="r" b="b"/>
              <a:pathLst>
                <a:path w="11487" h="4733" extrusionOk="0">
                  <a:moveTo>
                    <a:pt x="1072" y="0"/>
                  </a:moveTo>
                  <a:cubicBezTo>
                    <a:pt x="1072" y="0"/>
                    <a:pt x="0" y="0"/>
                    <a:pt x="887" y="888"/>
                  </a:cubicBezTo>
                  <a:cubicBezTo>
                    <a:pt x="1775" y="1775"/>
                    <a:pt x="1775" y="4585"/>
                    <a:pt x="1775" y="4585"/>
                  </a:cubicBezTo>
                  <a:lnTo>
                    <a:pt x="2810" y="4585"/>
                  </a:lnTo>
                  <a:cubicBezTo>
                    <a:pt x="2810" y="4585"/>
                    <a:pt x="2477" y="3180"/>
                    <a:pt x="2995" y="2477"/>
                  </a:cubicBezTo>
                  <a:cubicBezTo>
                    <a:pt x="2995" y="2477"/>
                    <a:pt x="3097" y="2470"/>
                    <a:pt x="3259" y="2470"/>
                  </a:cubicBezTo>
                  <a:cubicBezTo>
                    <a:pt x="3805" y="2470"/>
                    <a:pt x="5030" y="2558"/>
                    <a:pt x="5287" y="3328"/>
                  </a:cubicBezTo>
                  <a:cubicBezTo>
                    <a:pt x="5509" y="4030"/>
                    <a:pt x="6248" y="4733"/>
                    <a:pt x="6248" y="4733"/>
                  </a:cubicBezTo>
                  <a:lnTo>
                    <a:pt x="9649" y="4733"/>
                  </a:lnTo>
                  <a:cubicBezTo>
                    <a:pt x="10574" y="4733"/>
                    <a:pt x="11165" y="4289"/>
                    <a:pt x="11313" y="4030"/>
                  </a:cubicBezTo>
                  <a:cubicBezTo>
                    <a:pt x="11442" y="3804"/>
                    <a:pt x="11487" y="3691"/>
                    <a:pt x="11075" y="3691"/>
                  </a:cubicBezTo>
                  <a:cubicBezTo>
                    <a:pt x="11016" y="3691"/>
                    <a:pt x="10948" y="3693"/>
                    <a:pt x="10869" y="3698"/>
                  </a:cubicBezTo>
                  <a:cubicBezTo>
                    <a:pt x="10783" y="3703"/>
                    <a:pt x="10660" y="3706"/>
                    <a:pt x="10509" y="3706"/>
                  </a:cubicBezTo>
                  <a:cubicBezTo>
                    <a:pt x="9626" y="3706"/>
                    <a:pt x="7820" y="3601"/>
                    <a:pt x="7283" y="3254"/>
                  </a:cubicBezTo>
                  <a:cubicBezTo>
                    <a:pt x="6951" y="3032"/>
                    <a:pt x="6581" y="2588"/>
                    <a:pt x="6322" y="2256"/>
                  </a:cubicBezTo>
                  <a:cubicBezTo>
                    <a:pt x="6063" y="1923"/>
                    <a:pt x="3697" y="814"/>
                    <a:pt x="2403" y="333"/>
                  </a:cubicBezTo>
                  <a:lnTo>
                    <a:pt x="10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902;p51">
              <a:extLst>
                <a:ext uri="{FF2B5EF4-FFF2-40B4-BE49-F238E27FC236}">
                  <a16:creationId xmlns:a16="http://schemas.microsoft.com/office/drawing/2014/main" id="{5A5EA36E-2D8B-0414-1D8E-53B6CCCC805A}"/>
                </a:ext>
              </a:extLst>
            </p:cNvPr>
            <p:cNvSpPr/>
            <p:nvPr/>
          </p:nvSpPr>
          <p:spPr>
            <a:xfrm>
              <a:off x="2681900" y="4919525"/>
              <a:ext cx="287475" cy="133125"/>
            </a:xfrm>
            <a:custGeom>
              <a:avLst/>
              <a:gdLst/>
              <a:ahLst/>
              <a:cxnLst/>
              <a:rect l="l" t="t" r="r" b="b"/>
              <a:pathLst>
                <a:path w="11499" h="5325" extrusionOk="0">
                  <a:moveTo>
                    <a:pt x="802" y="598"/>
                  </a:moveTo>
                  <a:lnTo>
                    <a:pt x="2074" y="916"/>
                  </a:lnTo>
                  <a:lnTo>
                    <a:pt x="2074" y="916"/>
                  </a:lnTo>
                  <a:lnTo>
                    <a:pt x="2071" y="925"/>
                  </a:lnTo>
                  <a:cubicBezTo>
                    <a:pt x="2700" y="1147"/>
                    <a:pt x="3624" y="1553"/>
                    <a:pt x="4400" y="1923"/>
                  </a:cubicBezTo>
                  <a:cubicBezTo>
                    <a:pt x="4807" y="2108"/>
                    <a:pt x="5140" y="2293"/>
                    <a:pt x="5399" y="2441"/>
                  </a:cubicBezTo>
                  <a:cubicBezTo>
                    <a:pt x="5546" y="2515"/>
                    <a:pt x="5657" y="2589"/>
                    <a:pt x="5731" y="2626"/>
                  </a:cubicBezTo>
                  <a:lnTo>
                    <a:pt x="5842" y="2700"/>
                  </a:lnTo>
                  <a:lnTo>
                    <a:pt x="5842" y="2737"/>
                  </a:lnTo>
                  <a:cubicBezTo>
                    <a:pt x="6138" y="3106"/>
                    <a:pt x="6508" y="3550"/>
                    <a:pt x="6914" y="3809"/>
                  </a:cubicBezTo>
                  <a:cubicBezTo>
                    <a:pt x="7099" y="3957"/>
                    <a:pt x="7321" y="3994"/>
                    <a:pt x="7617" y="4067"/>
                  </a:cubicBezTo>
                  <a:cubicBezTo>
                    <a:pt x="8430" y="4252"/>
                    <a:pt x="9613" y="4289"/>
                    <a:pt x="10279" y="4289"/>
                  </a:cubicBezTo>
                  <a:lnTo>
                    <a:pt x="10744" y="4289"/>
                  </a:lnTo>
                  <a:cubicBezTo>
                    <a:pt x="10673" y="4360"/>
                    <a:pt x="10564" y="4443"/>
                    <a:pt x="10427" y="4511"/>
                  </a:cubicBezTo>
                  <a:cubicBezTo>
                    <a:pt x="10168" y="4622"/>
                    <a:pt x="9835" y="4733"/>
                    <a:pt x="9428" y="4733"/>
                  </a:cubicBezTo>
                  <a:lnTo>
                    <a:pt x="6175" y="4733"/>
                  </a:lnTo>
                  <a:cubicBezTo>
                    <a:pt x="6087" y="4644"/>
                    <a:pt x="5933" y="4480"/>
                    <a:pt x="5805" y="4289"/>
                  </a:cubicBezTo>
                  <a:cubicBezTo>
                    <a:pt x="5620" y="4067"/>
                    <a:pt x="5436" y="3772"/>
                    <a:pt x="5362" y="3550"/>
                  </a:cubicBezTo>
                  <a:cubicBezTo>
                    <a:pt x="5288" y="3291"/>
                    <a:pt x="5103" y="3069"/>
                    <a:pt x="4881" y="2921"/>
                  </a:cubicBezTo>
                  <a:cubicBezTo>
                    <a:pt x="4585" y="2700"/>
                    <a:pt x="4216" y="2589"/>
                    <a:pt x="3883" y="2515"/>
                  </a:cubicBezTo>
                  <a:cubicBezTo>
                    <a:pt x="3550" y="2441"/>
                    <a:pt x="3217" y="2441"/>
                    <a:pt x="3032" y="2441"/>
                  </a:cubicBezTo>
                  <a:lnTo>
                    <a:pt x="2774" y="2441"/>
                  </a:lnTo>
                  <a:cubicBezTo>
                    <a:pt x="2663" y="2441"/>
                    <a:pt x="2589" y="2515"/>
                    <a:pt x="2515" y="2589"/>
                  </a:cubicBezTo>
                  <a:cubicBezTo>
                    <a:pt x="2256" y="2958"/>
                    <a:pt x="2182" y="3439"/>
                    <a:pt x="2182" y="3883"/>
                  </a:cubicBezTo>
                  <a:cubicBezTo>
                    <a:pt x="2182" y="4130"/>
                    <a:pt x="2204" y="4363"/>
                    <a:pt x="2229" y="4548"/>
                  </a:cubicBezTo>
                  <a:lnTo>
                    <a:pt x="1842" y="4548"/>
                  </a:lnTo>
                  <a:cubicBezTo>
                    <a:pt x="1832" y="4256"/>
                    <a:pt x="1805" y="3800"/>
                    <a:pt x="1739" y="3291"/>
                  </a:cubicBezTo>
                  <a:cubicBezTo>
                    <a:pt x="1702" y="2884"/>
                    <a:pt x="1591" y="2441"/>
                    <a:pt x="1480" y="2034"/>
                  </a:cubicBezTo>
                  <a:cubicBezTo>
                    <a:pt x="1332" y="1627"/>
                    <a:pt x="1184" y="1258"/>
                    <a:pt x="888" y="962"/>
                  </a:cubicBezTo>
                  <a:cubicBezTo>
                    <a:pt x="777" y="851"/>
                    <a:pt x="703" y="740"/>
                    <a:pt x="666" y="703"/>
                  </a:cubicBezTo>
                  <a:lnTo>
                    <a:pt x="638" y="647"/>
                  </a:lnTo>
                  <a:lnTo>
                    <a:pt x="638" y="647"/>
                  </a:lnTo>
                  <a:cubicBezTo>
                    <a:pt x="659" y="629"/>
                    <a:pt x="711" y="629"/>
                    <a:pt x="740" y="629"/>
                  </a:cubicBezTo>
                  <a:lnTo>
                    <a:pt x="802" y="598"/>
                  </a:lnTo>
                  <a:close/>
                  <a:moveTo>
                    <a:pt x="851" y="1"/>
                  </a:moveTo>
                  <a:cubicBezTo>
                    <a:pt x="814" y="1"/>
                    <a:pt x="666" y="1"/>
                    <a:pt x="482" y="38"/>
                  </a:cubicBezTo>
                  <a:cubicBezTo>
                    <a:pt x="408" y="75"/>
                    <a:pt x="297" y="112"/>
                    <a:pt x="186" y="186"/>
                  </a:cubicBezTo>
                  <a:cubicBezTo>
                    <a:pt x="112" y="296"/>
                    <a:pt x="1" y="444"/>
                    <a:pt x="1" y="592"/>
                  </a:cubicBezTo>
                  <a:cubicBezTo>
                    <a:pt x="1" y="740"/>
                    <a:pt x="75" y="888"/>
                    <a:pt x="149" y="999"/>
                  </a:cubicBezTo>
                  <a:cubicBezTo>
                    <a:pt x="223" y="1110"/>
                    <a:pt x="297" y="1258"/>
                    <a:pt x="445" y="1406"/>
                  </a:cubicBezTo>
                  <a:cubicBezTo>
                    <a:pt x="629" y="1553"/>
                    <a:pt x="777" y="1849"/>
                    <a:pt x="888" y="2219"/>
                  </a:cubicBezTo>
                  <a:cubicBezTo>
                    <a:pt x="1073" y="2773"/>
                    <a:pt x="1147" y="3439"/>
                    <a:pt x="1184" y="3957"/>
                  </a:cubicBezTo>
                  <a:cubicBezTo>
                    <a:pt x="1221" y="4215"/>
                    <a:pt x="1221" y="4437"/>
                    <a:pt x="1221" y="4622"/>
                  </a:cubicBezTo>
                  <a:cubicBezTo>
                    <a:pt x="1258" y="4770"/>
                    <a:pt x="1258" y="4881"/>
                    <a:pt x="1258" y="4881"/>
                  </a:cubicBezTo>
                  <a:cubicBezTo>
                    <a:pt x="1258" y="4955"/>
                    <a:pt x="1258" y="5029"/>
                    <a:pt x="1332" y="5066"/>
                  </a:cubicBezTo>
                  <a:cubicBezTo>
                    <a:pt x="1406" y="5140"/>
                    <a:pt x="1480" y="5177"/>
                    <a:pt x="1554" y="5177"/>
                  </a:cubicBezTo>
                  <a:lnTo>
                    <a:pt x="2589" y="5177"/>
                  </a:lnTo>
                  <a:cubicBezTo>
                    <a:pt x="2700" y="5177"/>
                    <a:pt x="2774" y="5140"/>
                    <a:pt x="2848" y="5066"/>
                  </a:cubicBezTo>
                  <a:cubicBezTo>
                    <a:pt x="2922" y="4992"/>
                    <a:pt x="2922" y="4881"/>
                    <a:pt x="2885" y="4807"/>
                  </a:cubicBezTo>
                  <a:lnTo>
                    <a:pt x="2885" y="4770"/>
                  </a:lnTo>
                  <a:cubicBezTo>
                    <a:pt x="2885" y="4696"/>
                    <a:pt x="2811" y="4289"/>
                    <a:pt x="2811" y="3883"/>
                  </a:cubicBezTo>
                  <a:cubicBezTo>
                    <a:pt x="2811" y="3577"/>
                    <a:pt x="2836" y="3270"/>
                    <a:pt x="2950" y="3069"/>
                  </a:cubicBezTo>
                  <a:lnTo>
                    <a:pt x="3032" y="3069"/>
                  </a:lnTo>
                  <a:cubicBezTo>
                    <a:pt x="3254" y="3069"/>
                    <a:pt x="3698" y="3069"/>
                    <a:pt x="4068" y="3180"/>
                  </a:cubicBezTo>
                  <a:cubicBezTo>
                    <a:pt x="4253" y="3254"/>
                    <a:pt x="4400" y="3328"/>
                    <a:pt x="4511" y="3402"/>
                  </a:cubicBezTo>
                  <a:cubicBezTo>
                    <a:pt x="4659" y="3513"/>
                    <a:pt x="4733" y="3587"/>
                    <a:pt x="4770" y="3735"/>
                  </a:cubicBezTo>
                  <a:cubicBezTo>
                    <a:pt x="4881" y="4141"/>
                    <a:pt x="5177" y="4511"/>
                    <a:pt x="5399" y="4770"/>
                  </a:cubicBezTo>
                  <a:cubicBezTo>
                    <a:pt x="5620" y="5066"/>
                    <a:pt x="5842" y="5251"/>
                    <a:pt x="5842" y="5251"/>
                  </a:cubicBezTo>
                  <a:cubicBezTo>
                    <a:pt x="5879" y="5287"/>
                    <a:pt x="5953" y="5324"/>
                    <a:pt x="6027" y="5324"/>
                  </a:cubicBezTo>
                  <a:lnTo>
                    <a:pt x="9428" y="5324"/>
                  </a:lnTo>
                  <a:cubicBezTo>
                    <a:pt x="9946" y="5324"/>
                    <a:pt x="10353" y="5214"/>
                    <a:pt x="10685" y="5066"/>
                  </a:cubicBezTo>
                  <a:cubicBezTo>
                    <a:pt x="11018" y="4881"/>
                    <a:pt x="11240" y="4696"/>
                    <a:pt x="11351" y="4474"/>
                  </a:cubicBezTo>
                  <a:cubicBezTo>
                    <a:pt x="11388" y="4437"/>
                    <a:pt x="11425" y="4400"/>
                    <a:pt x="11425" y="4326"/>
                  </a:cubicBezTo>
                  <a:cubicBezTo>
                    <a:pt x="11462" y="4252"/>
                    <a:pt x="11499" y="4215"/>
                    <a:pt x="11499" y="4104"/>
                  </a:cubicBezTo>
                  <a:cubicBezTo>
                    <a:pt x="11499" y="4030"/>
                    <a:pt x="11462" y="3920"/>
                    <a:pt x="11425" y="3846"/>
                  </a:cubicBezTo>
                  <a:cubicBezTo>
                    <a:pt x="11314" y="3735"/>
                    <a:pt x="11240" y="3698"/>
                    <a:pt x="11129" y="3698"/>
                  </a:cubicBezTo>
                  <a:cubicBezTo>
                    <a:pt x="11055" y="3661"/>
                    <a:pt x="10981" y="3661"/>
                    <a:pt x="10870" y="3661"/>
                  </a:cubicBezTo>
                  <a:lnTo>
                    <a:pt x="10648" y="3661"/>
                  </a:lnTo>
                  <a:cubicBezTo>
                    <a:pt x="10574" y="3698"/>
                    <a:pt x="10427" y="3698"/>
                    <a:pt x="10279" y="3698"/>
                  </a:cubicBezTo>
                  <a:cubicBezTo>
                    <a:pt x="9835" y="3698"/>
                    <a:pt x="9170" y="3661"/>
                    <a:pt x="8578" y="3587"/>
                  </a:cubicBezTo>
                  <a:cubicBezTo>
                    <a:pt x="8282" y="3550"/>
                    <a:pt x="7987" y="3513"/>
                    <a:pt x="7728" y="3476"/>
                  </a:cubicBezTo>
                  <a:cubicBezTo>
                    <a:pt x="7506" y="3402"/>
                    <a:pt x="7321" y="3365"/>
                    <a:pt x="7247" y="3291"/>
                  </a:cubicBezTo>
                  <a:cubicBezTo>
                    <a:pt x="6951" y="3143"/>
                    <a:pt x="6582" y="2700"/>
                    <a:pt x="6360" y="2367"/>
                  </a:cubicBezTo>
                  <a:cubicBezTo>
                    <a:pt x="6286" y="2256"/>
                    <a:pt x="6212" y="2219"/>
                    <a:pt x="6101" y="2145"/>
                  </a:cubicBezTo>
                  <a:cubicBezTo>
                    <a:pt x="5731" y="1886"/>
                    <a:pt x="5103" y="1553"/>
                    <a:pt x="4363" y="1221"/>
                  </a:cubicBezTo>
                  <a:cubicBezTo>
                    <a:pt x="3661" y="888"/>
                    <a:pt x="2885" y="555"/>
                    <a:pt x="2293" y="333"/>
                  </a:cubicBezTo>
                  <a:lnTo>
                    <a:pt x="2256" y="333"/>
                  </a:lnTo>
                  <a:lnTo>
                    <a:pt x="9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903;p51">
              <a:extLst>
                <a:ext uri="{FF2B5EF4-FFF2-40B4-BE49-F238E27FC236}">
                  <a16:creationId xmlns:a16="http://schemas.microsoft.com/office/drawing/2014/main" id="{BF9A1902-D634-2F7C-544E-1AE592833936}"/>
                </a:ext>
              </a:extLst>
            </p:cNvPr>
            <p:cNvSpPr/>
            <p:nvPr/>
          </p:nvSpPr>
          <p:spPr>
            <a:xfrm>
              <a:off x="2816850" y="4909350"/>
              <a:ext cx="98000" cy="95225"/>
            </a:xfrm>
            <a:custGeom>
              <a:avLst/>
              <a:gdLst/>
              <a:ahLst/>
              <a:cxnLst/>
              <a:rect l="l" t="t" r="r" b="b"/>
              <a:pathLst>
                <a:path w="3920" h="3809" extrusionOk="0">
                  <a:moveTo>
                    <a:pt x="2404" y="1"/>
                  </a:moveTo>
                  <a:cubicBezTo>
                    <a:pt x="2404" y="1"/>
                    <a:pt x="1" y="2293"/>
                    <a:pt x="38" y="2552"/>
                  </a:cubicBezTo>
                  <a:cubicBezTo>
                    <a:pt x="75" y="3144"/>
                    <a:pt x="1442" y="3809"/>
                    <a:pt x="1442" y="3809"/>
                  </a:cubicBezTo>
                  <a:lnTo>
                    <a:pt x="3919" y="2367"/>
                  </a:lnTo>
                  <a:lnTo>
                    <a:pt x="3624" y="1258"/>
                  </a:lnTo>
                  <a:cubicBezTo>
                    <a:pt x="3217" y="260"/>
                    <a:pt x="2404" y="1"/>
                    <a:pt x="2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904;p51">
              <a:extLst>
                <a:ext uri="{FF2B5EF4-FFF2-40B4-BE49-F238E27FC236}">
                  <a16:creationId xmlns:a16="http://schemas.microsoft.com/office/drawing/2014/main" id="{F6760789-1E28-6A2F-AC82-99C38FD04EB8}"/>
                </a:ext>
              </a:extLst>
            </p:cNvPr>
            <p:cNvSpPr/>
            <p:nvPr/>
          </p:nvSpPr>
          <p:spPr>
            <a:xfrm>
              <a:off x="2809450" y="4901600"/>
              <a:ext cx="113725" cy="111000"/>
            </a:xfrm>
            <a:custGeom>
              <a:avLst/>
              <a:gdLst/>
              <a:ahLst/>
              <a:cxnLst/>
              <a:rect l="l" t="t" r="r" b="b"/>
              <a:pathLst>
                <a:path w="4549" h="4440" extrusionOk="0">
                  <a:moveTo>
                    <a:pt x="629" y="2751"/>
                  </a:moveTo>
                  <a:lnTo>
                    <a:pt x="614" y="2757"/>
                  </a:lnTo>
                  <a:lnTo>
                    <a:pt x="614" y="2757"/>
                  </a:lnTo>
                  <a:cubicBezTo>
                    <a:pt x="616" y="2753"/>
                    <a:pt x="621" y="2751"/>
                    <a:pt x="629" y="2751"/>
                  </a:cubicBezTo>
                  <a:close/>
                  <a:moveTo>
                    <a:pt x="2769" y="674"/>
                  </a:moveTo>
                  <a:lnTo>
                    <a:pt x="2769" y="674"/>
                  </a:lnTo>
                  <a:cubicBezTo>
                    <a:pt x="2840" y="710"/>
                    <a:pt x="2933" y="762"/>
                    <a:pt x="3032" y="829"/>
                  </a:cubicBezTo>
                  <a:cubicBezTo>
                    <a:pt x="3217" y="1013"/>
                    <a:pt x="3476" y="1272"/>
                    <a:pt x="3624" y="1679"/>
                  </a:cubicBezTo>
                  <a:lnTo>
                    <a:pt x="3846" y="2529"/>
                  </a:lnTo>
                  <a:lnTo>
                    <a:pt x="1733" y="3776"/>
                  </a:lnTo>
                  <a:lnTo>
                    <a:pt x="1733" y="3776"/>
                  </a:lnTo>
                  <a:cubicBezTo>
                    <a:pt x="1584" y="3694"/>
                    <a:pt x="1322" y="3562"/>
                    <a:pt x="1110" y="3380"/>
                  </a:cubicBezTo>
                  <a:cubicBezTo>
                    <a:pt x="962" y="3269"/>
                    <a:pt x="814" y="3158"/>
                    <a:pt x="740" y="3047"/>
                  </a:cubicBezTo>
                  <a:cubicBezTo>
                    <a:pt x="693" y="2999"/>
                    <a:pt x="660" y="2936"/>
                    <a:pt x="643" y="2887"/>
                  </a:cubicBezTo>
                  <a:lnTo>
                    <a:pt x="643" y="2887"/>
                  </a:lnTo>
                  <a:cubicBezTo>
                    <a:pt x="663" y="2849"/>
                    <a:pt x="704" y="2800"/>
                    <a:pt x="777" y="2751"/>
                  </a:cubicBezTo>
                  <a:cubicBezTo>
                    <a:pt x="1036" y="2418"/>
                    <a:pt x="1591" y="1864"/>
                    <a:pt x="2034" y="1383"/>
                  </a:cubicBezTo>
                  <a:cubicBezTo>
                    <a:pt x="2335" y="1082"/>
                    <a:pt x="2608" y="824"/>
                    <a:pt x="2769" y="674"/>
                  </a:cubicBezTo>
                  <a:close/>
                  <a:moveTo>
                    <a:pt x="2722" y="1"/>
                  </a:moveTo>
                  <a:cubicBezTo>
                    <a:pt x="2643" y="1"/>
                    <a:pt x="2569" y="35"/>
                    <a:pt x="2515" y="89"/>
                  </a:cubicBezTo>
                  <a:cubicBezTo>
                    <a:pt x="2515" y="89"/>
                    <a:pt x="1886" y="644"/>
                    <a:pt x="1295" y="1272"/>
                  </a:cubicBezTo>
                  <a:cubicBezTo>
                    <a:pt x="999" y="1568"/>
                    <a:pt x="703" y="1864"/>
                    <a:pt x="481" y="2123"/>
                  </a:cubicBezTo>
                  <a:cubicBezTo>
                    <a:pt x="334" y="2270"/>
                    <a:pt x="260" y="2381"/>
                    <a:pt x="186" y="2492"/>
                  </a:cubicBezTo>
                  <a:lnTo>
                    <a:pt x="75" y="2640"/>
                  </a:lnTo>
                  <a:cubicBezTo>
                    <a:pt x="38" y="2677"/>
                    <a:pt x="1" y="2714"/>
                    <a:pt x="1" y="2862"/>
                  </a:cubicBezTo>
                  <a:cubicBezTo>
                    <a:pt x="1" y="2862"/>
                    <a:pt x="1" y="2862"/>
                    <a:pt x="1" y="2862"/>
                  </a:cubicBezTo>
                  <a:lnTo>
                    <a:pt x="1" y="2862"/>
                  </a:lnTo>
                  <a:cubicBezTo>
                    <a:pt x="1" y="2882"/>
                    <a:pt x="4" y="2897"/>
                    <a:pt x="7" y="2907"/>
                  </a:cubicBezTo>
                  <a:lnTo>
                    <a:pt x="7" y="2907"/>
                  </a:lnTo>
                  <a:cubicBezTo>
                    <a:pt x="53" y="3177"/>
                    <a:pt x="193" y="3352"/>
                    <a:pt x="334" y="3527"/>
                  </a:cubicBezTo>
                  <a:cubicBezTo>
                    <a:pt x="555" y="3786"/>
                    <a:pt x="888" y="4008"/>
                    <a:pt x="1147" y="4156"/>
                  </a:cubicBezTo>
                  <a:cubicBezTo>
                    <a:pt x="1406" y="4304"/>
                    <a:pt x="1628" y="4415"/>
                    <a:pt x="1628" y="4415"/>
                  </a:cubicBezTo>
                  <a:cubicBezTo>
                    <a:pt x="1658" y="4430"/>
                    <a:pt x="1695" y="4439"/>
                    <a:pt x="1733" y="4439"/>
                  </a:cubicBezTo>
                  <a:cubicBezTo>
                    <a:pt x="1787" y="4439"/>
                    <a:pt x="1843" y="4421"/>
                    <a:pt x="1886" y="4378"/>
                  </a:cubicBezTo>
                  <a:lnTo>
                    <a:pt x="4363" y="2936"/>
                  </a:lnTo>
                  <a:cubicBezTo>
                    <a:pt x="4474" y="2862"/>
                    <a:pt x="4548" y="2714"/>
                    <a:pt x="4511" y="2566"/>
                  </a:cubicBezTo>
                  <a:lnTo>
                    <a:pt x="4215" y="1494"/>
                  </a:lnTo>
                  <a:lnTo>
                    <a:pt x="4179" y="1457"/>
                  </a:lnTo>
                  <a:cubicBezTo>
                    <a:pt x="3994" y="903"/>
                    <a:pt x="3624" y="533"/>
                    <a:pt x="3365" y="311"/>
                  </a:cubicBezTo>
                  <a:cubicBezTo>
                    <a:pt x="3069" y="89"/>
                    <a:pt x="2848" y="15"/>
                    <a:pt x="2811" y="15"/>
                  </a:cubicBezTo>
                  <a:cubicBezTo>
                    <a:pt x="2781" y="5"/>
                    <a:pt x="2751" y="1"/>
                    <a:pt x="27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905;p51">
              <a:extLst>
                <a:ext uri="{FF2B5EF4-FFF2-40B4-BE49-F238E27FC236}">
                  <a16:creationId xmlns:a16="http://schemas.microsoft.com/office/drawing/2014/main" id="{7DC3D3C7-4CF5-9212-F735-9FA3DAC4E33C}"/>
                </a:ext>
              </a:extLst>
            </p:cNvPr>
            <p:cNvSpPr/>
            <p:nvPr/>
          </p:nvSpPr>
          <p:spPr>
            <a:xfrm>
              <a:off x="1840825" y="3478600"/>
              <a:ext cx="636850" cy="232925"/>
            </a:xfrm>
            <a:custGeom>
              <a:avLst/>
              <a:gdLst/>
              <a:ahLst/>
              <a:cxnLst/>
              <a:rect l="l" t="t" r="r" b="b"/>
              <a:pathLst>
                <a:path w="25474" h="9317" extrusionOk="0">
                  <a:moveTo>
                    <a:pt x="22590" y="0"/>
                  </a:moveTo>
                  <a:cubicBezTo>
                    <a:pt x="21628" y="0"/>
                    <a:pt x="20187" y="333"/>
                    <a:pt x="20187" y="333"/>
                  </a:cubicBezTo>
                  <a:lnTo>
                    <a:pt x="17414" y="1442"/>
                  </a:lnTo>
                  <a:lnTo>
                    <a:pt x="1" y="4252"/>
                  </a:lnTo>
                  <a:lnTo>
                    <a:pt x="407" y="9317"/>
                  </a:lnTo>
                  <a:lnTo>
                    <a:pt x="17931" y="3623"/>
                  </a:lnTo>
                  <a:lnTo>
                    <a:pt x="23107" y="2071"/>
                  </a:lnTo>
                  <a:cubicBezTo>
                    <a:pt x="23107" y="2071"/>
                    <a:pt x="24327" y="2921"/>
                    <a:pt x="24845" y="3217"/>
                  </a:cubicBezTo>
                  <a:cubicBezTo>
                    <a:pt x="24954" y="3279"/>
                    <a:pt x="25044" y="3305"/>
                    <a:pt x="25120" y="3305"/>
                  </a:cubicBezTo>
                  <a:cubicBezTo>
                    <a:pt x="25404" y="3305"/>
                    <a:pt x="25473" y="2933"/>
                    <a:pt x="25473" y="2699"/>
                  </a:cubicBezTo>
                  <a:cubicBezTo>
                    <a:pt x="25473" y="2403"/>
                    <a:pt x="23514" y="0"/>
                    <a:pt x="22590"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906;p51">
              <a:extLst>
                <a:ext uri="{FF2B5EF4-FFF2-40B4-BE49-F238E27FC236}">
                  <a16:creationId xmlns:a16="http://schemas.microsoft.com/office/drawing/2014/main" id="{C943E43E-2104-D538-D2B2-9C8E71BE9E90}"/>
                </a:ext>
              </a:extLst>
            </p:cNvPr>
            <p:cNvSpPr/>
            <p:nvPr/>
          </p:nvSpPr>
          <p:spPr>
            <a:xfrm>
              <a:off x="1832500" y="3471200"/>
              <a:ext cx="652575" cy="248325"/>
            </a:xfrm>
            <a:custGeom>
              <a:avLst/>
              <a:gdLst/>
              <a:ahLst/>
              <a:cxnLst/>
              <a:rect l="l" t="t" r="r" b="b"/>
              <a:pathLst>
                <a:path w="26103" h="9933" extrusionOk="0">
                  <a:moveTo>
                    <a:pt x="22923" y="592"/>
                  </a:moveTo>
                  <a:cubicBezTo>
                    <a:pt x="22997" y="592"/>
                    <a:pt x="23292" y="703"/>
                    <a:pt x="23588" y="925"/>
                  </a:cubicBezTo>
                  <a:cubicBezTo>
                    <a:pt x="24032" y="1258"/>
                    <a:pt x="24512" y="1738"/>
                    <a:pt x="24919" y="2219"/>
                  </a:cubicBezTo>
                  <a:cubicBezTo>
                    <a:pt x="25104" y="2441"/>
                    <a:pt x="25252" y="2625"/>
                    <a:pt x="25363" y="2810"/>
                  </a:cubicBezTo>
                  <a:cubicBezTo>
                    <a:pt x="25437" y="2884"/>
                    <a:pt x="25474" y="2958"/>
                    <a:pt x="25474" y="2995"/>
                  </a:cubicBezTo>
                  <a:lnTo>
                    <a:pt x="25509" y="3031"/>
                  </a:lnTo>
                  <a:lnTo>
                    <a:pt x="25509" y="3031"/>
                  </a:lnTo>
                  <a:cubicBezTo>
                    <a:pt x="25503" y="3130"/>
                    <a:pt x="25474" y="3225"/>
                    <a:pt x="25474" y="3291"/>
                  </a:cubicBezTo>
                  <a:cubicBezTo>
                    <a:pt x="25474" y="3291"/>
                    <a:pt x="25437" y="3291"/>
                    <a:pt x="25363" y="3254"/>
                  </a:cubicBezTo>
                  <a:cubicBezTo>
                    <a:pt x="25104" y="3106"/>
                    <a:pt x="24660" y="2810"/>
                    <a:pt x="24291" y="2552"/>
                  </a:cubicBezTo>
                  <a:cubicBezTo>
                    <a:pt x="23921" y="2330"/>
                    <a:pt x="23588" y="2108"/>
                    <a:pt x="23588" y="2108"/>
                  </a:cubicBezTo>
                  <a:cubicBezTo>
                    <a:pt x="23536" y="2082"/>
                    <a:pt x="23484" y="2056"/>
                    <a:pt x="23418" y="2056"/>
                  </a:cubicBezTo>
                  <a:cubicBezTo>
                    <a:pt x="23391" y="2056"/>
                    <a:pt x="23362" y="2060"/>
                    <a:pt x="23329" y="2071"/>
                  </a:cubicBezTo>
                  <a:lnTo>
                    <a:pt x="18153" y="3624"/>
                  </a:lnTo>
                  <a:lnTo>
                    <a:pt x="1036" y="9206"/>
                  </a:lnTo>
                  <a:lnTo>
                    <a:pt x="666" y="4807"/>
                  </a:lnTo>
                  <a:lnTo>
                    <a:pt x="17784" y="2071"/>
                  </a:lnTo>
                  <a:lnTo>
                    <a:pt x="17858" y="2034"/>
                  </a:lnTo>
                  <a:lnTo>
                    <a:pt x="20589" y="905"/>
                  </a:lnTo>
                  <a:lnTo>
                    <a:pt x="20589" y="905"/>
                  </a:lnTo>
                  <a:lnTo>
                    <a:pt x="20594" y="925"/>
                  </a:lnTo>
                  <a:cubicBezTo>
                    <a:pt x="20594" y="925"/>
                    <a:pt x="20667" y="888"/>
                    <a:pt x="20815" y="851"/>
                  </a:cubicBezTo>
                  <a:cubicBezTo>
                    <a:pt x="21259" y="777"/>
                    <a:pt x="22257" y="592"/>
                    <a:pt x="22923" y="592"/>
                  </a:cubicBezTo>
                  <a:close/>
                  <a:moveTo>
                    <a:pt x="22923" y="1"/>
                  </a:moveTo>
                  <a:cubicBezTo>
                    <a:pt x="21924" y="1"/>
                    <a:pt x="20483" y="296"/>
                    <a:pt x="20446" y="296"/>
                  </a:cubicBezTo>
                  <a:lnTo>
                    <a:pt x="20409" y="333"/>
                  </a:lnTo>
                  <a:lnTo>
                    <a:pt x="17674" y="1449"/>
                  </a:lnTo>
                  <a:lnTo>
                    <a:pt x="17674" y="1449"/>
                  </a:lnTo>
                  <a:lnTo>
                    <a:pt x="17673" y="1442"/>
                  </a:lnTo>
                  <a:lnTo>
                    <a:pt x="297" y="4252"/>
                  </a:lnTo>
                  <a:cubicBezTo>
                    <a:pt x="112" y="4252"/>
                    <a:pt x="1" y="4400"/>
                    <a:pt x="38" y="4585"/>
                  </a:cubicBezTo>
                  <a:lnTo>
                    <a:pt x="445" y="9650"/>
                  </a:lnTo>
                  <a:cubicBezTo>
                    <a:pt x="445" y="9724"/>
                    <a:pt x="482" y="9835"/>
                    <a:pt x="592" y="9872"/>
                  </a:cubicBezTo>
                  <a:cubicBezTo>
                    <a:pt x="636" y="9915"/>
                    <a:pt x="679" y="9933"/>
                    <a:pt x="730" y="9933"/>
                  </a:cubicBezTo>
                  <a:cubicBezTo>
                    <a:pt x="766" y="9933"/>
                    <a:pt x="805" y="9924"/>
                    <a:pt x="851" y="9909"/>
                  </a:cubicBezTo>
                  <a:lnTo>
                    <a:pt x="18338" y="4215"/>
                  </a:lnTo>
                  <a:lnTo>
                    <a:pt x="23376" y="2704"/>
                  </a:lnTo>
                  <a:lnTo>
                    <a:pt x="23376" y="2704"/>
                  </a:lnTo>
                  <a:cubicBezTo>
                    <a:pt x="23704" y="2916"/>
                    <a:pt x="24610" y="3502"/>
                    <a:pt x="25030" y="3772"/>
                  </a:cubicBezTo>
                  <a:cubicBezTo>
                    <a:pt x="25178" y="3846"/>
                    <a:pt x="25326" y="3919"/>
                    <a:pt x="25474" y="3919"/>
                  </a:cubicBezTo>
                  <a:cubicBezTo>
                    <a:pt x="25622" y="3919"/>
                    <a:pt x="25732" y="3846"/>
                    <a:pt x="25843" y="3772"/>
                  </a:cubicBezTo>
                  <a:cubicBezTo>
                    <a:pt x="25991" y="3661"/>
                    <a:pt x="26028" y="3513"/>
                    <a:pt x="26065" y="3365"/>
                  </a:cubicBezTo>
                  <a:cubicBezTo>
                    <a:pt x="26102" y="3217"/>
                    <a:pt x="26102" y="3106"/>
                    <a:pt x="26102" y="2995"/>
                  </a:cubicBezTo>
                  <a:cubicBezTo>
                    <a:pt x="26102" y="2884"/>
                    <a:pt x="26102" y="2847"/>
                    <a:pt x="26065" y="2773"/>
                  </a:cubicBezTo>
                  <a:cubicBezTo>
                    <a:pt x="25991" y="2589"/>
                    <a:pt x="25843" y="2367"/>
                    <a:pt x="25622" y="2108"/>
                  </a:cubicBezTo>
                  <a:cubicBezTo>
                    <a:pt x="25289" y="1664"/>
                    <a:pt x="24808" y="1184"/>
                    <a:pt x="24365" y="777"/>
                  </a:cubicBezTo>
                  <a:cubicBezTo>
                    <a:pt x="24106" y="555"/>
                    <a:pt x="23884" y="370"/>
                    <a:pt x="23625" y="222"/>
                  </a:cubicBezTo>
                  <a:cubicBezTo>
                    <a:pt x="23403" y="111"/>
                    <a:pt x="23181" y="1"/>
                    <a:pt x="229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907;p51">
              <a:extLst>
                <a:ext uri="{FF2B5EF4-FFF2-40B4-BE49-F238E27FC236}">
                  <a16:creationId xmlns:a16="http://schemas.microsoft.com/office/drawing/2014/main" id="{39A84EE3-8E4D-AB29-3CC5-3FFEFD9C8C1D}"/>
                </a:ext>
              </a:extLst>
            </p:cNvPr>
            <p:cNvSpPr/>
            <p:nvPr/>
          </p:nvSpPr>
          <p:spPr>
            <a:xfrm>
              <a:off x="2303875" y="3514650"/>
              <a:ext cx="171025" cy="49925"/>
            </a:xfrm>
            <a:custGeom>
              <a:avLst/>
              <a:gdLst/>
              <a:ahLst/>
              <a:cxnLst/>
              <a:rect l="l" t="t" r="r" b="b"/>
              <a:pathLst>
                <a:path w="6841" h="1997" extrusionOk="0">
                  <a:moveTo>
                    <a:pt x="1665" y="0"/>
                  </a:moveTo>
                  <a:lnTo>
                    <a:pt x="1" y="1997"/>
                  </a:lnTo>
                  <a:cubicBezTo>
                    <a:pt x="1" y="1997"/>
                    <a:pt x="334" y="1997"/>
                    <a:pt x="1665" y="1886"/>
                  </a:cubicBezTo>
                  <a:cubicBezTo>
                    <a:pt x="3033" y="1775"/>
                    <a:pt x="3735" y="1146"/>
                    <a:pt x="3735" y="1146"/>
                  </a:cubicBezTo>
                  <a:cubicBezTo>
                    <a:pt x="3735" y="1146"/>
                    <a:pt x="4992" y="1257"/>
                    <a:pt x="5916" y="1257"/>
                  </a:cubicBezTo>
                  <a:cubicBezTo>
                    <a:pt x="6840" y="1257"/>
                    <a:pt x="6545" y="444"/>
                    <a:pt x="5805" y="333"/>
                  </a:cubicBezTo>
                  <a:cubicBezTo>
                    <a:pt x="5103" y="222"/>
                    <a:pt x="1665" y="0"/>
                    <a:pt x="166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908;p51">
              <a:extLst>
                <a:ext uri="{FF2B5EF4-FFF2-40B4-BE49-F238E27FC236}">
                  <a16:creationId xmlns:a16="http://schemas.microsoft.com/office/drawing/2014/main" id="{784BFC1D-4068-EB72-5B2E-E016F4BDF784}"/>
                </a:ext>
              </a:extLst>
            </p:cNvPr>
            <p:cNvSpPr/>
            <p:nvPr/>
          </p:nvSpPr>
          <p:spPr>
            <a:xfrm>
              <a:off x="2296500" y="3507250"/>
              <a:ext cx="177475" cy="64725"/>
            </a:xfrm>
            <a:custGeom>
              <a:avLst/>
              <a:gdLst/>
              <a:ahLst/>
              <a:cxnLst/>
              <a:rect l="l" t="t" r="r" b="b"/>
              <a:pathLst>
                <a:path w="7099" h="2589" extrusionOk="0">
                  <a:moveTo>
                    <a:pt x="1997" y="0"/>
                  </a:moveTo>
                  <a:cubicBezTo>
                    <a:pt x="1812" y="0"/>
                    <a:pt x="1664" y="111"/>
                    <a:pt x="1664" y="296"/>
                  </a:cubicBezTo>
                  <a:cubicBezTo>
                    <a:pt x="1664" y="444"/>
                    <a:pt x="1775" y="592"/>
                    <a:pt x="1960" y="629"/>
                  </a:cubicBezTo>
                  <a:cubicBezTo>
                    <a:pt x="1960" y="629"/>
                    <a:pt x="2810" y="666"/>
                    <a:pt x="3734" y="740"/>
                  </a:cubicBezTo>
                  <a:cubicBezTo>
                    <a:pt x="4695" y="814"/>
                    <a:pt x="5731" y="888"/>
                    <a:pt x="6063" y="925"/>
                  </a:cubicBezTo>
                  <a:cubicBezTo>
                    <a:pt x="6211" y="962"/>
                    <a:pt x="6322" y="999"/>
                    <a:pt x="6396" y="1073"/>
                  </a:cubicBezTo>
                  <a:lnTo>
                    <a:pt x="6470" y="1147"/>
                  </a:lnTo>
                  <a:lnTo>
                    <a:pt x="6470" y="1183"/>
                  </a:lnTo>
                  <a:cubicBezTo>
                    <a:pt x="6470" y="1220"/>
                    <a:pt x="6359" y="1257"/>
                    <a:pt x="6211" y="1257"/>
                  </a:cubicBezTo>
                  <a:cubicBezTo>
                    <a:pt x="5768" y="1257"/>
                    <a:pt x="5213" y="1220"/>
                    <a:pt x="4806" y="1183"/>
                  </a:cubicBezTo>
                  <a:cubicBezTo>
                    <a:pt x="4363" y="1183"/>
                    <a:pt x="4067" y="1147"/>
                    <a:pt x="4067" y="1147"/>
                  </a:cubicBezTo>
                  <a:cubicBezTo>
                    <a:pt x="3993" y="1147"/>
                    <a:pt x="3882" y="1147"/>
                    <a:pt x="3845" y="1220"/>
                  </a:cubicBezTo>
                  <a:cubicBezTo>
                    <a:pt x="3808" y="1220"/>
                    <a:pt x="3180" y="1775"/>
                    <a:pt x="1960" y="1849"/>
                  </a:cubicBezTo>
                  <a:cubicBezTo>
                    <a:pt x="1257" y="1923"/>
                    <a:pt x="850" y="1960"/>
                    <a:pt x="629" y="1960"/>
                  </a:cubicBezTo>
                  <a:lnTo>
                    <a:pt x="296" y="1960"/>
                  </a:lnTo>
                  <a:cubicBezTo>
                    <a:pt x="148" y="1960"/>
                    <a:pt x="0" y="2108"/>
                    <a:pt x="0" y="2293"/>
                  </a:cubicBezTo>
                  <a:cubicBezTo>
                    <a:pt x="0" y="2440"/>
                    <a:pt x="148" y="2588"/>
                    <a:pt x="296" y="2588"/>
                  </a:cubicBezTo>
                  <a:cubicBezTo>
                    <a:pt x="333" y="2588"/>
                    <a:pt x="629" y="2588"/>
                    <a:pt x="1997" y="2477"/>
                  </a:cubicBezTo>
                  <a:cubicBezTo>
                    <a:pt x="3158" y="2388"/>
                    <a:pt x="3888" y="1939"/>
                    <a:pt x="4147" y="1748"/>
                  </a:cubicBezTo>
                  <a:lnTo>
                    <a:pt x="4147" y="1748"/>
                  </a:lnTo>
                  <a:cubicBezTo>
                    <a:pt x="4475" y="1775"/>
                    <a:pt x="5429" y="1849"/>
                    <a:pt x="6211" y="1849"/>
                  </a:cubicBezTo>
                  <a:cubicBezTo>
                    <a:pt x="6470" y="1849"/>
                    <a:pt x="6655" y="1812"/>
                    <a:pt x="6840" y="1701"/>
                  </a:cubicBezTo>
                  <a:cubicBezTo>
                    <a:pt x="6988" y="1590"/>
                    <a:pt x="7099" y="1405"/>
                    <a:pt x="7099" y="1220"/>
                  </a:cubicBezTo>
                  <a:cubicBezTo>
                    <a:pt x="7099" y="962"/>
                    <a:pt x="6988" y="777"/>
                    <a:pt x="6803" y="629"/>
                  </a:cubicBezTo>
                  <a:cubicBezTo>
                    <a:pt x="6655" y="481"/>
                    <a:pt x="6433" y="370"/>
                    <a:pt x="6137" y="296"/>
                  </a:cubicBezTo>
                  <a:cubicBezTo>
                    <a:pt x="5768" y="259"/>
                    <a:pt x="4732" y="185"/>
                    <a:pt x="3771" y="111"/>
                  </a:cubicBezTo>
                  <a:cubicBezTo>
                    <a:pt x="2847" y="37"/>
                    <a:pt x="1997" y="0"/>
                    <a:pt x="19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909;p51">
              <a:extLst>
                <a:ext uri="{FF2B5EF4-FFF2-40B4-BE49-F238E27FC236}">
                  <a16:creationId xmlns:a16="http://schemas.microsoft.com/office/drawing/2014/main" id="{3A6CCE30-B0A3-56C8-3F5D-5F9EC5EF899B}"/>
                </a:ext>
              </a:extLst>
            </p:cNvPr>
            <p:cNvSpPr/>
            <p:nvPr/>
          </p:nvSpPr>
          <p:spPr>
            <a:xfrm>
              <a:off x="1536750" y="3107250"/>
              <a:ext cx="905800" cy="1073350"/>
            </a:xfrm>
            <a:custGeom>
              <a:avLst/>
              <a:gdLst/>
              <a:ahLst/>
              <a:cxnLst/>
              <a:rect l="l" t="t" r="r" b="b"/>
              <a:pathLst>
                <a:path w="36232" h="42934" extrusionOk="0">
                  <a:moveTo>
                    <a:pt x="12856" y="1"/>
                  </a:moveTo>
                  <a:cubicBezTo>
                    <a:pt x="7710" y="1"/>
                    <a:pt x="4615" y="2378"/>
                    <a:pt x="4215" y="7090"/>
                  </a:cubicBezTo>
                  <a:cubicBezTo>
                    <a:pt x="3734" y="12784"/>
                    <a:pt x="2921" y="20881"/>
                    <a:pt x="2440" y="25095"/>
                  </a:cubicBezTo>
                  <a:cubicBezTo>
                    <a:pt x="1923" y="29310"/>
                    <a:pt x="0" y="30419"/>
                    <a:pt x="333" y="34819"/>
                  </a:cubicBezTo>
                  <a:cubicBezTo>
                    <a:pt x="629" y="39181"/>
                    <a:pt x="3069" y="42434"/>
                    <a:pt x="7284" y="42730"/>
                  </a:cubicBezTo>
                  <a:cubicBezTo>
                    <a:pt x="9090" y="42873"/>
                    <a:pt x="10563" y="42934"/>
                    <a:pt x="12094" y="42934"/>
                  </a:cubicBezTo>
                  <a:cubicBezTo>
                    <a:pt x="14135" y="42934"/>
                    <a:pt x="16278" y="42825"/>
                    <a:pt x="19447" y="42656"/>
                  </a:cubicBezTo>
                  <a:cubicBezTo>
                    <a:pt x="24105" y="42398"/>
                    <a:pt x="33754" y="41362"/>
                    <a:pt x="33754" y="41362"/>
                  </a:cubicBezTo>
                  <a:cubicBezTo>
                    <a:pt x="33754" y="41362"/>
                    <a:pt x="35455" y="37591"/>
                    <a:pt x="35603" y="35817"/>
                  </a:cubicBezTo>
                  <a:cubicBezTo>
                    <a:pt x="35751" y="34042"/>
                    <a:pt x="36232" y="28681"/>
                    <a:pt x="35270" y="28681"/>
                  </a:cubicBezTo>
                  <a:cubicBezTo>
                    <a:pt x="34309" y="28681"/>
                    <a:pt x="15713" y="29606"/>
                    <a:pt x="15713" y="29606"/>
                  </a:cubicBezTo>
                  <a:lnTo>
                    <a:pt x="16859" y="22507"/>
                  </a:lnTo>
                  <a:cubicBezTo>
                    <a:pt x="16859" y="22507"/>
                    <a:pt x="20741" y="19882"/>
                    <a:pt x="21074" y="18293"/>
                  </a:cubicBezTo>
                  <a:cubicBezTo>
                    <a:pt x="21369" y="16666"/>
                    <a:pt x="21221" y="9678"/>
                    <a:pt x="20408" y="5944"/>
                  </a:cubicBezTo>
                  <a:cubicBezTo>
                    <a:pt x="19595" y="2247"/>
                    <a:pt x="16193" y="288"/>
                    <a:pt x="16193" y="288"/>
                  </a:cubicBezTo>
                  <a:cubicBezTo>
                    <a:pt x="15002" y="97"/>
                    <a:pt x="13888" y="1"/>
                    <a:pt x="128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910;p51">
              <a:extLst>
                <a:ext uri="{FF2B5EF4-FFF2-40B4-BE49-F238E27FC236}">
                  <a16:creationId xmlns:a16="http://schemas.microsoft.com/office/drawing/2014/main" id="{E1AAF2E2-1EB1-6AFE-AAC8-E5AD11562786}"/>
                </a:ext>
              </a:extLst>
            </p:cNvPr>
            <p:cNvSpPr/>
            <p:nvPr/>
          </p:nvSpPr>
          <p:spPr>
            <a:xfrm>
              <a:off x="1535825" y="3099650"/>
              <a:ext cx="904875" cy="1088800"/>
            </a:xfrm>
            <a:custGeom>
              <a:avLst/>
              <a:gdLst/>
              <a:ahLst/>
              <a:cxnLst/>
              <a:rect l="l" t="t" r="r" b="b"/>
              <a:pathLst>
                <a:path w="36195" h="43552" extrusionOk="0">
                  <a:moveTo>
                    <a:pt x="12940" y="629"/>
                  </a:moveTo>
                  <a:cubicBezTo>
                    <a:pt x="13914" y="629"/>
                    <a:pt x="14958" y="699"/>
                    <a:pt x="16106" y="874"/>
                  </a:cubicBezTo>
                  <a:lnTo>
                    <a:pt x="16106" y="874"/>
                  </a:lnTo>
                  <a:lnTo>
                    <a:pt x="16120" y="888"/>
                  </a:lnTo>
                  <a:cubicBezTo>
                    <a:pt x="16267" y="999"/>
                    <a:pt x="17118" y="1516"/>
                    <a:pt x="18005" y="2440"/>
                  </a:cubicBezTo>
                  <a:cubicBezTo>
                    <a:pt x="18855" y="3365"/>
                    <a:pt x="19780" y="4659"/>
                    <a:pt x="20149" y="6322"/>
                  </a:cubicBezTo>
                  <a:cubicBezTo>
                    <a:pt x="20704" y="8836"/>
                    <a:pt x="20926" y="12903"/>
                    <a:pt x="20926" y="15713"/>
                  </a:cubicBezTo>
                  <a:cubicBezTo>
                    <a:pt x="20926" y="17007"/>
                    <a:pt x="20889" y="18042"/>
                    <a:pt x="20778" y="18523"/>
                  </a:cubicBezTo>
                  <a:cubicBezTo>
                    <a:pt x="20741" y="18818"/>
                    <a:pt x="20445" y="19262"/>
                    <a:pt x="20075" y="19706"/>
                  </a:cubicBezTo>
                  <a:cubicBezTo>
                    <a:pt x="19484" y="20408"/>
                    <a:pt x="18634" y="21111"/>
                    <a:pt x="17931" y="21628"/>
                  </a:cubicBezTo>
                  <a:cubicBezTo>
                    <a:pt x="17598" y="21924"/>
                    <a:pt x="17303" y="22146"/>
                    <a:pt x="17081" y="22294"/>
                  </a:cubicBezTo>
                  <a:cubicBezTo>
                    <a:pt x="16859" y="22442"/>
                    <a:pt x="16711" y="22552"/>
                    <a:pt x="16711" y="22552"/>
                  </a:cubicBezTo>
                  <a:cubicBezTo>
                    <a:pt x="16637" y="22589"/>
                    <a:pt x="16600" y="22663"/>
                    <a:pt x="16563" y="22737"/>
                  </a:cubicBezTo>
                  <a:lnTo>
                    <a:pt x="15454" y="29873"/>
                  </a:lnTo>
                  <a:cubicBezTo>
                    <a:pt x="15417" y="29984"/>
                    <a:pt x="15454" y="30058"/>
                    <a:pt x="15528" y="30131"/>
                  </a:cubicBezTo>
                  <a:cubicBezTo>
                    <a:pt x="15565" y="30205"/>
                    <a:pt x="15676" y="30242"/>
                    <a:pt x="15750" y="30242"/>
                  </a:cubicBezTo>
                  <a:cubicBezTo>
                    <a:pt x="15750" y="30242"/>
                    <a:pt x="16933" y="30168"/>
                    <a:pt x="18671" y="30094"/>
                  </a:cubicBezTo>
                  <a:cubicBezTo>
                    <a:pt x="21332" y="29947"/>
                    <a:pt x="25288" y="29762"/>
                    <a:pt x="28727" y="29614"/>
                  </a:cubicBezTo>
                  <a:cubicBezTo>
                    <a:pt x="30427" y="29503"/>
                    <a:pt x="31980" y="29429"/>
                    <a:pt x="33163" y="29392"/>
                  </a:cubicBezTo>
                  <a:cubicBezTo>
                    <a:pt x="34280" y="29357"/>
                    <a:pt x="35068" y="29322"/>
                    <a:pt x="35276" y="29318"/>
                  </a:cubicBezTo>
                  <a:lnTo>
                    <a:pt x="35276" y="29318"/>
                  </a:lnTo>
                  <a:cubicBezTo>
                    <a:pt x="35311" y="29322"/>
                    <a:pt x="35346" y="29361"/>
                    <a:pt x="35381" y="29466"/>
                  </a:cubicBezTo>
                  <a:cubicBezTo>
                    <a:pt x="35455" y="29651"/>
                    <a:pt x="35529" y="29984"/>
                    <a:pt x="35529" y="30316"/>
                  </a:cubicBezTo>
                  <a:cubicBezTo>
                    <a:pt x="35566" y="30686"/>
                    <a:pt x="35603" y="31130"/>
                    <a:pt x="35603" y="31573"/>
                  </a:cubicBezTo>
                  <a:cubicBezTo>
                    <a:pt x="35603" y="33200"/>
                    <a:pt x="35418" y="35159"/>
                    <a:pt x="35344" y="36121"/>
                  </a:cubicBezTo>
                  <a:cubicBezTo>
                    <a:pt x="35270" y="36934"/>
                    <a:pt x="34790" y="38302"/>
                    <a:pt x="34383" y="39448"/>
                  </a:cubicBezTo>
                  <a:cubicBezTo>
                    <a:pt x="34161" y="40040"/>
                    <a:pt x="33939" y="40557"/>
                    <a:pt x="33755" y="40927"/>
                  </a:cubicBezTo>
                  <a:cubicBezTo>
                    <a:pt x="33681" y="41129"/>
                    <a:pt x="33617" y="41286"/>
                    <a:pt x="33570" y="41392"/>
                  </a:cubicBezTo>
                  <a:lnTo>
                    <a:pt x="33570" y="41392"/>
                  </a:lnTo>
                  <a:cubicBezTo>
                    <a:pt x="33323" y="41419"/>
                    <a:pt x="32836" y="41469"/>
                    <a:pt x="32165" y="41518"/>
                  </a:cubicBezTo>
                  <a:cubicBezTo>
                    <a:pt x="29244" y="41851"/>
                    <a:pt x="22959" y="42443"/>
                    <a:pt x="19484" y="42628"/>
                  </a:cubicBezTo>
                  <a:cubicBezTo>
                    <a:pt x="16230" y="42812"/>
                    <a:pt x="14049" y="42923"/>
                    <a:pt x="11979" y="42923"/>
                  </a:cubicBezTo>
                  <a:cubicBezTo>
                    <a:pt x="10500" y="42923"/>
                    <a:pt x="9095" y="42886"/>
                    <a:pt x="7358" y="42738"/>
                  </a:cubicBezTo>
                  <a:cubicBezTo>
                    <a:pt x="5324" y="42591"/>
                    <a:pt x="3734" y="41740"/>
                    <a:pt x="2625" y="40409"/>
                  </a:cubicBezTo>
                  <a:cubicBezTo>
                    <a:pt x="1479" y="39078"/>
                    <a:pt x="814" y="37230"/>
                    <a:pt x="666" y="35086"/>
                  </a:cubicBezTo>
                  <a:cubicBezTo>
                    <a:pt x="629" y="34753"/>
                    <a:pt x="629" y="34457"/>
                    <a:pt x="629" y="34161"/>
                  </a:cubicBezTo>
                  <a:cubicBezTo>
                    <a:pt x="629" y="32387"/>
                    <a:pt x="1036" y="31241"/>
                    <a:pt x="1516" y="29984"/>
                  </a:cubicBezTo>
                  <a:cubicBezTo>
                    <a:pt x="1997" y="28727"/>
                    <a:pt x="2551" y="27396"/>
                    <a:pt x="2773" y="25436"/>
                  </a:cubicBezTo>
                  <a:cubicBezTo>
                    <a:pt x="3254" y="21222"/>
                    <a:pt x="4067" y="13088"/>
                    <a:pt x="4548" y="7431"/>
                  </a:cubicBezTo>
                  <a:cubicBezTo>
                    <a:pt x="4733" y="5102"/>
                    <a:pt x="5583" y="3439"/>
                    <a:pt x="6988" y="2329"/>
                  </a:cubicBezTo>
                  <a:cubicBezTo>
                    <a:pt x="8393" y="1183"/>
                    <a:pt x="10389" y="629"/>
                    <a:pt x="12940" y="629"/>
                  </a:cubicBezTo>
                  <a:close/>
                  <a:moveTo>
                    <a:pt x="12940" y="0"/>
                  </a:moveTo>
                  <a:cubicBezTo>
                    <a:pt x="10315" y="0"/>
                    <a:pt x="8171" y="592"/>
                    <a:pt x="6618" y="1849"/>
                  </a:cubicBezTo>
                  <a:cubicBezTo>
                    <a:pt x="5065" y="3069"/>
                    <a:pt x="4141" y="4954"/>
                    <a:pt x="3919" y="7358"/>
                  </a:cubicBezTo>
                  <a:cubicBezTo>
                    <a:pt x="3439" y="13051"/>
                    <a:pt x="2625" y="21148"/>
                    <a:pt x="2145" y="25362"/>
                  </a:cubicBezTo>
                  <a:cubicBezTo>
                    <a:pt x="1923" y="27248"/>
                    <a:pt x="1405" y="28505"/>
                    <a:pt x="925" y="29762"/>
                  </a:cubicBezTo>
                  <a:cubicBezTo>
                    <a:pt x="444" y="31019"/>
                    <a:pt x="0" y="32313"/>
                    <a:pt x="0" y="34161"/>
                  </a:cubicBezTo>
                  <a:cubicBezTo>
                    <a:pt x="0" y="34457"/>
                    <a:pt x="37" y="34790"/>
                    <a:pt x="37" y="35123"/>
                  </a:cubicBezTo>
                  <a:cubicBezTo>
                    <a:pt x="222" y="37378"/>
                    <a:pt x="925" y="39337"/>
                    <a:pt x="2145" y="40779"/>
                  </a:cubicBezTo>
                  <a:cubicBezTo>
                    <a:pt x="3365" y="42258"/>
                    <a:pt x="5102" y="43182"/>
                    <a:pt x="7284" y="43367"/>
                  </a:cubicBezTo>
                  <a:cubicBezTo>
                    <a:pt x="9058" y="43478"/>
                    <a:pt x="10500" y="43552"/>
                    <a:pt x="11979" y="43552"/>
                  </a:cubicBezTo>
                  <a:cubicBezTo>
                    <a:pt x="14086" y="43552"/>
                    <a:pt x="16267" y="43441"/>
                    <a:pt x="19521" y="43256"/>
                  </a:cubicBezTo>
                  <a:cubicBezTo>
                    <a:pt x="24179" y="42997"/>
                    <a:pt x="33828" y="41999"/>
                    <a:pt x="33828" y="41999"/>
                  </a:cubicBezTo>
                  <a:cubicBezTo>
                    <a:pt x="33939" y="41962"/>
                    <a:pt x="34013" y="41888"/>
                    <a:pt x="34087" y="41814"/>
                  </a:cubicBezTo>
                  <a:cubicBezTo>
                    <a:pt x="34087" y="41814"/>
                    <a:pt x="34494" y="40853"/>
                    <a:pt x="34938" y="39670"/>
                  </a:cubicBezTo>
                  <a:cubicBezTo>
                    <a:pt x="35381" y="38487"/>
                    <a:pt x="35862" y="37119"/>
                    <a:pt x="35936" y="36158"/>
                  </a:cubicBezTo>
                  <a:cubicBezTo>
                    <a:pt x="36047" y="35196"/>
                    <a:pt x="36195" y="33237"/>
                    <a:pt x="36195" y="31573"/>
                  </a:cubicBezTo>
                  <a:cubicBezTo>
                    <a:pt x="36195" y="30871"/>
                    <a:pt x="36195" y="30205"/>
                    <a:pt x="36084" y="29688"/>
                  </a:cubicBezTo>
                  <a:cubicBezTo>
                    <a:pt x="36047" y="29466"/>
                    <a:pt x="35973" y="29244"/>
                    <a:pt x="35862" y="29059"/>
                  </a:cubicBezTo>
                  <a:cubicBezTo>
                    <a:pt x="35825" y="28948"/>
                    <a:pt x="35751" y="28874"/>
                    <a:pt x="35640" y="28801"/>
                  </a:cubicBezTo>
                  <a:cubicBezTo>
                    <a:pt x="35566" y="28727"/>
                    <a:pt x="35455" y="28690"/>
                    <a:pt x="35307" y="28690"/>
                  </a:cubicBezTo>
                  <a:cubicBezTo>
                    <a:pt x="35048" y="28690"/>
                    <a:pt x="33718" y="28764"/>
                    <a:pt x="31832" y="28837"/>
                  </a:cubicBezTo>
                  <a:cubicBezTo>
                    <a:pt x="26798" y="29068"/>
                    <a:pt x="17985" y="29503"/>
                    <a:pt x="16108" y="29596"/>
                  </a:cubicBezTo>
                  <a:lnTo>
                    <a:pt x="16108" y="29596"/>
                  </a:lnTo>
                  <a:lnTo>
                    <a:pt x="17176" y="22948"/>
                  </a:lnTo>
                  <a:lnTo>
                    <a:pt x="17176" y="22948"/>
                  </a:lnTo>
                  <a:cubicBezTo>
                    <a:pt x="17480" y="22747"/>
                    <a:pt x="18267" y="22211"/>
                    <a:pt x="19077" y="21517"/>
                  </a:cubicBezTo>
                  <a:cubicBezTo>
                    <a:pt x="19595" y="21111"/>
                    <a:pt x="20112" y="20630"/>
                    <a:pt x="20519" y="20112"/>
                  </a:cubicBezTo>
                  <a:cubicBezTo>
                    <a:pt x="20963" y="19632"/>
                    <a:pt x="21295" y="19151"/>
                    <a:pt x="21406" y="18634"/>
                  </a:cubicBezTo>
                  <a:cubicBezTo>
                    <a:pt x="21517" y="18079"/>
                    <a:pt x="21554" y="17044"/>
                    <a:pt x="21554" y="15713"/>
                  </a:cubicBezTo>
                  <a:cubicBezTo>
                    <a:pt x="21554" y="12866"/>
                    <a:pt x="21295" y="8799"/>
                    <a:pt x="20741" y="6211"/>
                  </a:cubicBezTo>
                  <a:cubicBezTo>
                    <a:pt x="20334" y="4252"/>
                    <a:pt x="19225" y="2810"/>
                    <a:pt x="18264" y="1812"/>
                  </a:cubicBezTo>
                  <a:cubicBezTo>
                    <a:pt x="17266" y="851"/>
                    <a:pt x="16415" y="333"/>
                    <a:pt x="16378" y="333"/>
                  </a:cubicBezTo>
                  <a:lnTo>
                    <a:pt x="16267" y="296"/>
                  </a:lnTo>
                  <a:cubicBezTo>
                    <a:pt x="15084" y="111"/>
                    <a:pt x="13975" y="0"/>
                    <a:pt x="129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911;p51">
              <a:extLst>
                <a:ext uri="{FF2B5EF4-FFF2-40B4-BE49-F238E27FC236}">
                  <a16:creationId xmlns:a16="http://schemas.microsoft.com/office/drawing/2014/main" id="{566DC038-1FF6-02FD-00F9-D82007B54291}"/>
                </a:ext>
              </a:extLst>
            </p:cNvPr>
            <p:cNvSpPr/>
            <p:nvPr/>
          </p:nvSpPr>
          <p:spPr>
            <a:xfrm>
              <a:off x="2022900" y="2863875"/>
              <a:ext cx="279150" cy="311575"/>
            </a:xfrm>
            <a:custGeom>
              <a:avLst/>
              <a:gdLst/>
              <a:ahLst/>
              <a:cxnLst/>
              <a:rect l="l" t="t" r="r" b="b"/>
              <a:pathLst>
                <a:path w="11166" h="12463" extrusionOk="0">
                  <a:moveTo>
                    <a:pt x="8878" y="1"/>
                  </a:moveTo>
                  <a:cubicBezTo>
                    <a:pt x="8592" y="1"/>
                    <a:pt x="8271" y="46"/>
                    <a:pt x="7913" y="152"/>
                  </a:cubicBezTo>
                  <a:cubicBezTo>
                    <a:pt x="5177" y="965"/>
                    <a:pt x="1" y="8396"/>
                    <a:pt x="1" y="8396"/>
                  </a:cubicBezTo>
                  <a:cubicBezTo>
                    <a:pt x="1" y="8396"/>
                    <a:pt x="1775" y="12463"/>
                    <a:pt x="2737" y="12463"/>
                  </a:cubicBezTo>
                  <a:cubicBezTo>
                    <a:pt x="3735" y="12463"/>
                    <a:pt x="7765" y="10836"/>
                    <a:pt x="9244" y="8248"/>
                  </a:cubicBezTo>
                  <a:cubicBezTo>
                    <a:pt x="10685" y="5660"/>
                    <a:pt x="11166" y="2074"/>
                    <a:pt x="11166" y="2074"/>
                  </a:cubicBezTo>
                  <a:cubicBezTo>
                    <a:pt x="11166" y="2074"/>
                    <a:pt x="10802" y="1"/>
                    <a:pt x="8878"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912;p51">
              <a:extLst>
                <a:ext uri="{FF2B5EF4-FFF2-40B4-BE49-F238E27FC236}">
                  <a16:creationId xmlns:a16="http://schemas.microsoft.com/office/drawing/2014/main" id="{186AFB2B-1B2B-FA45-0A30-FEB6E455D31F}"/>
                </a:ext>
              </a:extLst>
            </p:cNvPr>
            <p:cNvSpPr/>
            <p:nvPr/>
          </p:nvSpPr>
          <p:spPr>
            <a:xfrm>
              <a:off x="2014600" y="2855650"/>
              <a:ext cx="294850" cy="327200"/>
            </a:xfrm>
            <a:custGeom>
              <a:avLst/>
              <a:gdLst/>
              <a:ahLst/>
              <a:cxnLst/>
              <a:rect l="l" t="t" r="r" b="b"/>
              <a:pathLst>
                <a:path w="11794" h="13088" extrusionOk="0">
                  <a:moveTo>
                    <a:pt x="9206" y="629"/>
                  </a:moveTo>
                  <a:cubicBezTo>
                    <a:pt x="9649" y="629"/>
                    <a:pt x="9945" y="739"/>
                    <a:pt x="10204" y="924"/>
                  </a:cubicBezTo>
                  <a:cubicBezTo>
                    <a:pt x="10611" y="1146"/>
                    <a:pt x="10869" y="1553"/>
                    <a:pt x="11017" y="1886"/>
                  </a:cubicBezTo>
                  <a:cubicBezTo>
                    <a:pt x="11091" y="2033"/>
                    <a:pt x="11128" y="2181"/>
                    <a:pt x="11165" y="2292"/>
                  </a:cubicBezTo>
                  <a:lnTo>
                    <a:pt x="11197" y="2418"/>
                  </a:lnTo>
                  <a:lnTo>
                    <a:pt x="11197" y="2418"/>
                  </a:lnTo>
                  <a:cubicBezTo>
                    <a:pt x="11192" y="2445"/>
                    <a:pt x="11183" y="2479"/>
                    <a:pt x="11165" y="2514"/>
                  </a:cubicBezTo>
                  <a:cubicBezTo>
                    <a:pt x="11054" y="3217"/>
                    <a:pt x="10537" y="6211"/>
                    <a:pt x="9280" y="8429"/>
                  </a:cubicBezTo>
                  <a:cubicBezTo>
                    <a:pt x="8614" y="9649"/>
                    <a:pt x="7283" y="10685"/>
                    <a:pt x="5989" y="11387"/>
                  </a:cubicBezTo>
                  <a:cubicBezTo>
                    <a:pt x="5361" y="11757"/>
                    <a:pt x="4695" y="12016"/>
                    <a:pt x="4178" y="12200"/>
                  </a:cubicBezTo>
                  <a:cubicBezTo>
                    <a:pt x="3660" y="12385"/>
                    <a:pt x="3254" y="12496"/>
                    <a:pt x="3069" y="12496"/>
                  </a:cubicBezTo>
                  <a:cubicBezTo>
                    <a:pt x="3069" y="12496"/>
                    <a:pt x="2995" y="12459"/>
                    <a:pt x="2884" y="12385"/>
                  </a:cubicBezTo>
                  <a:cubicBezTo>
                    <a:pt x="2662" y="12200"/>
                    <a:pt x="2403" y="11905"/>
                    <a:pt x="2144" y="11498"/>
                  </a:cubicBezTo>
                  <a:cubicBezTo>
                    <a:pt x="1775" y="10943"/>
                    <a:pt x="1368" y="10204"/>
                    <a:pt x="1072" y="9612"/>
                  </a:cubicBezTo>
                  <a:cubicBezTo>
                    <a:pt x="924" y="9317"/>
                    <a:pt x="813" y="9095"/>
                    <a:pt x="740" y="8910"/>
                  </a:cubicBezTo>
                  <a:cubicBezTo>
                    <a:pt x="719" y="8860"/>
                    <a:pt x="699" y="8815"/>
                    <a:pt x="681" y="8776"/>
                  </a:cubicBezTo>
                  <a:lnTo>
                    <a:pt x="681" y="8776"/>
                  </a:lnTo>
                  <a:cubicBezTo>
                    <a:pt x="715" y="8725"/>
                    <a:pt x="759" y="8659"/>
                    <a:pt x="813" y="8577"/>
                  </a:cubicBezTo>
                  <a:cubicBezTo>
                    <a:pt x="1294" y="7875"/>
                    <a:pt x="2625" y="6063"/>
                    <a:pt x="4104" y="4363"/>
                  </a:cubicBezTo>
                  <a:cubicBezTo>
                    <a:pt x="4880" y="3512"/>
                    <a:pt x="5657" y="2699"/>
                    <a:pt x="6396" y="2033"/>
                  </a:cubicBezTo>
                  <a:cubicBezTo>
                    <a:pt x="7135" y="1405"/>
                    <a:pt x="7838" y="924"/>
                    <a:pt x="8355" y="776"/>
                  </a:cubicBezTo>
                  <a:cubicBezTo>
                    <a:pt x="8688" y="666"/>
                    <a:pt x="8947" y="629"/>
                    <a:pt x="9206" y="629"/>
                  </a:cubicBezTo>
                  <a:close/>
                  <a:moveTo>
                    <a:pt x="9206" y="0"/>
                  </a:moveTo>
                  <a:cubicBezTo>
                    <a:pt x="8910" y="0"/>
                    <a:pt x="8540" y="74"/>
                    <a:pt x="8171" y="185"/>
                  </a:cubicBezTo>
                  <a:cubicBezTo>
                    <a:pt x="7394" y="407"/>
                    <a:pt x="6544" y="1072"/>
                    <a:pt x="5657" y="1886"/>
                  </a:cubicBezTo>
                  <a:cubicBezTo>
                    <a:pt x="2995" y="4363"/>
                    <a:pt x="74" y="8540"/>
                    <a:pt x="74" y="8577"/>
                  </a:cubicBezTo>
                  <a:cubicBezTo>
                    <a:pt x="0" y="8651"/>
                    <a:pt x="0" y="8762"/>
                    <a:pt x="37" y="8873"/>
                  </a:cubicBezTo>
                  <a:cubicBezTo>
                    <a:pt x="37" y="8873"/>
                    <a:pt x="481" y="9871"/>
                    <a:pt x="1072" y="10906"/>
                  </a:cubicBezTo>
                  <a:cubicBezTo>
                    <a:pt x="1368" y="11424"/>
                    <a:pt x="1664" y="11942"/>
                    <a:pt x="1997" y="12348"/>
                  </a:cubicBezTo>
                  <a:cubicBezTo>
                    <a:pt x="2144" y="12533"/>
                    <a:pt x="2329" y="12718"/>
                    <a:pt x="2477" y="12866"/>
                  </a:cubicBezTo>
                  <a:cubicBezTo>
                    <a:pt x="2662" y="12977"/>
                    <a:pt x="2847" y="13088"/>
                    <a:pt x="3069" y="13088"/>
                  </a:cubicBezTo>
                  <a:cubicBezTo>
                    <a:pt x="3401" y="13088"/>
                    <a:pt x="3845" y="12977"/>
                    <a:pt x="4400" y="12792"/>
                  </a:cubicBezTo>
                  <a:cubicBezTo>
                    <a:pt x="5250" y="12496"/>
                    <a:pt x="6285" y="11979"/>
                    <a:pt x="7283" y="11313"/>
                  </a:cubicBezTo>
                  <a:cubicBezTo>
                    <a:pt x="8282" y="10611"/>
                    <a:pt x="9243" y="9760"/>
                    <a:pt x="9834" y="8725"/>
                  </a:cubicBezTo>
                  <a:cubicBezTo>
                    <a:pt x="11313" y="6063"/>
                    <a:pt x="11794" y="2477"/>
                    <a:pt x="11794" y="2440"/>
                  </a:cubicBezTo>
                  <a:lnTo>
                    <a:pt x="11794" y="2366"/>
                  </a:lnTo>
                  <a:cubicBezTo>
                    <a:pt x="11794" y="2329"/>
                    <a:pt x="11720" y="1775"/>
                    <a:pt x="11350" y="1220"/>
                  </a:cubicBezTo>
                  <a:cubicBezTo>
                    <a:pt x="11165" y="924"/>
                    <a:pt x="10906" y="629"/>
                    <a:pt x="10537" y="407"/>
                  </a:cubicBezTo>
                  <a:cubicBezTo>
                    <a:pt x="10204" y="148"/>
                    <a:pt x="9760" y="0"/>
                    <a:pt x="92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913;p51">
              <a:extLst>
                <a:ext uri="{FF2B5EF4-FFF2-40B4-BE49-F238E27FC236}">
                  <a16:creationId xmlns:a16="http://schemas.microsoft.com/office/drawing/2014/main" id="{9AC6B624-E4D1-CBCA-9757-274E77125FFC}"/>
                </a:ext>
              </a:extLst>
            </p:cNvPr>
            <p:cNvSpPr/>
            <p:nvPr/>
          </p:nvSpPr>
          <p:spPr>
            <a:xfrm>
              <a:off x="1440650" y="2636575"/>
              <a:ext cx="1007450" cy="899975"/>
            </a:xfrm>
            <a:custGeom>
              <a:avLst/>
              <a:gdLst/>
              <a:ahLst/>
              <a:cxnLst/>
              <a:rect l="l" t="t" r="r" b="b"/>
              <a:pathLst>
                <a:path w="40298" h="35999" extrusionOk="0">
                  <a:moveTo>
                    <a:pt x="25818" y="0"/>
                  </a:moveTo>
                  <a:cubicBezTo>
                    <a:pt x="24898" y="0"/>
                    <a:pt x="23943" y="132"/>
                    <a:pt x="22958" y="482"/>
                  </a:cubicBezTo>
                  <a:cubicBezTo>
                    <a:pt x="18891" y="1960"/>
                    <a:pt x="18891" y="6471"/>
                    <a:pt x="18743" y="9392"/>
                  </a:cubicBezTo>
                  <a:cubicBezTo>
                    <a:pt x="18596" y="12312"/>
                    <a:pt x="18411" y="13126"/>
                    <a:pt x="12089" y="15381"/>
                  </a:cubicBezTo>
                  <a:cubicBezTo>
                    <a:pt x="5767" y="17673"/>
                    <a:pt x="2070" y="21703"/>
                    <a:pt x="924" y="27544"/>
                  </a:cubicBezTo>
                  <a:cubicBezTo>
                    <a:pt x="0" y="32252"/>
                    <a:pt x="3927" y="35999"/>
                    <a:pt x="8040" y="35999"/>
                  </a:cubicBezTo>
                  <a:cubicBezTo>
                    <a:pt x="9031" y="35999"/>
                    <a:pt x="10033" y="35782"/>
                    <a:pt x="10980" y="35308"/>
                  </a:cubicBezTo>
                  <a:cubicBezTo>
                    <a:pt x="15823" y="32905"/>
                    <a:pt x="15823" y="21703"/>
                    <a:pt x="19409" y="20409"/>
                  </a:cubicBezTo>
                  <a:cubicBezTo>
                    <a:pt x="22958" y="19115"/>
                    <a:pt x="27653" y="18967"/>
                    <a:pt x="29428" y="14087"/>
                  </a:cubicBezTo>
                  <a:cubicBezTo>
                    <a:pt x="29428" y="14087"/>
                    <a:pt x="29280" y="12978"/>
                    <a:pt x="33014" y="12978"/>
                  </a:cubicBezTo>
                  <a:cubicBezTo>
                    <a:pt x="36711" y="12978"/>
                    <a:pt x="39632" y="9392"/>
                    <a:pt x="39965" y="5510"/>
                  </a:cubicBezTo>
                  <a:cubicBezTo>
                    <a:pt x="40297" y="1628"/>
                    <a:pt x="36083" y="1295"/>
                    <a:pt x="33310" y="1295"/>
                  </a:cubicBezTo>
                  <a:cubicBezTo>
                    <a:pt x="31237" y="1295"/>
                    <a:pt x="28697" y="0"/>
                    <a:pt x="258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914;p51">
              <a:extLst>
                <a:ext uri="{FF2B5EF4-FFF2-40B4-BE49-F238E27FC236}">
                  <a16:creationId xmlns:a16="http://schemas.microsoft.com/office/drawing/2014/main" id="{3FFDEED7-E8BC-D34B-E529-861AB064F444}"/>
                </a:ext>
              </a:extLst>
            </p:cNvPr>
            <p:cNvSpPr/>
            <p:nvPr/>
          </p:nvSpPr>
          <p:spPr>
            <a:xfrm>
              <a:off x="1452650" y="2629200"/>
              <a:ext cx="995450" cy="915050"/>
            </a:xfrm>
            <a:custGeom>
              <a:avLst/>
              <a:gdLst/>
              <a:ahLst/>
              <a:cxnLst/>
              <a:rect l="l" t="t" r="r" b="b"/>
              <a:pathLst>
                <a:path w="39818" h="36602" extrusionOk="0">
                  <a:moveTo>
                    <a:pt x="25325" y="592"/>
                  </a:moveTo>
                  <a:cubicBezTo>
                    <a:pt x="26730" y="592"/>
                    <a:pt x="28061" y="925"/>
                    <a:pt x="29318" y="1257"/>
                  </a:cubicBezTo>
                  <a:cubicBezTo>
                    <a:pt x="30575" y="1553"/>
                    <a:pt x="31758" y="1886"/>
                    <a:pt x="32830" y="1886"/>
                  </a:cubicBezTo>
                  <a:cubicBezTo>
                    <a:pt x="34161" y="1886"/>
                    <a:pt x="35788" y="1960"/>
                    <a:pt x="37045" y="2477"/>
                  </a:cubicBezTo>
                  <a:cubicBezTo>
                    <a:pt x="37710" y="2699"/>
                    <a:pt x="38228" y="3032"/>
                    <a:pt x="38597" y="3512"/>
                  </a:cubicBezTo>
                  <a:cubicBezTo>
                    <a:pt x="38967" y="3993"/>
                    <a:pt x="39189" y="4585"/>
                    <a:pt x="39189" y="5398"/>
                  </a:cubicBezTo>
                  <a:cubicBezTo>
                    <a:pt x="39189" y="5509"/>
                    <a:pt x="39189" y="5657"/>
                    <a:pt x="39189" y="5768"/>
                  </a:cubicBezTo>
                  <a:cubicBezTo>
                    <a:pt x="39041" y="7653"/>
                    <a:pt x="38228" y="9465"/>
                    <a:pt x="37045" y="10796"/>
                  </a:cubicBezTo>
                  <a:cubicBezTo>
                    <a:pt x="35861" y="12090"/>
                    <a:pt x="34272" y="12940"/>
                    <a:pt x="32534" y="12940"/>
                  </a:cubicBezTo>
                  <a:cubicBezTo>
                    <a:pt x="30797" y="12940"/>
                    <a:pt x="29835" y="13199"/>
                    <a:pt x="29318" y="13495"/>
                  </a:cubicBezTo>
                  <a:cubicBezTo>
                    <a:pt x="29022" y="13642"/>
                    <a:pt x="28874" y="13827"/>
                    <a:pt x="28763" y="13975"/>
                  </a:cubicBezTo>
                  <a:cubicBezTo>
                    <a:pt x="28686" y="14078"/>
                    <a:pt x="28662" y="14181"/>
                    <a:pt x="28655" y="14272"/>
                  </a:cubicBezTo>
                  <a:lnTo>
                    <a:pt x="28652" y="14271"/>
                  </a:lnTo>
                  <a:cubicBezTo>
                    <a:pt x="27802" y="16637"/>
                    <a:pt x="26286" y="17820"/>
                    <a:pt x="24475" y="18597"/>
                  </a:cubicBezTo>
                  <a:cubicBezTo>
                    <a:pt x="22700" y="19410"/>
                    <a:pt x="20630" y="19743"/>
                    <a:pt x="18818" y="20408"/>
                  </a:cubicBezTo>
                  <a:cubicBezTo>
                    <a:pt x="18300" y="20593"/>
                    <a:pt x="17857" y="20963"/>
                    <a:pt x="17487" y="21443"/>
                  </a:cubicBezTo>
                  <a:cubicBezTo>
                    <a:pt x="16822" y="22257"/>
                    <a:pt x="16341" y="23403"/>
                    <a:pt x="15860" y="24697"/>
                  </a:cubicBezTo>
                  <a:cubicBezTo>
                    <a:pt x="15158" y="26656"/>
                    <a:pt x="14566" y="28948"/>
                    <a:pt x="13716" y="30945"/>
                  </a:cubicBezTo>
                  <a:cubicBezTo>
                    <a:pt x="12866" y="32941"/>
                    <a:pt x="11831" y="34605"/>
                    <a:pt x="10352" y="35344"/>
                  </a:cubicBezTo>
                  <a:cubicBezTo>
                    <a:pt x="9464" y="35788"/>
                    <a:pt x="8503" y="36010"/>
                    <a:pt x="7579" y="36010"/>
                  </a:cubicBezTo>
                  <a:cubicBezTo>
                    <a:pt x="5804" y="36010"/>
                    <a:pt x="4067" y="35270"/>
                    <a:pt x="2773" y="34050"/>
                  </a:cubicBezTo>
                  <a:cubicBezTo>
                    <a:pt x="1479" y="32830"/>
                    <a:pt x="629" y="31130"/>
                    <a:pt x="629" y="29207"/>
                  </a:cubicBezTo>
                  <a:cubicBezTo>
                    <a:pt x="629" y="28800"/>
                    <a:pt x="665" y="28357"/>
                    <a:pt x="739" y="27913"/>
                  </a:cubicBezTo>
                  <a:cubicBezTo>
                    <a:pt x="1294" y="25029"/>
                    <a:pt x="2477" y="22626"/>
                    <a:pt x="4326" y="20630"/>
                  </a:cubicBezTo>
                  <a:cubicBezTo>
                    <a:pt x="6137" y="18670"/>
                    <a:pt x="8614" y="17081"/>
                    <a:pt x="11720" y="15972"/>
                  </a:cubicBezTo>
                  <a:cubicBezTo>
                    <a:pt x="14899" y="14825"/>
                    <a:pt x="16526" y="14086"/>
                    <a:pt x="17487" y="13162"/>
                  </a:cubicBezTo>
                  <a:cubicBezTo>
                    <a:pt x="17931" y="12681"/>
                    <a:pt x="18190" y="12164"/>
                    <a:pt x="18337" y="11609"/>
                  </a:cubicBezTo>
                  <a:cubicBezTo>
                    <a:pt x="18485" y="11054"/>
                    <a:pt x="18522" y="10426"/>
                    <a:pt x="18559" y="9724"/>
                  </a:cubicBezTo>
                  <a:cubicBezTo>
                    <a:pt x="18633" y="8245"/>
                    <a:pt x="18707" y="6396"/>
                    <a:pt x="19188" y="4769"/>
                  </a:cubicBezTo>
                  <a:cubicBezTo>
                    <a:pt x="19705" y="3143"/>
                    <a:pt x="20667" y="1775"/>
                    <a:pt x="22589" y="1072"/>
                  </a:cubicBezTo>
                  <a:cubicBezTo>
                    <a:pt x="23513" y="740"/>
                    <a:pt x="24438" y="592"/>
                    <a:pt x="25325" y="592"/>
                  </a:cubicBezTo>
                  <a:close/>
                  <a:moveTo>
                    <a:pt x="25325" y="0"/>
                  </a:moveTo>
                  <a:cubicBezTo>
                    <a:pt x="24401" y="0"/>
                    <a:pt x="23402" y="111"/>
                    <a:pt x="22367" y="481"/>
                  </a:cubicBezTo>
                  <a:cubicBezTo>
                    <a:pt x="20260" y="1257"/>
                    <a:pt x="19151" y="2847"/>
                    <a:pt x="18633" y="4585"/>
                  </a:cubicBezTo>
                  <a:cubicBezTo>
                    <a:pt x="18079" y="6322"/>
                    <a:pt x="18042" y="8208"/>
                    <a:pt x="17968" y="9687"/>
                  </a:cubicBezTo>
                  <a:cubicBezTo>
                    <a:pt x="17931" y="10389"/>
                    <a:pt x="17857" y="10981"/>
                    <a:pt x="17746" y="11461"/>
                  </a:cubicBezTo>
                  <a:cubicBezTo>
                    <a:pt x="17561" y="12164"/>
                    <a:pt x="17191" y="12681"/>
                    <a:pt x="16304" y="13310"/>
                  </a:cubicBezTo>
                  <a:cubicBezTo>
                    <a:pt x="15380" y="13901"/>
                    <a:pt x="13864" y="14567"/>
                    <a:pt x="11535" y="15380"/>
                  </a:cubicBezTo>
                  <a:cubicBezTo>
                    <a:pt x="8318" y="16526"/>
                    <a:pt x="5767" y="18153"/>
                    <a:pt x="3845" y="20223"/>
                  </a:cubicBezTo>
                  <a:cubicBezTo>
                    <a:pt x="1959" y="22294"/>
                    <a:pt x="702" y="24808"/>
                    <a:pt x="148" y="27765"/>
                  </a:cubicBezTo>
                  <a:cubicBezTo>
                    <a:pt x="37" y="28283"/>
                    <a:pt x="0" y="28726"/>
                    <a:pt x="0" y="29207"/>
                  </a:cubicBezTo>
                  <a:cubicBezTo>
                    <a:pt x="0" y="31314"/>
                    <a:pt x="924" y="33163"/>
                    <a:pt x="2329" y="34494"/>
                  </a:cubicBezTo>
                  <a:cubicBezTo>
                    <a:pt x="3734" y="35825"/>
                    <a:pt x="5620" y="36601"/>
                    <a:pt x="7579" y="36601"/>
                  </a:cubicBezTo>
                  <a:cubicBezTo>
                    <a:pt x="8614" y="36601"/>
                    <a:pt x="9649" y="36379"/>
                    <a:pt x="10611" y="35899"/>
                  </a:cubicBezTo>
                  <a:cubicBezTo>
                    <a:pt x="11942" y="35233"/>
                    <a:pt x="12866" y="34013"/>
                    <a:pt x="13642" y="32571"/>
                  </a:cubicBezTo>
                  <a:cubicBezTo>
                    <a:pt x="14751" y="30427"/>
                    <a:pt x="15491" y="27728"/>
                    <a:pt x="16267" y="25436"/>
                  </a:cubicBezTo>
                  <a:cubicBezTo>
                    <a:pt x="16637" y="24327"/>
                    <a:pt x="17043" y="23292"/>
                    <a:pt x="17487" y="22515"/>
                  </a:cubicBezTo>
                  <a:cubicBezTo>
                    <a:pt x="17931" y="21739"/>
                    <a:pt x="18448" y="21184"/>
                    <a:pt x="19003" y="21000"/>
                  </a:cubicBezTo>
                  <a:cubicBezTo>
                    <a:pt x="20777" y="20371"/>
                    <a:pt x="22848" y="20001"/>
                    <a:pt x="24733" y="19151"/>
                  </a:cubicBezTo>
                  <a:cubicBezTo>
                    <a:pt x="26619" y="18338"/>
                    <a:pt x="28319" y="17007"/>
                    <a:pt x="29244" y="14493"/>
                  </a:cubicBezTo>
                  <a:cubicBezTo>
                    <a:pt x="29271" y="14466"/>
                    <a:pt x="29278" y="14419"/>
                    <a:pt x="29266" y="14382"/>
                  </a:cubicBezTo>
                  <a:lnTo>
                    <a:pt x="29281" y="14382"/>
                  </a:lnTo>
                  <a:lnTo>
                    <a:pt x="29281" y="14345"/>
                  </a:lnTo>
                  <a:cubicBezTo>
                    <a:pt x="29281" y="14308"/>
                    <a:pt x="29318" y="14123"/>
                    <a:pt x="29761" y="13938"/>
                  </a:cubicBezTo>
                  <a:cubicBezTo>
                    <a:pt x="30205" y="13753"/>
                    <a:pt x="31055" y="13568"/>
                    <a:pt x="32534" y="13568"/>
                  </a:cubicBezTo>
                  <a:cubicBezTo>
                    <a:pt x="34494" y="13568"/>
                    <a:pt x="36231" y="12607"/>
                    <a:pt x="37525" y="11202"/>
                  </a:cubicBezTo>
                  <a:cubicBezTo>
                    <a:pt x="38782" y="9761"/>
                    <a:pt x="39632" y="7838"/>
                    <a:pt x="39780" y="5842"/>
                  </a:cubicBezTo>
                  <a:cubicBezTo>
                    <a:pt x="39817" y="5694"/>
                    <a:pt x="39817" y="5546"/>
                    <a:pt x="39817" y="5398"/>
                  </a:cubicBezTo>
                  <a:cubicBezTo>
                    <a:pt x="39817" y="4474"/>
                    <a:pt x="39559" y="3697"/>
                    <a:pt x="39078" y="3143"/>
                  </a:cubicBezTo>
                  <a:cubicBezTo>
                    <a:pt x="38375" y="2255"/>
                    <a:pt x="37303" y="1812"/>
                    <a:pt x="36194" y="1553"/>
                  </a:cubicBezTo>
                  <a:cubicBezTo>
                    <a:pt x="35048" y="1331"/>
                    <a:pt x="33865" y="1294"/>
                    <a:pt x="32830" y="1294"/>
                  </a:cubicBezTo>
                  <a:cubicBezTo>
                    <a:pt x="31869" y="1294"/>
                    <a:pt x="30723" y="961"/>
                    <a:pt x="29466" y="629"/>
                  </a:cubicBezTo>
                  <a:cubicBezTo>
                    <a:pt x="28209" y="333"/>
                    <a:pt x="26841" y="0"/>
                    <a:pt x="253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915;p51">
              <a:extLst>
                <a:ext uri="{FF2B5EF4-FFF2-40B4-BE49-F238E27FC236}">
                  <a16:creationId xmlns:a16="http://schemas.microsoft.com/office/drawing/2014/main" id="{C6AE930A-A3ED-1C1E-2C62-2F4F639AC6B4}"/>
                </a:ext>
              </a:extLst>
            </p:cNvPr>
            <p:cNvSpPr/>
            <p:nvPr/>
          </p:nvSpPr>
          <p:spPr>
            <a:xfrm>
              <a:off x="1917550" y="3189350"/>
              <a:ext cx="738725" cy="637725"/>
            </a:xfrm>
            <a:custGeom>
              <a:avLst/>
              <a:gdLst/>
              <a:ahLst/>
              <a:cxnLst/>
              <a:rect l="l" t="t" r="r" b="b"/>
              <a:pathLst>
                <a:path w="29549" h="25509" extrusionOk="0">
                  <a:moveTo>
                    <a:pt x="3335" y="0"/>
                  </a:moveTo>
                  <a:cubicBezTo>
                    <a:pt x="3240" y="0"/>
                    <a:pt x="3151" y="24"/>
                    <a:pt x="3069" y="72"/>
                  </a:cubicBezTo>
                  <a:lnTo>
                    <a:pt x="0" y="7873"/>
                  </a:lnTo>
                  <a:cubicBezTo>
                    <a:pt x="0" y="7873"/>
                    <a:pt x="8245" y="25508"/>
                    <a:pt x="9391" y="25508"/>
                  </a:cubicBezTo>
                  <a:cubicBezTo>
                    <a:pt x="10537" y="25508"/>
                    <a:pt x="23477" y="16783"/>
                    <a:pt x="23477" y="16783"/>
                  </a:cubicBezTo>
                  <a:cubicBezTo>
                    <a:pt x="23477" y="16783"/>
                    <a:pt x="23986" y="16931"/>
                    <a:pt x="24512" y="16931"/>
                  </a:cubicBezTo>
                  <a:cubicBezTo>
                    <a:pt x="24775" y="16931"/>
                    <a:pt x="25042" y="16894"/>
                    <a:pt x="25251" y="16783"/>
                  </a:cubicBezTo>
                  <a:cubicBezTo>
                    <a:pt x="25917" y="16450"/>
                    <a:pt x="27211" y="14824"/>
                    <a:pt x="27211" y="14824"/>
                  </a:cubicBezTo>
                  <a:cubicBezTo>
                    <a:pt x="27211" y="14824"/>
                    <a:pt x="28673" y="15931"/>
                    <a:pt x="29258" y="15931"/>
                  </a:cubicBezTo>
                  <a:cubicBezTo>
                    <a:pt x="29451" y="15931"/>
                    <a:pt x="29548" y="15810"/>
                    <a:pt x="29466" y="15489"/>
                  </a:cubicBezTo>
                  <a:cubicBezTo>
                    <a:pt x="29170" y="14195"/>
                    <a:pt x="27543" y="12901"/>
                    <a:pt x="26064" y="12901"/>
                  </a:cubicBezTo>
                  <a:cubicBezTo>
                    <a:pt x="24623" y="12901"/>
                    <a:pt x="22515" y="16303"/>
                    <a:pt x="22515" y="16303"/>
                  </a:cubicBezTo>
                  <a:lnTo>
                    <a:pt x="11165" y="20332"/>
                  </a:lnTo>
                  <a:cubicBezTo>
                    <a:pt x="11165" y="20332"/>
                    <a:pt x="8245" y="7688"/>
                    <a:pt x="6803" y="4620"/>
                  </a:cubicBezTo>
                  <a:cubicBezTo>
                    <a:pt x="5474" y="1862"/>
                    <a:pt x="4175" y="0"/>
                    <a:pt x="33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916;p51">
              <a:extLst>
                <a:ext uri="{FF2B5EF4-FFF2-40B4-BE49-F238E27FC236}">
                  <a16:creationId xmlns:a16="http://schemas.microsoft.com/office/drawing/2014/main" id="{32666A6D-4710-0EA4-CDDB-63F67316B202}"/>
                </a:ext>
              </a:extLst>
            </p:cNvPr>
            <p:cNvSpPr/>
            <p:nvPr/>
          </p:nvSpPr>
          <p:spPr>
            <a:xfrm>
              <a:off x="1908300" y="3181900"/>
              <a:ext cx="755150" cy="653500"/>
            </a:xfrm>
            <a:custGeom>
              <a:avLst/>
              <a:gdLst/>
              <a:ahLst/>
              <a:cxnLst/>
              <a:rect l="l" t="t" r="r" b="b"/>
              <a:pathLst>
                <a:path w="30206" h="26140" extrusionOk="0">
                  <a:moveTo>
                    <a:pt x="3698" y="1"/>
                  </a:moveTo>
                  <a:cubicBezTo>
                    <a:pt x="3550" y="1"/>
                    <a:pt x="3402" y="38"/>
                    <a:pt x="3291" y="112"/>
                  </a:cubicBezTo>
                  <a:cubicBezTo>
                    <a:pt x="3143" y="223"/>
                    <a:pt x="3106" y="407"/>
                    <a:pt x="3180" y="555"/>
                  </a:cubicBezTo>
                  <a:cubicBezTo>
                    <a:pt x="3225" y="645"/>
                    <a:pt x="3310" y="694"/>
                    <a:pt x="3403" y="694"/>
                  </a:cubicBezTo>
                  <a:cubicBezTo>
                    <a:pt x="3464" y="694"/>
                    <a:pt x="3528" y="673"/>
                    <a:pt x="3587" y="629"/>
                  </a:cubicBezTo>
                  <a:lnTo>
                    <a:pt x="3698" y="629"/>
                  </a:lnTo>
                  <a:cubicBezTo>
                    <a:pt x="3808" y="629"/>
                    <a:pt x="3993" y="666"/>
                    <a:pt x="4215" y="888"/>
                  </a:cubicBezTo>
                  <a:cubicBezTo>
                    <a:pt x="4585" y="1184"/>
                    <a:pt x="4992" y="1701"/>
                    <a:pt x="5472" y="2404"/>
                  </a:cubicBezTo>
                  <a:cubicBezTo>
                    <a:pt x="5916" y="3143"/>
                    <a:pt x="6396" y="4031"/>
                    <a:pt x="6877" y="5066"/>
                  </a:cubicBezTo>
                  <a:cubicBezTo>
                    <a:pt x="7247" y="5805"/>
                    <a:pt x="7690" y="7136"/>
                    <a:pt x="8171" y="8763"/>
                  </a:cubicBezTo>
                  <a:cubicBezTo>
                    <a:pt x="8873" y="11166"/>
                    <a:pt x="9650" y="14161"/>
                    <a:pt x="10241" y="16564"/>
                  </a:cubicBezTo>
                  <a:cubicBezTo>
                    <a:pt x="10537" y="17747"/>
                    <a:pt x="10796" y="18782"/>
                    <a:pt x="10981" y="19521"/>
                  </a:cubicBezTo>
                  <a:cubicBezTo>
                    <a:pt x="11129" y="20261"/>
                    <a:pt x="11240" y="20704"/>
                    <a:pt x="11240" y="20704"/>
                  </a:cubicBezTo>
                  <a:cubicBezTo>
                    <a:pt x="11277" y="20778"/>
                    <a:pt x="11314" y="20852"/>
                    <a:pt x="11387" y="20889"/>
                  </a:cubicBezTo>
                  <a:cubicBezTo>
                    <a:pt x="11431" y="20932"/>
                    <a:pt x="11487" y="20950"/>
                    <a:pt x="11541" y="20950"/>
                  </a:cubicBezTo>
                  <a:cubicBezTo>
                    <a:pt x="11579" y="20950"/>
                    <a:pt x="11616" y="20941"/>
                    <a:pt x="11646" y="20926"/>
                  </a:cubicBezTo>
                  <a:lnTo>
                    <a:pt x="22996" y="16859"/>
                  </a:lnTo>
                  <a:cubicBezTo>
                    <a:pt x="23070" y="16859"/>
                    <a:pt x="23107" y="16822"/>
                    <a:pt x="23144" y="16748"/>
                  </a:cubicBezTo>
                  <a:cubicBezTo>
                    <a:pt x="23144" y="16748"/>
                    <a:pt x="23181" y="16711"/>
                    <a:pt x="23218" y="16601"/>
                  </a:cubicBezTo>
                  <a:cubicBezTo>
                    <a:pt x="23440" y="16305"/>
                    <a:pt x="23994" y="15491"/>
                    <a:pt x="24623" y="14789"/>
                  </a:cubicBezTo>
                  <a:cubicBezTo>
                    <a:pt x="24956" y="14419"/>
                    <a:pt x="25288" y="14087"/>
                    <a:pt x="25621" y="13865"/>
                  </a:cubicBezTo>
                  <a:cubicBezTo>
                    <a:pt x="25917" y="13606"/>
                    <a:pt x="26250" y="13495"/>
                    <a:pt x="26434" y="13495"/>
                  </a:cubicBezTo>
                  <a:cubicBezTo>
                    <a:pt x="27100" y="13495"/>
                    <a:pt x="27802" y="13791"/>
                    <a:pt x="28394" y="14234"/>
                  </a:cubicBezTo>
                  <a:cubicBezTo>
                    <a:pt x="28985" y="14678"/>
                    <a:pt x="29429" y="15307"/>
                    <a:pt x="29540" y="15861"/>
                  </a:cubicBezTo>
                  <a:cubicBezTo>
                    <a:pt x="29556" y="15877"/>
                    <a:pt x="29565" y="15892"/>
                    <a:pt x="29570" y="15908"/>
                  </a:cubicBezTo>
                  <a:lnTo>
                    <a:pt x="29570" y="15908"/>
                  </a:lnTo>
                  <a:cubicBezTo>
                    <a:pt x="29496" y="15903"/>
                    <a:pt x="29352" y="15845"/>
                    <a:pt x="29207" y="15787"/>
                  </a:cubicBezTo>
                  <a:cubicBezTo>
                    <a:pt x="28875" y="15639"/>
                    <a:pt x="28542" y="15418"/>
                    <a:pt x="28246" y="15233"/>
                  </a:cubicBezTo>
                  <a:cubicBezTo>
                    <a:pt x="28098" y="15122"/>
                    <a:pt x="27987" y="15048"/>
                    <a:pt x="27913" y="14974"/>
                  </a:cubicBezTo>
                  <a:cubicBezTo>
                    <a:pt x="27802" y="14900"/>
                    <a:pt x="27765" y="14900"/>
                    <a:pt x="27765" y="14900"/>
                  </a:cubicBezTo>
                  <a:cubicBezTo>
                    <a:pt x="27697" y="14848"/>
                    <a:pt x="27620" y="14821"/>
                    <a:pt x="27550" y="14821"/>
                  </a:cubicBezTo>
                  <a:cubicBezTo>
                    <a:pt x="27470" y="14821"/>
                    <a:pt x="27398" y="14858"/>
                    <a:pt x="27359" y="14937"/>
                  </a:cubicBezTo>
                  <a:cubicBezTo>
                    <a:pt x="27359" y="14937"/>
                    <a:pt x="27248" y="15048"/>
                    <a:pt x="27137" y="15196"/>
                  </a:cubicBezTo>
                  <a:cubicBezTo>
                    <a:pt x="26952" y="15418"/>
                    <a:pt x="26619" y="15787"/>
                    <a:pt x="26324" y="16083"/>
                  </a:cubicBezTo>
                  <a:cubicBezTo>
                    <a:pt x="25991" y="16416"/>
                    <a:pt x="25658" y="16711"/>
                    <a:pt x="25510" y="16785"/>
                  </a:cubicBezTo>
                  <a:cubicBezTo>
                    <a:pt x="25362" y="16859"/>
                    <a:pt x="25141" y="16896"/>
                    <a:pt x="24882" y="16896"/>
                  </a:cubicBezTo>
                  <a:cubicBezTo>
                    <a:pt x="24660" y="16896"/>
                    <a:pt x="24401" y="16859"/>
                    <a:pt x="24216" y="16859"/>
                  </a:cubicBezTo>
                  <a:cubicBezTo>
                    <a:pt x="24142" y="16822"/>
                    <a:pt x="24068" y="16822"/>
                    <a:pt x="24031" y="16785"/>
                  </a:cubicBezTo>
                  <a:lnTo>
                    <a:pt x="23957" y="16785"/>
                  </a:lnTo>
                  <a:cubicBezTo>
                    <a:pt x="23912" y="16770"/>
                    <a:pt x="23872" y="16761"/>
                    <a:pt x="23836" y="16761"/>
                  </a:cubicBezTo>
                  <a:cubicBezTo>
                    <a:pt x="23785" y="16761"/>
                    <a:pt x="23742" y="16779"/>
                    <a:pt x="23699" y="16822"/>
                  </a:cubicBezTo>
                  <a:cubicBezTo>
                    <a:pt x="23699" y="16822"/>
                    <a:pt x="23477" y="16970"/>
                    <a:pt x="23107" y="17192"/>
                  </a:cubicBezTo>
                  <a:cubicBezTo>
                    <a:pt x="21887" y="18042"/>
                    <a:pt x="18745" y="20113"/>
                    <a:pt x="15787" y="21998"/>
                  </a:cubicBezTo>
                  <a:cubicBezTo>
                    <a:pt x="14308" y="22960"/>
                    <a:pt x="12903" y="23847"/>
                    <a:pt x="11794" y="24475"/>
                  </a:cubicBezTo>
                  <a:cubicBezTo>
                    <a:pt x="11240" y="24808"/>
                    <a:pt x="10759" y="25067"/>
                    <a:pt x="10389" y="25252"/>
                  </a:cubicBezTo>
                  <a:cubicBezTo>
                    <a:pt x="10204" y="25363"/>
                    <a:pt x="10057" y="25400"/>
                    <a:pt x="9946" y="25474"/>
                  </a:cubicBezTo>
                  <a:cubicBezTo>
                    <a:pt x="9885" y="25474"/>
                    <a:pt x="9849" y="25498"/>
                    <a:pt x="9818" y="25507"/>
                  </a:cubicBezTo>
                  <a:lnTo>
                    <a:pt x="9818" y="25507"/>
                  </a:lnTo>
                  <a:cubicBezTo>
                    <a:pt x="9771" y="25492"/>
                    <a:pt x="9673" y="25419"/>
                    <a:pt x="9576" y="25289"/>
                  </a:cubicBezTo>
                  <a:cubicBezTo>
                    <a:pt x="9095" y="24697"/>
                    <a:pt x="8282" y="23292"/>
                    <a:pt x="7321" y="21555"/>
                  </a:cubicBezTo>
                  <a:cubicBezTo>
                    <a:pt x="5953" y="18967"/>
                    <a:pt x="4252" y="15565"/>
                    <a:pt x="2921" y="12830"/>
                  </a:cubicBezTo>
                  <a:cubicBezTo>
                    <a:pt x="2293" y="11462"/>
                    <a:pt x="1701" y="10279"/>
                    <a:pt x="1294" y="9428"/>
                  </a:cubicBezTo>
                  <a:cubicBezTo>
                    <a:pt x="888" y="8541"/>
                    <a:pt x="629" y="8023"/>
                    <a:pt x="629" y="8023"/>
                  </a:cubicBezTo>
                  <a:cubicBezTo>
                    <a:pt x="575" y="7915"/>
                    <a:pt x="461" y="7846"/>
                    <a:pt x="346" y="7846"/>
                  </a:cubicBezTo>
                  <a:cubicBezTo>
                    <a:pt x="304" y="7846"/>
                    <a:pt x="262" y="7856"/>
                    <a:pt x="222" y="7875"/>
                  </a:cubicBezTo>
                  <a:cubicBezTo>
                    <a:pt x="74" y="7949"/>
                    <a:pt x="1" y="8134"/>
                    <a:pt x="74" y="8282"/>
                  </a:cubicBezTo>
                  <a:cubicBezTo>
                    <a:pt x="74" y="8282"/>
                    <a:pt x="2145" y="12719"/>
                    <a:pt x="4363" y="17118"/>
                  </a:cubicBezTo>
                  <a:cubicBezTo>
                    <a:pt x="5472" y="19336"/>
                    <a:pt x="6618" y="21555"/>
                    <a:pt x="7543" y="23218"/>
                  </a:cubicBezTo>
                  <a:cubicBezTo>
                    <a:pt x="8023" y="24032"/>
                    <a:pt x="8430" y="24734"/>
                    <a:pt x="8763" y="25252"/>
                  </a:cubicBezTo>
                  <a:cubicBezTo>
                    <a:pt x="8947" y="25474"/>
                    <a:pt x="9095" y="25695"/>
                    <a:pt x="9243" y="25843"/>
                  </a:cubicBezTo>
                  <a:cubicBezTo>
                    <a:pt x="9317" y="25917"/>
                    <a:pt x="9391" y="25991"/>
                    <a:pt x="9465" y="26028"/>
                  </a:cubicBezTo>
                  <a:cubicBezTo>
                    <a:pt x="9539" y="26065"/>
                    <a:pt x="9613" y="26139"/>
                    <a:pt x="9761" y="26139"/>
                  </a:cubicBezTo>
                  <a:cubicBezTo>
                    <a:pt x="9909" y="26139"/>
                    <a:pt x="10057" y="26065"/>
                    <a:pt x="10204" y="25991"/>
                  </a:cubicBezTo>
                  <a:cubicBezTo>
                    <a:pt x="10870" y="25732"/>
                    <a:pt x="12016" y="25104"/>
                    <a:pt x="13421" y="24217"/>
                  </a:cubicBezTo>
                  <a:cubicBezTo>
                    <a:pt x="17312" y="21862"/>
                    <a:pt x="23062" y="17994"/>
                    <a:pt x="23922" y="17414"/>
                  </a:cubicBezTo>
                  <a:lnTo>
                    <a:pt x="23922" y="17414"/>
                  </a:lnTo>
                  <a:cubicBezTo>
                    <a:pt x="24118" y="17458"/>
                    <a:pt x="24483" y="17525"/>
                    <a:pt x="24882" y="17525"/>
                  </a:cubicBezTo>
                  <a:cubicBezTo>
                    <a:pt x="25177" y="17525"/>
                    <a:pt x="25473" y="17488"/>
                    <a:pt x="25769" y="17340"/>
                  </a:cubicBezTo>
                  <a:cubicBezTo>
                    <a:pt x="25991" y="17229"/>
                    <a:pt x="26213" y="17081"/>
                    <a:pt x="26434" y="16859"/>
                  </a:cubicBezTo>
                  <a:cubicBezTo>
                    <a:pt x="26896" y="16424"/>
                    <a:pt x="27375" y="15863"/>
                    <a:pt x="27638" y="15548"/>
                  </a:cubicBezTo>
                  <a:lnTo>
                    <a:pt x="27638" y="15548"/>
                  </a:lnTo>
                  <a:cubicBezTo>
                    <a:pt x="27786" y="15650"/>
                    <a:pt x="27988" y="15788"/>
                    <a:pt x="28209" y="15935"/>
                  </a:cubicBezTo>
                  <a:cubicBezTo>
                    <a:pt x="28431" y="16083"/>
                    <a:pt x="28690" y="16231"/>
                    <a:pt x="28948" y="16342"/>
                  </a:cubicBezTo>
                  <a:cubicBezTo>
                    <a:pt x="29170" y="16453"/>
                    <a:pt x="29392" y="16527"/>
                    <a:pt x="29614" y="16527"/>
                  </a:cubicBezTo>
                  <a:cubicBezTo>
                    <a:pt x="29762" y="16527"/>
                    <a:pt x="29910" y="16490"/>
                    <a:pt x="30021" y="16379"/>
                  </a:cubicBezTo>
                  <a:cubicBezTo>
                    <a:pt x="30132" y="16268"/>
                    <a:pt x="30205" y="16120"/>
                    <a:pt x="30169" y="15972"/>
                  </a:cubicBezTo>
                  <a:cubicBezTo>
                    <a:pt x="30169" y="15898"/>
                    <a:pt x="30169" y="15787"/>
                    <a:pt x="30132" y="15713"/>
                  </a:cubicBezTo>
                  <a:cubicBezTo>
                    <a:pt x="29947" y="14974"/>
                    <a:pt x="29429" y="14271"/>
                    <a:pt x="28764" y="13754"/>
                  </a:cubicBezTo>
                  <a:cubicBezTo>
                    <a:pt x="28098" y="13236"/>
                    <a:pt x="27285" y="12867"/>
                    <a:pt x="26434" y="12867"/>
                  </a:cubicBezTo>
                  <a:cubicBezTo>
                    <a:pt x="25954" y="12867"/>
                    <a:pt x="25510" y="13125"/>
                    <a:pt x="25067" y="13458"/>
                  </a:cubicBezTo>
                  <a:cubicBezTo>
                    <a:pt x="24438" y="13976"/>
                    <a:pt x="23847" y="14715"/>
                    <a:pt x="23366" y="15344"/>
                  </a:cubicBezTo>
                  <a:cubicBezTo>
                    <a:pt x="23027" y="15796"/>
                    <a:pt x="22774" y="16183"/>
                    <a:pt x="22674" y="16341"/>
                  </a:cubicBezTo>
                  <a:lnTo>
                    <a:pt x="22674" y="16341"/>
                  </a:lnTo>
                  <a:lnTo>
                    <a:pt x="11754" y="20217"/>
                  </a:lnTo>
                  <a:lnTo>
                    <a:pt x="11754" y="20217"/>
                  </a:lnTo>
                  <a:cubicBezTo>
                    <a:pt x="11548" y="19314"/>
                    <a:pt x="10948" y="16721"/>
                    <a:pt x="10204" y="13865"/>
                  </a:cubicBezTo>
                  <a:cubicBezTo>
                    <a:pt x="9761" y="12090"/>
                    <a:pt x="9243" y="10205"/>
                    <a:pt x="8763" y="8578"/>
                  </a:cubicBezTo>
                  <a:cubicBezTo>
                    <a:pt x="8282" y="6951"/>
                    <a:pt x="7838" y="5583"/>
                    <a:pt x="7432" y="4807"/>
                  </a:cubicBezTo>
                  <a:cubicBezTo>
                    <a:pt x="6803" y="3402"/>
                    <a:pt x="6138" y="2219"/>
                    <a:pt x="5509" y="1406"/>
                  </a:cubicBezTo>
                  <a:cubicBezTo>
                    <a:pt x="5213" y="962"/>
                    <a:pt x="4918" y="629"/>
                    <a:pt x="4622" y="407"/>
                  </a:cubicBezTo>
                  <a:cubicBezTo>
                    <a:pt x="4326" y="149"/>
                    <a:pt x="4030" y="1"/>
                    <a:pt x="36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917;p51">
              <a:extLst>
                <a:ext uri="{FF2B5EF4-FFF2-40B4-BE49-F238E27FC236}">
                  <a16:creationId xmlns:a16="http://schemas.microsoft.com/office/drawing/2014/main" id="{B7EBA2A7-84B4-756A-89DC-9793AF93514C}"/>
                </a:ext>
              </a:extLst>
            </p:cNvPr>
            <p:cNvSpPr/>
            <p:nvPr/>
          </p:nvSpPr>
          <p:spPr>
            <a:xfrm>
              <a:off x="2058950" y="3511875"/>
              <a:ext cx="597325" cy="315200"/>
            </a:xfrm>
            <a:custGeom>
              <a:avLst/>
              <a:gdLst/>
              <a:ahLst/>
              <a:cxnLst/>
              <a:rect l="l" t="t" r="r" b="b"/>
              <a:pathLst>
                <a:path w="23893" h="12608" extrusionOk="0">
                  <a:moveTo>
                    <a:pt x="20408" y="0"/>
                  </a:moveTo>
                  <a:cubicBezTo>
                    <a:pt x="18967" y="0"/>
                    <a:pt x="16859" y="3402"/>
                    <a:pt x="16859" y="3402"/>
                  </a:cubicBezTo>
                  <a:lnTo>
                    <a:pt x="5509" y="7431"/>
                  </a:lnTo>
                  <a:cubicBezTo>
                    <a:pt x="5509" y="7431"/>
                    <a:pt x="5140" y="5842"/>
                    <a:pt x="4622" y="3623"/>
                  </a:cubicBezTo>
                  <a:lnTo>
                    <a:pt x="1" y="6544"/>
                  </a:lnTo>
                  <a:cubicBezTo>
                    <a:pt x="1738" y="9871"/>
                    <a:pt x="3291" y="12607"/>
                    <a:pt x="3735" y="12607"/>
                  </a:cubicBezTo>
                  <a:cubicBezTo>
                    <a:pt x="4881" y="12607"/>
                    <a:pt x="17821" y="3882"/>
                    <a:pt x="17821" y="3882"/>
                  </a:cubicBezTo>
                  <a:cubicBezTo>
                    <a:pt x="17821" y="3882"/>
                    <a:pt x="18330" y="4030"/>
                    <a:pt x="18856" y="4030"/>
                  </a:cubicBezTo>
                  <a:cubicBezTo>
                    <a:pt x="19119" y="4030"/>
                    <a:pt x="19386" y="3993"/>
                    <a:pt x="19595" y="3882"/>
                  </a:cubicBezTo>
                  <a:cubicBezTo>
                    <a:pt x="20261" y="3549"/>
                    <a:pt x="21555" y="1923"/>
                    <a:pt x="21555" y="1923"/>
                  </a:cubicBezTo>
                  <a:cubicBezTo>
                    <a:pt x="21555" y="1923"/>
                    <a:pt x="23017" y="3030"/>
                    <a:pt x="23602" y="3030"/>
                  </a:cubicBezTo>
                  <a:cubicBezTo>
                    <a:pt x="23795" y="3030"/>
                    <a:pt x="23892" y="2909"/>
                    <a:pt x="23810" y="2588"/>
                  </a:cubicBezTo>
                  <a:cubicBezTo>
                    <a:pt x="23514" y="1294"/>
                    <a:pt x="21887" y="0"/>
                    <a:pt x="20408"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918;p51">
              <a:extLst>
                <a:ext uri="{FF2B5EF4-FFF2-40B4-BE49-F238E27FC236}">
                  <a16:creationId xmlns:a16="http://schemas.microsoft.com/office/drawing/2014/main" id="{9BDE05D0-9F74-EBE3-ED32-57A921214F69}"/>
                </a:ext>
              </a:extLst>
            </p:cNvPr>
            <p:cNvSpPr/>
            <p:nvPr/>
          </p:nvSpPr>
          <p:spPr>
            <a:xfrm>
              <a:off x="2050625" y="3503550"/>
              <a:ext cx="612825" cy="331850"/>
            </a:xfrm>
            <a:custGeom>
              <a:avLst/>
              <a:gdLst/>
              <a:ahLst/>
              <a:cxnLst/>
              <a:rect l="l" t="t" r="r" b="b"/>
              <a:pathLst>
                <a:path w="24513" h="13274" extrusionOk="0">
                  <a:moveTo>
                    <a:pt x="20741" y="629"/>
                  </a:moveTo>
                  <a:cubicBezTo>
                    <a:pt x="21407" y="629"/>
                    <a:pt x="22109" y="925"/>
                    <a:pt x="22701" y="1368"/>
                  </a:cubicBezTo>
                  <a:cubicBezTo>
                    <a:pt x="23292" y="1812"/>
                    <a:pt x="23736" y="2441"/>
                    <a:pt x="23847" y="2995"/>
                  </a:cubicBezTo>
                  <a:cubicBezTo>
                    <a:pt x="23863" y="3011"/>
                    <a:pt x="23872" y="3026"/>
                    <a:pt x="23877" y="3042"/>
                  </a:cubicBezTo>
                  <a:lnTo>
                    <a:pt x="23877" y="3042"/>
                  </a:lnTo>
                  <a:cubicBezTo>
                    <a:pt x="23803" y="3037"/>
                    <a:pt x="23659" y="2979"/>
                    <a:pt x="23514" y="2921"/>
                  </a:cubicBezTo>
                  <a:cubicBezTo>
                    <a:pt x="23182" y="2773"/>
                    <a:pt x="22849" y="2552"/>
                    <a:pt x="22553" y="2367"/>
                  </a:cubicBezTo>
                  <a:cubicBezTo>
                    <a:pt x="22405" y="2256"/>
                    <a:pt x="22294" y="2182"/>
                    <a:pt x="22220" y="2108"/>
                  </a:cubicBezTo>
                  <a:cubicBezTo>
                    <a:pt x="22109" y="2034"/>
                    <a:pt x="22072" y="2034"/>
                    <a:pt x="22072" y="2034"/>
                  </a:cubicBezTo>
                  <a:cubicBezTo>
                    <a:pt x="22004" y="1982"/>
                    <a:pt x="21927" y="1955"/>
                    <a:pt x="21857" y="1955"/>
                  </a:cubicBezTo>
                  <a:cubicBezTo>
                    <a:pt x="21777" y="1955"/>
                    <a:pt x="21705" y="1992"/>
                    <a:pt x="21666" y="2071"/>
                  </a:cubicBezTo>
                  <a:cubicBezTo>
                    <a:pt x="21666" y="2071"/>
                    <a:pt x="21555" y="2182"/>
                    <a:pt x="21444" y="2330"/>
                  </a:cubicBezTo>
                  <a:cubicBezTo>
                    <a:pt x="21259" y="2552"/>
                    <a:pt x="20926" y="2921"/>
                    <a:pt x="20631" y="3217"/>
                  </a:cubicBezTo>
                  <a:cubicBezTo>
                    <a:pt x="20298" y="3550"/>
                    <a:pt x="19965" y="3845"/>
                    <a:pt x="19817" y="3919"/>
                  </a:cubicBezTo>
                  <a:cubicBezTo>
                    <a:pt x="19669" y="3993"/>
                    <a:pt x="19448" y="4030"/>
                    <a:pt x="19189" y="4030"/>
                  </a:cubicBezTo>
                  <a:cubicBezTo>
                    <a:pt x="18967" y="4030"/>
                    <a:pt x="18708" y="3993"/>
                    <a:pt x="18523" y="3993"/>
                  </a:cubicBezTo>
                  <a:cubicBezTo>
                    <a:pt x="18449" y="3956"/>
                    <a:pt x="18375" y="3956"/>
                    <a:pt x="18338" y="3919"/>
                  </a:cubicBezTo>
                  <a:lnTo>
                    <a:pt x="18264" y="3919"/>
                  </a:lnTo>
                  <a:cubicBezTo>
                    <a:pt x="18219" y="3904"/>
                    <a:pt x="18179" y="3895"/>
                    <a:pt x="18143" y="3895"/>
                  </a:cubicBezTo>
                  <a:cubicBezTo>
                    <a:pt x="18092" y="3895"/>
                    <a:pt x="18049" y="3913"/>
                    <a:pt x="18006" y="3956"/>
                  </a:cubicBezTo>
                  <a:cubicBezTo>
                    <a:pt x="18006" y="3956"/>
                    <a:pt x="17784" y="4104"/>
                    <a:pt x="17414" y="4326"/>
                  </a:cubicBezTo>
                  <a:cubicBezTo>
                    <a:pt x="16194" y="5176"/>
                    <a:pt x="13052" y="7247"/>
                    <a:pt x="10094" y="9132"/>
                  </a:cubicBezTo>
                  <a:cubicBezTo>
                    <a:pt x="8615" y="10094"/>
                    <a:pt x="7210" y="10981"/>
                    <a:pt x="6101" y="11609"/>
                  </a:cubicBezTo>
                  <a:cubicBezTo>
                    <a:pt x="5547" y="11942"/>
                    <a:pt x="5066" y="12201"/>
                    <a:pt x="4696" y="12386"/>
                  </a:cubicBezTo>
                  <a:cubicBezTo>
                    <a:pt x="4511" y="12497"/>
                    <a:pt x="4364" y="12534"/>
                    <a:pt x="4253" y="12608"/>
                  </a:cubicBezTo>
                  <a:cubicBezTo>
                    <a:pt x="4179" y="12608"/>
                    <a:pt x="4142" y="12645"/>
                    <a:pt x="4105" y="12645"/>
                  </a:cubicBezTo>
                  <a:cubicBezTo>
                    <a:pt x="4031" y="12608"/>
                    <a:pt x="3846" y="12386"/>
                    <a:pt x="3624" y="12053"/>
                  </a:cubicBezTo>
                  <a:cubicBezTo>
                    <a:pt x="2948" y="11092"/>
                    <a:pt x="1894" y="9171"/>
                    <a:pt x="761" y="6983"/>
                  </a:cubicBezTo>
                  <a:lnTo>
                    <a:pt x="761" y="6983"/>
                  </a:lnTo>
                  <a:lnTo>
                    <a:pt x="4740" y="4480"/>
                  </a:lnTo>
                  <a:lnTo>
                    <a:pt x="4740" y="4480"/>
                  </a:lnTo>
                  <a:cubicBezTo>
                    <a:pt x="4978" y="5399"/>
                    <a:pt x="5160" y="6192"/>
                    <a:pt x="5288" y="6766"/>
                  </a:cubicBezTo>
                  <a:cubicBezTo>
                    <a:pt x="5473" y="7432"/>
                    <a:pt x="5547" y="7838"/>
                    <a:pt x="5547" y="7838"/>
                  </a:cubicBezTo>
                  <a:cubicBezTo>
                    <a:pt x="5584" y="7912"/>
                    <a:pt x="5621" y="7986"/>
                    <a:pt x="5694" y="8023"/>
                  </a:cubicBezTo>
                  <a:cubicBezTo>
                    <a:pt x="5738" y="8066"/>
                    <a:pt x="5794" y="8084"/>
                    <a:pt x="5848" y="8084"/>
                  </a:cubicBezTo>
                  <a:cubicBezTo>
                    <a:pt x="5886" y="8084"/>
                    <a:pt x="5923" y="8075"/>
                    <a:pt x="5953" y="8060"/>
                  </a:cubicBezTo>
                  <a:lnTo>
                    <a:pt x="17303" y="3993"/>
                  </a:lnTo>
                  <a:cubicBezTo>
                    <a:pt x="17377" y="3993"/>
                    <a:pt x="17414" y="3956"/>
                    <a:pt x="17451" y="3882"/>
                  </a:cubicBezTo>
                  <a:cubicBezTo>
                    <a:pt x="17451" y="3882"/>
                    <a:pt x="17488" y="3845"/>
                    <a:pt x="17525" y="3735"/>
                  </a:cubicBezTo>
                  <a:cubicBezTo>
                    <a:pt x="17747" y="3439"/>
                    <a:pt x="18301" y="2625"/>
                    <a:pt x="18930" y="1923"/>
                  </a:cubicBezTo>
                  <a:cubicBezTo>
                    <a:pt x="19263" y="1553"/>
                    <a:pt x="19595" y="1221"/>
                    <a:pt x="19928" y="999"/>
                  </a:cubicBezTo>
                  <a:cubicBezTo>
                    <a:pt x="20224" y="740"/>
                    <a:pt x="20557" y="629"/>
                    <a:pt x="20741" y="629"/>
                  </a:cubicBezTo>
                  <a:close/>
                  <a:moveTo>
                    <a:pt x="20741" y="1"/>
                  </a:moveTo>
                  <a:cubicBezTo>
                    <a:pt x="20261" y="1"/>
                    <a:pt x="19817" y="259"/>
                    <a:pt x="19374" y="592"/>
                  </a:cubicBezTo>
                  <a:cubicBezTo>
                    <a:pt x="18745" y="1110"/>
                    <a:pt x="18154" y="1849"/>
                    <a:pt x="17673" y="2478"/>
                  </a:cubicBezTo>
                  <a:cubicBezTo>
                    <a:pt x="17334" y="2930"/>
                    <a:pt x="17081" y="3317"/>
                    <a:pt x="16981" y="3475"/>
                  </a:cubicBezTo>
                  <a:lnTo>
                    <a:pt x="16981" y="3475"/>
                  </a:lnTo>
                  <a:lnTo>
                    <a:pt x="6059" y="7352"/>
                  </a:lnTo>
                  <a:lnTo>
                    <a:pt x="6059" y="7352"/>
                  </a:lnTo>
                  <a:cubicBezTo>
                    <a:pt x="5924" y="6772"/>
                    <a:pt x="5627" y="5493"/>
                    <a:pt x="5251" y="3882"/>
                  </a:cubicBezTo>
                  <a:cubicBezTo>
                    <a:pt x="5214" y="3809"/>
                    <a:pt x="5140" y="3735"/>
                    <a:pt x="5066" y="3698"/>
                  </a:cubicBezTo>
                  <a:cubicBezTo>
                    <a:pt x="5011" y="3679"/>
                    <a:pt x="4955" y="3670"/>
                    <a:pt x="4904" y="3670"/>
                  </a:cubicBezTo>
                  <a:cubicBezTo>
                    <a:pt x="4853" y="3670"/>
                    <a:pt x="4807" y="3679"/>
                    <a:pt x="4770" y="3698"/>
                  </a:cubicBezTo>
                  <a:lnTo>
                    <a:pt x="186" y="6618"/>
                  </a:lnTo>
                  <a:cubicBezTo>
                    <a:pt x="38" y="6692"/>
                    <a:pt x="1" y="6877"/>
                    <a:pt x="75" y="7025"/>
                  </a:cubicBezTo>
                  <a:cubicBezTo>
                    <a:pt x="925" y="8689"/>
                    <a:pt x="1739" y="10204"/>
                    <a:pt x="2404" y="11314"/>
                  </a:cubicBezTo>
                  <a:cubicBezTo>
                    <a:pt x="2737" y="11868"/>
                    <a:pt x="3033" y="12349"/>
                    <a:pt x="3291" y="12645"/>
                  </a:cubicBezTo>
                  <a:cubicBezTo>
                    <a:pt x="3402" y="12829"/>
                    <a:pt x="3513" y="12940"/>
                    <a:pt x="3624" y="13051"/>
                  </a:cubicBezTo>
                  <a:cubicBezTo>
                    <a:pt x="3698" y="13125"/>
                    <a:pt x="3735" y="13162"/>
                    <a:pt x="3809" y="13199"/>
                  </a:cubicBezTo>
                  <a:cubicBezTo>
                    <a:pt x="3883" y="13236"/>
                    <a:pt x="3957" y="13273"/>
                    <a:pt x="4068" y="13273"/>
                  </a:cubicBezTo>
                  <a:cubicBezTo>
                    <a:pt x="4216" y="13273"/>
                    <a:pt x="4364" y="13199"/>
                    <a:pt x="4511" y="13125"/>
                  </a:cubicBezTo>
                  <a:cubicBezTo>
                    <a:pt x="5177" y="12866"/>
                    <a:pt x="6323" y="12238"/>
                    <a:pt x="7728" y="11351"/>
                  </a:cubicBezTo>
                  <a:cubicBezTo>
                    <a:pt x="11619" y="8996"/>
                    <a:pt x="17369" y="5128"/>
                    <a:pt x="18229" y="4548"/>
                  </a:cubicBezTo>
                  <a:lnTo>
                    <a:pt x="18229" y="4548"/>
                  </a:lnTo>
                  <a:cubicBezTo>
                    <a:pt x="18425" y="4592"/>
                    <a:pt x="18790" y="4659"/>
                    <a:pt x="19189" y="4659"/>
                  </a:cubicBezTo>
                  <a:cubicBezTo>
                    <a:pt x="19484" y="4659"/>
                    <a:pt x="19780" y="4622"/>
                    <a:pt x="20076" y="4474"/>
                  </a:cubicBezTo>
                  <a:cubicBezTo>
                    <a:pt x="20298" y="4363"/>
                    <a:pt x="20520" y="4215"/>
                    <a:pt x="20741" y="3993"/>
                  </a:cubicBezTo>
                  <a:cubicBezTo>
                    <a:pt x="21203" y="3558"/>
                    <a:pt x="21682" y="2997"/>
                    <a:pt x="21945" y="2682"/>
                  </a:cubicBezTo>
                  <a:lnTo>
                    <a:pt x="21945" y="2682"/>
                  </a:lnTo>
                  <a:cubicBezTo>
                    <a:pt x="22093" y="2784"/>
                    <a:pt x="22295" y="2922"/>
                    <a:pt x="22516" y="3069"/>
                  </a:cubicBezTo>
                  <a:cubicBezTo>
                    <a:pt x="22738" y="3217"/>
                    <a:pt x="22997" y="3365"/>
                    <a:pt x="23255" y="3476"/>
                  </a:cubicBezTo>
                  <a:cubicBezTo>
                    <a:pt x="23477" y="3587"/>
                    <a:pt x="23699" y="3661"/>
                    <a:pt x="23921" y="3661"/>
                  </a:cubicBezTo>
                  <a:cubicBezTo>
                    <a:pt x="24069" y="3661"/>
                    <a:pt x="24217" y="3624"/>
                    <a:pt x="24328" y="3513"/>
                  </a:cubicBezTo>
                  <a:cubicBezTo>
                    <a:pt x="24439" y="3402"/>
                    <a:pt x="24512" y="3254"/>
                    <a:pt x="24476" y="3106"/>
                  </a:cubicBezTo>
                  <a:cubicBezTo>
                    <a:pt x="24476" y="3032"/>
                    <a:pt x="24476" y="2921"/>
                    <a:pt x="24439" y="2847"/>
                  </a:cubicBezTo>
                  <a:cubicBezTo>
                    <a:pt x="24254" y="2108"/>
                    <a:pt x="23736" y="1405"/>
                    <a:pt x="23071" y="888"/>
                  </a:cubicBezTo>
                  <a:cubicBezTo>
                    <a:pt x="22405" y="370"/>
                    <a:pt x="21592" y="1"/>
                    <a:pt x="207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919;p51">
              <a:extLst>
                <a:ext uri="{FF2B5EF4-FFF2-40B4-BE49-F238E27FC236}">
                  <a16:creationId xmlns:a16="http://schemas.microsoft.com/office/drawing/2014/main" id="{7D9ED8B7-F58A-8013-99FF-0A85093B1209}"/>
                </a:ext>
              </a:extLst>
            </p:cNvPr>
            <p:cNvSpPr/>
            <p:nvPr/>
          </p:nvSpPr>
          <p:spPr>
            <a:xfrm>
              <a:off x="1660600" y="4206925"/>
              <a:ext cx="147900" cy="871025"/>
            </a:xfrm>
            <a:custGeom>
              <a:avLst/>
              <a:gdLst/>
              <a:ahLst/>
              <a:cxnLst/>
              <a:rect l="l" t="t" r="r" b="b"/>
              <a:pathLst>
                <a:path w="5916" h="34841" extrusionOk="0">
                  <a:moveTo>
                    <a:pt x="2514" y="0"/>
                  </a:moveTo>
                  <a:lnTo>
                    <a:pt x="0" y="555"/>
                  </a:lnTo>
                  <a:lnTo>
                    <a:pt x="4733" y="34346"/>
                  </a:lnTo>
                  <a:cubicBezTo>
                    <a:pt x="4765" y="34635"/>
                    <a:pt x="5021" y="34841"/>
                    <a:pt x="5306" y="34841"/>
                  </a:cubicBezTo>
                  <a:cubicBezTo>
                    <a:pt x="5348" y="34841"/>
                    <a:pt x="5392" y="34836"/>
                    <a:pt x="5435" y="34827"/>
                  </a:cubicBezTo>
                  <a:cubicBezTo>
                    <a:pt x="5731" y="34790"/>
                    <a:pt x="5916" y="34531"/>
                    <a:pt x="5879" y="34235"/>
                  </a:cubicBezTo>
                  <a:lnTo>
                    <a:pt x="2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920;p51">
              <a:extLst>
                <a:ext uri="{FF2B5EF4-FFF2-40B4-BE49-F238E27FC236}">
                  <a16:creationId xmlns:a16="http://schemas.microsoft.com/office/drawing/2014/main" id="{CF925F20-AF11-2F11-68C4-C06735CD03CF}"/>
                </a:ext>
              </a:extLst>
            </p:cNvPr>
            <p:cNvSpPr/>
            <p:nvPr/>
          </p:nvSpPr>
          <p:spPr>
            <a:xfrm>
              <a:off x="1652275" y="4199525"/>
              <a:ext cx="162700" cy="886400"/>
            </a:xfrm>
            <a:custGeom>
              <a:avLst/>
              <a:gdLst/>
              <a:ahLst/>
              <a:cxnLst/>
              <a:rect l="l" t="t" r="r" b="b"/>
              <a:pathLst>
                <a:path w="6508" h="35456" extrusionOk="0">
                  <a:moveTo>
                    <a:pt x="2589" y="703"/>
                  </a:moveTo>
                  <a:lnTo>
                    <a:pt x="5912" y="34531"/>
                  </a:lnTo>
                  <a:lnTo>
                    <a:pt x="5879" y="34531"/>
                  </a:lnTo>
                  <a:lnTo>
                    <a:pt x="5916" y="34568"/>
                  </a:lnTo>
                  <a:cubicBezTo>
                    <a:pt x="5916" y="34716"/>
                    <a:pt x="5805" y="34790"/>
                    <a:pt x="5694" y="34827"/>
                  </a:cubicBezTo>
                  <a:lnTo>
                    <a:pt x="5620" y="34827"/>
                  </a:lnTo>
                  <a:cubicBezTo>
                    <a:pt x="5509" y="34827"/>
                    <a:pt x="5398" y="34753"/>
                    <a:pt x="5361" y="34605"/>
                  </a:cubicBezTo>
                  <a:lnTo>
                    <a:pt x="672" y="1118"/>
                  </a:lnTo>
                  <a:lnTo>
                    <a:pt x="672" y="1118"/>
                  </a:lnTo>
                  <a:lnTo>
                    <a:pt x="2589" y="703"/>
                  </a:lnTo>
                  <a:close/>
                  <a:moveTo>
                    <a:pt x="2773" y="0"/>
                  </a:moveTo>
                  <a:lnTo>
                    <a:pt x="259" y="555"/>
                  </a:lnTo>
                  <a:cubicBezTo>
                    <a:pt x="112" y="592"/>
                    <a:pt x="1" y="740"/>
                    <a:pt x="1" y="925"/>
                  </a:cubicBezTo>
                  <a:lnTo>
                    <a:pt x="4770" y="34716"/>
                  </a:lnTo>
                  <a:cubicBezTo>
                    <a:pt x="4844" y="35160"/>
                    <a:pt x="5214" y="35455"/>
                    <a:pt x="5620" y="35455"/>
                  </a:cubicBezTo>
                  <a:cubicBezTo>
                    <a:pt x="5694" y="35455"/>
                    <a:pt x="5768" y="35455"/>
                    <a:pt x="5842" y="35418"/>
                  </a:cubicBezTo>
                  <a:cubicBezTo>
                    <a:pt x="6249" y="35344"/>
                    <a:pt x="6507" y="34975"/>
                    <a:pt x="6507" y="34568"/>
                  </a:cubicBezTo>
                  <a:lnTo>
                    <a:pt x="6507" y="34494"/>
                  </a:lnTo>
                  <a:lnTo>
                    <a:pt x="3143" y="296"/>
                  </a:lnTo>
                  <a:cubicBezTo>
                    <a:pt x="3143" y="185"/>
                    <a:pt x="3106" y="111"/>
                    <a:pt x="3032" y="74"/>
                  </a:cubicBezTo>
                  <a:cubicBezTo>
                    <a:pt x="2958" y="0"/>
                    <a:pt x="2884" y="0"/>
                    <a:pt x="2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921;p51">
              <a:extLst>
                <a:ext uri="{FF2B5EF4-FFF2-40B4-BE49-F238E27FC236}">
                  <a16:creationId xmlns:a16="http://schemas.microsoft.com/office/drawing/2014/main" id="{D2C549EB-A06E-99C6-4C27-DA64161106FE}"/>
                </a:ext>
              </a:extLst>
            </p:cNvPr>
            <p:cNvSpPr/>
            <p:nvPr/>
          </p:nvSpPr>
          <p:spPr>
            <a:xfrm>
              <a:off x="1118050" y="4228175"/>
              <a:ext cx="260675" cy="847075"/>
            </a:xfrm>
            <a:custGeom>
              <a:avLst/>
              <a:gdLst/>
              <a:ahLst/>
              <a:cxnLst/>
              <a:rect l="l" t="t" r="r" b="b"/>
              <a:pathLst>
                <a:path w="10427" h="33883" extrusionOk="0">
                  <a:moveTo>
                    <a:pt x="8023" y="1"/>
                  </a:moveTo>
                  <a:lnTo>
                    <a:pt x="75" y="33200"/>
                  </a:lnTo>
                  <a:cubicBezTo>
                    <a:pt x="1" y="33496"/>
                    <a:pt x="222" y="33829"/>
                    <a:pt x="555" y="33866"/>
                  </a:cubicBezTo>
                  <a:cubicBezTo>
                    <a:pt x="599" y="33877"/>
                    <a:pt x="643" y="33882"/>
                    <a:pt x="685" y="33882"/>
                  </a:cubicBezTo>
                  <a:cubicBezTo>
                    <a:pt x="924" y="33882"/>
                    <a:pt x="1121" y="33711"/>
                    <a:pt x="1184" y="33459"/>
                  </a:cubicBezTo>
                  <a:lnTo>
                    <a:pt x="10426" y="1258"/>
                  </a:lnTo>
                  <a:lnTo>
                    <a:pt x="80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922;p51">
              <a:extLst>
                <a:ext uri="{FF2B5EF4-FFF2-40B4-BE49-F238E27FC236}">
                  <a16:creationId xmlns:a16="http://schemas.microsoft.com/office/drawing/2014/main" id="{75B6A887-F727-6331-638A-6F889CCB98DC}"/>
                </a:ext>
              </a:extLst>
            </p:cNvPr>
            <p:cNvSpPr/>
            <p:nvPr/>
          </p:nvSpPr>
          <p:spPr>
            <a:xfrm>
              <a:off x="1112500" y="4220175"/>
              <a:ext cx="274550" cy="862975"/>
            </a:xfrm>
            <a:custGeom>
              <a:avLst/>
              <a:gdLst/>
              <a:ahLst/>
              <a:cxnLst/>
              <a:rect l="l" t="t" r="r" b="b"/>
              <a:pathLst>
                <a:path w="10982" h="34519" extrusionOk="0">
                  <a:moveTo>
                    <a:pt x="8452" y="766"/>
                  </a:moveTo>
                  <a:lnTo>
                    <a:pt x="10279" y="1725"/>
                  </a:lnTo>
                  <a:lnTo>
                    <a:pt x="1110" y="33705"/>
                  </a:lnTo>
                  <a:cubicBezTo>
                    <a:pt x="1073" y="33816"/>
                    <a:pt x="962" y="33890"/>
                    <a:pt x="851" y="33890"/>
                  </a:cubicBezTo>
                  <a:lnTo>
                    <a:pt x="814" y="33890"/>
                  </a:lnTo>
                  <a:cubicBezTo>
                    <a:pt x="703" y="33890"/>
                    <a:pt x="592" y="33779"/>
                    <a:pt x="592" y="33631"/>
                  </a:cubicBezTo>
                  <a:lnTo>
                    <a:pt x="592" y="33594"/>
                  </a:lnTo>
                  <a:lnTo>
                    <a:pt x="8452" y="766"/>
                  </a:lnTo>
                  <a:close/>
                  <a:moveTo>
                    <a:pt x="8240" y="1"/>
                  </a:moveTo>
                  <a:cubicBezTo>
                    <a:pt x="8202" y="1"/>
                    <a:pt x="8165" y="9"/>
                    <a:pt x="8134" y="25"/>
                  </a:cubicBezTo>
                  <a:cubicBezTo>
                    <a:pt x="8060" y="62"/>
                    <a:pt x="7986" y="173"/>
                    <a:pt x="7950" y="247"/>
                  </a:cubicBezTo>
                  <a:lnTo>
                    <a:pt x="1" y="33446"/>
                  </a:lnTo>
                  <a:cubicBezTo>
                    <a:pt x="1" y="33483"/>
                    <a:pt x="1" y="33557"/>
                    <a:pt x="1" y="33631"/>
                  </a:cubicBezTo>
                  <a:cubicBezTo>
                    <a:pt x="1" y="34075"/>
                    <a:pt x="297" y="34445"/>
                    <a:pt x="740" y="34518"/>
                  </a:cubicBezTo>
                  <a:lnTo>
                    <a:pt x="851" y="34518"/>
                  </a:lnTo>
                  <a:cubicBezTo>
                    <a:pt x="1258" y="34518"/>
                    <a:pt x="1591" y="34260"/>
                    <a:pt x="1701" y="33890"/>
                  </a:cubicBezTo>
                  <a:lnTo>
                    <a:pt x="10944" y="1688"/>
                  </a:lnTo>
                  <a:cubicBezTo>
                    <a:pt x="10981" y="1541"/>
                    <a:pt x="10907" y="1393"/>
                    <a:pt x="10796" y="1319"/>
                  </a:cubicBezTo>
                  <a:lnTo>
                    <a:pt x="8393" y="62"/>
                  </a:lnTo>
                  <a:cubicBezTo>
                    <a:pt x="8350" y="18"/>
                    <a:pt x="8294" y="1"/>
                    <a:pt x="82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923;p51">
              <a:extLst>
                <a:ext uri="{FF2B5EF4-FFF2-40B4-BE49-F238E27FC236}">
                  <a16:creationId xmlns:a16="http://schemas.microsoft.com/office/drawing/2014/main" id="{93C9AA1F-A96C-ABC2-9DCE-879A05B6E0BB}"/>
                </a:ext>
              </a:extLst>
            </p:cNvPr>
            <p:cNvSpPr/>
            <p:nvPr/>
          </p:nvSpPr>
          <p:spPr>
            <a:xfrm>
              <a:off x="1551525" y="4218000"/>
              <a:ext cx="190425" cy="859700"/>
            </a:xfrm>
            <a:custGeom>
              <a:avLst/>
              <a:gdLst/>
              <a:ahLst/>
              <a:cxnLst/>
              <a:rect l="l" t="t" r="r" b="b"/>
              <a:pathLst>
                <a:path w="7617" h="34388" extrusionOk="0">
                  <a:moveTo>
                    <a:pt x="5140" y="1"/>
                  </a:moveTo>
                  <a:lnTo>
                    <a:pt x="75" y="33755"/>
                  </a:lnTo>
                  <a:cubicBezTo>
                    <a:pt x="1" y="34088"/>
                    <a:pt x="260" y="34384"/>
                    <a:pt x="592" y="34384"/>
                  </a:cubicBezTo>
                  <a:cubicBezTo>
                    <a:pt x="614" y="34386"/>
                    <a:pt x="636" y="34388"/>
                    <a:pt x="657" y="34388"/>
                  </a:cubicBezTo>
                  <a:cubicBezTo>
                    <a:pt x="925" y="34388"/>
                    <a:pt x="1150" y="34180"/>
                    <a:pt x="1184" y="33940"/>
                  </a:cubicBezTo>
                  <a:lnTo>
                    <a:pt x="7617" y="1073"/>
                  </a:lnTo>
                  <a:lnTo>
                    <a:pt x="51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924;p51">
              <a:extLst>
                <a:ext uri="{FF2B5EF4-FFF2-40B4-BE49-F238E27FC236}">
                  <a16:creationId xmlns:a16="http://schemas.microsoft.com/office/drawing/2014/main" id="{3BED41B1-5B0D-8B46-E7A8-EE620EE81012}"/>
                </a:ext>
              </a:extLst>
            </p:cNvPr>
            <p:cNvSpPr/>
            <p:nvPr/>
          </p:nvSpPr>
          <p:spPr>
            <a:xfrm>
              <a:off x="1545075" y="4210000"/>
              <a:ext cx="205200" cy="875925"/>
            </a:xfrm>
            <a:custGeom>
              <a:avLst/>
              <a:gdLst/>
              <a:ahLst/>
              <a:cxnLst/>
              <a:rect l="l" t="t" r="r" b="b"/>
              <a:pathLst>
                <a:path w="8208" h="35037" extrusionOk="0">
                  <a:moveTo>
                    <a:pt x="5630" y="779"/>
                  </a:moveTo>
                  <a:lnTo>
                    <a:pt x="7505" y="1578"/>
                  </a:lnTo>
                  <a:lnTo>
                    <a:pt x="1146" y="34186"/>
                  </a:lnTo>
                  <a:cubicBezTo>
                    <a:pt x="1109" y="34334"/>
                    <a:pt x="998" y="34408"/>
                    <a:pt x="887" y="34408"/>
                  </a:cubicBezTo>
                  <a:cubicBezTo>
                    <a:pt x="739" y="34408"/>
                    <a:pt x="629" y="34297"/>
                    <a:pt x="629" y="34149"/>
                  </a:cubicBezTo>
                  <a:lnTo>
                    <a:pt x="629" y="34112"/>
                  </a:lnTo>
                  <a:lnTo>
                    <a:pt x="5630" y="779"/>
                  </a:lnTo>
                  <a:close/>
                  <a:moveTo>
                    <a:pt x="5385" y="1"/>
                  </a:moveTo>
                  <a:cubicBezTo>
                    <a:pt x="5330" y="1"/>
                    <a:pt x="5278" y="19"/>
                    <a:pt x="5213" y="62"/>
                  </a:cubicBezTo>
                  <a:cubicBezTo>
                    <a:pt x="5139" y="99"/>
                    <a:pt x="5102" y="173"/>
                    <a:pt x="5065" y="284"/>
                  </a:cubicBezTo>
                  <a:lnTo>
                    <a:pt x="0" y="34001"/>
                  </a:lnTo>
                  <a:lnTo>
                    <a:pt x="37" y="34001"/>
                  </a:lnTo>
                  <a:lnTo>
                    <a:pt x="0" y="34149"/>
                  </a:lnTo>
                  <a:cubicBezTo>
                    <a:pt x="0" y="34593"/>
                    <a:pt x="370" y="34999"/>
                    <a:pt x="850" y="35036"/>
                  </a:cubicBezTo>
                  <a:lnTo>
                    <a:pt x="887" y="35036"/>
                  </a:lnTo>
                  <a:cubicBezTo>
                    <a:pt x="1294" y="35036"/>
                    <a:pt x="1664" y="34741"/>
                    <a:pt x="1738" y="34334"/>
                  </a:cubicBezTo>
                  <a:lnTo>
                    <a:pt x="8171" y="1430"/>
                  </a:lnTo>
                  <a:cubicBezTo>
                    <a:pt x="8208" y="1282"/>
                    <a:pt x="8134" y="1134"/>
                    <a:pt x="7986" y="1097"/>
                  </a:cubicBezTo>
                  <a:lnTo>
                    <a:pt x="5509" y="25"/>
                  </a:lnTo>
                  <a:cubicBezTo>
                    <a:pt x="5463" y="10"/>
                    <a:pt x="5423" y="1"/>
                    <a:pt x="53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925;p51">
              <a:extLst>
                <a:ext uri="{FF2B5EF4-FFF2-40B4-BE49-F238E27FC236}">
                  <a16:creationId xmlns:a16="http://schemas.microsoft.com/office/drawing/2014/main" id="{152E1D55-469F-EB9F-1633-99B754CC1819}"/>
                </a:ext>
              </a:extLst>
            </p:cNvPr>
            <p:cNvSpPr/>
            <p:nvPr/>
          </p:nvSpPr>
          <p:spPr>
            <a:xfrm>
              <a:off x="2127350" y="4206925"/>
              <a:ext cx="147900" cy="871025"/>
            </a:xfrm>
            <a:custGeom>
              <a:avLst/>
              <a:gdLst/>
              <a:ahLst/>
              <a:cxnLst/>
              <a:rect l="l" t="t" r="r" b="b"/>
              <a:pathLst>
                <a:path w="5916" h="34841" extrusionOk="0">
                  <a:moveTo>
                    <a:pt x="2515" y="0"/>
                  </a:moveTo>
                  <a:lnTo>
                    <a:pt x="1" y="555"/>
                  </a:lnTo>
                  <a:lnTo>
                    <a:pt x="4733" y="34346"/>
                  </a:lnTo>
                  <a:cubicBezTo>
                    <a:pt x="4797" y="34635"/>
                    <a:pt x="5029" y="34841"/>
                    <a:pt x="5307" y="34841"/>
                  </a:cubicBezTo>
                  <a:cubicBezTo>
                    <a:pt x="5349" y="34841"/>
                    <a:pt x="5392" y="34836"/>
                    <a:pt x="5435" y="34827"/>
                  </a:cubicBezTo>
                  <a:cubicBezTo>
                    <a:pt x="5731" y="34790"/>
                    <a:pt x="5916" y="34531"/>
                    <a:pt x="5879" y="34235"/>
                  </a:cubicBezTo>
                  <a:lnTo>
                    <a:pt x="2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926;p51">
              <a:extLst>
                <a:ext uri="{FF2B5EF4-FFF2-40B4-BE49-F238E27FC236}">
                  <a16:creationId xmlns:a16="http://schemas.microsoft.com/office/drawing/2014/main" id="{2C4C4EBF-F7A7-3AA9-8B7F-7BD4A3936BAA}"/>
                </a:ext>
              </a:extLst>
            </p:cNvPr>
            <p:cNvSpPr/>
            <p:nvPr/>
          </p:nvSpPr>
          <p:spPr>
            <a:xfrm>
              <a:off x="2119025" y="4199525"/>
              <a:ext cx="162700" cy="886400"/>
            </a:xfrm>
            <a:custGeom>
              <a:avLst/>
              <a:gdLst/>
              <a:ahLst/>
              <a:cxnLst/>
              <a:rect l="l" t="t" r="r" b="b"/>
              <a:pathLst>
                <a:path w="6508" h="35456" extrusionOk="0">
                  <a:moveTo>
                    <a:pt x="2589" y="703"/>
                  </a:moveTo>
                  <a:lnTo>
                    <a:pt x="5916" y="34568"/>
                  </a:lnTo>
                  <a:cubicBezTo>
                    <a:pt x="5916" y="34716"/>
                    <a:pt x="5805" y="34790"/>
                    <a:pt x="5694" y="34827"/>
                  </a:cubicBezTo>
                  <a:lnTo>
                    <a:pt x="5657" y="34827"/>
                  </a:lnTo>
                  <a:cubicBezTo>
                    <a:pt x="5509" y="34827"/>
                    <a:pt x="5399" y="34753"/>
                    <a:pt x="5399" y="34605"/>
                  </a:cubicBezTo>
                  <a:lnTo>
                    <a:pt x="673" y="1125"/>
                  </a:lnTo>
                  <a:lnTo>
                    <a:pt x="673" y="1125"/>
                  </a:lnTo>
                  <a:lnTo>
                    <a:pt x="2589" y="703"/>
                  </a:lnTo>
                  <a:close/>
                  <a:moveTo>
                    <a:pt x="2811" y="0"/>
                  </a:moveTo>
                  <a:lnTo>
                    <a:pt x="260" y="555"/>
                  </a:lnTo>
                  <a:cubicBezTo>
                    <a:pt x="112" y="592"/>
                    <a:pt x="1" y="740"/>
                    <a:pt x="1" y="925"/>
                  </a:cubicBezTo>
                  <a:lnTo>
                    <a:pt x="4770" y="34716"/>
                  </a:lnTo>
                  <a:cubicBezTo>
                    <a:pt x="4844" y="35160"/>
                    <a:pt x="5214" y="35455"/>
                    <a:pt x="5657" y="35455"/>
                  </a:cubicBezTo>
                  <a:cubicBezTo>
                    <a:pt x="5694" y="35455"/>
                    <a:pt x="5768" y="35455"/>
                    <a:pt x="5842" y="35418"/>
                  </a:cubicBezTo>
                  <a:cubicBezTo>
                    <a:pt x="6249" y="35344"/>
                    <a:pt x="6508" y="34975"/>
                    <a:pt x="6508" y="34568"/>
                  </a:cubicBezTo>
                  <a:lnTo>
                    <a:pt x="6508" y="34494"/>
                  </a:lnTo>
                  <a:lnTo>
                    <a:pt x="3180" y="296"/>
                  </a:lnTo>
                  <a:cubicBezTo>
                    <a:pt x="3143" y="185"/>
                    <a:pt x="3106" y="111"/>
                    <a:pt x="3032" y="74"/>
                  </a:cubicBezTo>
                  <a:cubicBezTo>
                    <a:pt x="2958" y="0"/>
                    <a:pt x="2885" y="0"/>
                    <a:pt x="28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927;p51">
              <a:extLst>
                <a:ext uri="{FF2B5EF4-FFF2-40B4-BE49-F238E27FC236}">
                  <a16:creationId xmlns:a16="http://schemas.microsoft.com/office/drawing/2014/main" id="{26D29BD4-42C8-7F58-77F5-E5198A7FAB39}"/>
                </a:ext>
              </a:extLst>
            </p:cNvPr>
            <p:cNvSpPr/>
            <p:nvPr/>
          </p:nvSpPr>
          <p:spPr>
            <a:xfrm>
              <a:off x="1121750" y="3236425"/>
              <a:ext cx="1197875" cy="1049075"/>
            </a:xfrm>
            <a:custGeom>
              <a:avLst/>
              <a:gdLst/>
              <a:ahLst/>
              <a:cxnLst/>
              <a:rect l="l" t="t" r="r" b="b"/>
              <a:pathLst>
                <a:path w="47915" h="41963" extrusionOk="0">
                  <a:moveTo>
                    <a:pt x="4067" y="1"/>
                  </a:moveTo>
                  <a:cubicBezTo>
                    <a:pt x="1775" y="1"/>
                    <a:pt x="1" y="2071"/>
                    <a:pt x="370" y="4327"/>
                  </a:cubicBezTo>
                  <a:lnTo>
                    <a:pt x="6138" y="41963"/>
                  </a:lnTo>
                  <a:lnTo>
                    <a:pt x="47286" y="41963"/>
                  </a:lnTo>
                  <a:cubicBezTo>
                    <a:pt x="47286" y="41963"/>
                    <a:pt x="47914" y="31130"/>
                    <a:pt x="46103" y="27285"/>
                  </a:cubicBezTo>
                  <a:cubicBezTo>
                    <a:pt x="45759" y="26556"/>
                    <a:pt x="44676" y="26262"/>
                    <a:pt x="43140" y="26262"/>
                  </a:cubicBezTo>
                  <a:cubicBezTo>
                    <a:pt x="36681" y="26262"/>
                    <a:pt x="22218" y="31467"/>
                    <a:pt x="21118" y="31467"/>
                  </a:cubicBezTo>
                  <a:cubicBezTo>
                    <a:pt x="21099" y="31467"/>
                    <a:pt x="21085" y="31466"/>
                    <a:pt x="21074" y="31463"/>
                  </a:cubicBezTo>
                  <a:cubicBezTo>
                    <a:pt x="20482" y="31315"/>
                    <a:pt x="21370" y="11906"/>
                    <a:pt x="22442" y="4290"/>
                  </a:cubicBezTo>
                  <a:cubicBezTo>
                    <a:pt x="22774" y="2034"/>
                    <a:pt x="21037" y="1"/>
                    <a:pt x="187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928;p51">
              <a:extLst>
                <a:ext uri="{FF2B5EF4-FFF2-40B4-BE49-F238E27FC236}">
                  <a16:creationId xmlns:a16="http://schemas.microsoft.com/office/drawing/2014/main" id="{42F5586E-485A-F38E-118B-225B4776C226}"/>
                </a:ext>
              </a:extLst>
            </p:cNvPr>
            <p:cNvSpPr/>
            <p:nvPr/>
          </p:nvSpPr>
          <p:spPr>
            <a:xfrm>
              <a:off x="1121750" y="3229050"/>
              <a:ext cx="1192325" cy="1063850"/>
            </a:xfrm>
            <a:custGeom>
              <a:avLst/>
              <a:gdLst/>
              <a:ahLst/>
              <a:cxnLst/>
              <a:rect l="l" t="t" r="r" b="b"/>
              <a:pathLst>
                <a:path w="47693" h="42554" extrusionOk="0">
                  <a:moveTo>
                    <a:pt x="18745" y="592"/>
                  </a:moveTo>
                  <a:cubicBezTo>
                    <a:pt x="19706" y="592"/>
                    <a:pt x="20556" y="998"/>
                    <a:pt x="21185" y="1627"/>
                  </a:cubicBezTo>
                  <a:cubicBezTo>
                    <a:pt x="21813" y="2255"/>
                    <a:pt x="22183" y="3106"/>
                    <a:pt x="22183" y="4067"/>
                  </a:cubicBezTo>
                  <a:cubicBezTo>
                    <a:pt x="22183" y="4215"/>
                    <a:pt x="22183" y="4400"/>
                    <a:pt x="22146" y="4548"/>
                  </a:cubicBezTo>
                  <a:cubicBezTo>
                    <a:pt x="21296" y="10463"/>
                    <a:pt x="20556" y="23477"/>
                    <a:pt x="20556" y="29096"/>
                  </a:cubicBezTo>
                  <a:cubicBezTo>
                    <a:pt x="20556" y="29910"/>
                    <a:pt x="20593" y="30575"/>
                    <a:pt x="20630" y="31056"/>
                  </a:cubicBezTo>
                  <a:cubicBezTo>
                    <a:pt x="20630" y="31277"/>
                    <a:pt x="20667" y="31462"/>
                    <a:pt x="20704" y="31610"/>
                  </a:cubicBezTo>
                  <a:cubicBezTo>
                    <a:pt x="20704" y="31684"/>
                    <a:pt x="20704" y="31758"/>
                    <a:pt x="20741" y="31832"/>
                  </a:cubicBezTo>
                  <a:lnTo>
                    <a:pt x="20815" y="31943"/>
                  </a:lnTo>
                  <a:cubicBezTo>
                    <a:pt x="20852" y="31980"/>
                    <a:pt x="20889" y="32054"/>
                    <a:pt x="21000" y="32054"/>
                  </a:cubicBezTo>
                  <a:lnTo>
                    <a:pt x="21111" y="32091"/>
                  </a:lnTo>
                  <a:cubicBezTo>
                    <a:pt x="21222" y="32091"/>
                    <a:pt x="21370" y="32054"/>
                    <a:pt x="21517" y="32017"/>
                  </a:cubicBezTo>
                  <a:cubicBezTo>
                    <a:pt x="22183" y="31869"/>
                    <a:pt x="23477" y="31462"/>
                    <a:pt x="25141" y="30945"/>
                  </a:cubicBezTo>
                  <a:cubicBezTo>
                    <a:pt x="27655" y="30205"/>
                    <a:pt x="31019" y="29170"/>
                    <a:pt x="34346" y="28320"/>
                  </a:cubicBezTo>
                  <a:cubicBezTo>
                    <a:pt x="37637" y="27506"/>
                    <a:pt x="40927" y="26878"/>
                    <a:pt x="43145" y="26878"/>
                  </a:cubicBezTo>
                  <a:cubicBezTo>
                    <a:pt x="43885" y="26878"/>
                    <a:pt x="44513" y="26952"/>
                    <a:pt x="44957" y="27100"/>
                  </a:cubicBezTo>
                  <a:cubicBezTo>
                    <a:pt x="45437" y="27248"/>
                    <a:pt x="45696" y="27469"/>
                    <a:pt x="45807" y="27728"/>
                  </a:cubicBezTo>
                  <a:cubicBezTo>
                    <a:pt x="46325" y="28800"/>
                    <a:pt x="46657" y="30538"/>
                    <a:pt x="46842" y="32461"/>
                  </a:cubicBezTo>
                  <a:cubicBezTo>
                    <a:pt x="47027" y="34346"/>
                    <a:pt x="47101" y="36416"/>
                    <a:pt x="47101" y="38154"/>
                  </a:cubicBezTo>
                  <a:cubicBezTo>
                    <a:pt x="47101" y="39337"/>
                    <a:pt x="47064" y="40335"/>
                    <a:pt x="47027" y="41075"/>
                  </a:cubicBezTo>
                  <a:cubicBezTo>
                    <a:pt x="47027" y="41469"/>
                    <a:pt x="47017" y="41768"/>
                    <a:pt x="47007" y="41962"/>
                  </a:cubicBezTo>
                  <a:lnTo>
                    <a:pt x="6396" y="41962"/>
                  </a:lnTo>
                  <a:lnTo>
                    <a:pt x="666" y="4585"/>
                  </a:lnTo>
                  <a:cubicBezTo>
                    <a:pt x="629" y="4400"/>
                    <a:pt x="629" y="4215"/>
                    <a:pt x="629" y="4067"/>
                  </a:cubicBezTo>
                  <a:cubicBezTo>
                    <a:pt x="629" y="3106"/>
                    <a:pt x="999" y="2255"/>
                    <a:pt x="1627" y="1627"/>
                  </a:cubicBezTo>
                  <a:cubicBezTo>
                    <a:pt x="2256" y="998"/>
                    <a:pt x="3106" y="592"/>
                    <a:pt x="4067" y="592"/>
                  </a:cubicBezTo>
                  <a:close/>
                  <a:moveTo>
                    <a:pt x="4067" y="0"/>
                  </a:moveTo>
                  <a:cubicBezTo>
                    <a:pt x="1812" y="0"/>
                    <a:pt x="1" y="1849"/>
                    <a:pt x="1" y="4067"/>
                  </a:cubicBezTo>
                  <a:cubicBezTo>
                    <a:pt x="1" y="4252"/>
                    <a:pt x="38" y="4474"/>
                    <a:pt x="38" y="4696"/>
                  </a:cubicBezTo>
                  <a:lnTo>
                    <a:pt x="5842" y="42295"/>
                  </a:lnTo>
                  <a:cubicBezTo>
                    <a:pt x="5879" y="42443"/>
                    <a:pt x="5990" y="42554"/>
                    <a:pt x="6138" y="42554"/>
                  </a:cubicBezTo>
                  <a:lnTo>
                    <a:pt x="47286" y="42554"/>
                  </a:lnTo>
                  <a:cubicBezTo>
                    <a:pt x="47471" y="42554"/>
                    <a:pt x="47582" y="42443"/>
                    <a:pt x="47619" y="42258"/>
                  </a:cubicBezTo>
                  <a:cubicBezTo>
                    <a:pt x="47619" y="42258"/>
                    <a:pt x="47693" y="40520"/>
                    <a:pt x="47693" y="38154"/>
                  </a:cubicBezTo>
                  <a:cubicBezTo>
                    <a:pt x="47693" y="36416"/>
                    <a:pt x="47656" y="34309"/>
                    <a:pt x="47471" y="32387"/>
                  </a:cubicBezTo>
                  <a:cubicBezTo>
                    <a:pt x="47249" y="30464"/>
                    <a:pt x="46953" y="28653"/>
                    <a:pt x="46362" y="27433"/>
                  </a:cubicBezTo>
                  <a:cubicBezTo>
                    <a:pt x="46140" y="26989"/>
                    <a:pt x="45696" y="26693"/>
                    <a:pt x="45142" y="26508"/>
                  </a:cubicBezTo>
                  <a:cubicBezTo>
                    <a:pt x="44587" y="26323"/>
                    <a:pt x="43922" y="26249"/>
                    <a:pt x="43145" y="26249"/>
                  </a:cubicBezTo>
                  <a:cubicBezTo>
                    <a:pt x="39818" y="26249"/>
                    <a:pt x="34568" y="27580"/>
                    <a:pt x="30021" y="28874"/>
                  </a:cubicBezTo>
                  <a:cubicBezTo>
                    <a:pt x="27728" y="29503"/>
                    <a:pt x="25621" y="30168"/>
                    <a:pt x="23994" y="30649"/>
                  </a:cubicBezTo>
                  <a:cubicBezTo>
                    <a:pt x="23181" y="30908"/>
                    <a:pt x="22516" y="31093"/>
                    <a:pt x="21998" y="31240"/>
                  </a:cubicBezTo>
                  <a:cubicBezTo>
                    <a:pt x="21776" y="31314"/>
                    <a:pt x="21554" y="31388"/>
                    <a:pt x="21407" y="31425"/>
                  </a:cubicBezTo>
                  <a:cubicBezTo>
                    <a:pt x="21362" y="31436"/>
                    <a:pt x="21318" y="31444"/>
                    <a:pt x="21277" y="31450"/>
                  </a:cubicBezTo>
                  <a:lnTo>
                    <a:pt x="21277" y="31450"/>
                  </a:lnTo>
                  <a:cubicBezTo>
                    <a:pt x="21247" y="31286"/>
                    <a:pt x="21222" y="31024"/>
                    <a:pt x="21222" y="30686"/>
                  </a:cubicBezTo>
                  <a:cubicBezTo>
                    <a:pt x="21185" y="30242"/>
                    <a:pt x="21185" y="29725"/>
                    <a:pt x="21185" y="29096"/>
                  </a:cubicBezTo>
                  <a:cubicBezTo>
                    <a:pt x="21185" y="23514"/>
                    <a:pt x="21924" y="10500"/>
                    <a:pt x="22774" y="4659"/>
                  </a:cubicBezTo>
                  <a:cubicBezTo>
                    <a:pt x="22774" y="4437"/>
                    <a:pt x="22811" y="4252"/>
                    <a:pt x="22811" y="4067"/>
                  </a:cubicBezTo>
                  <a:cubicBezTo>
                    <a:pt x="22811" y="1849"/>
                    <a:pt x="21000" y="0"/>
                    <a:pt x="18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929;p51">
              <a:extLst>
                <a:ext uri="{FF2B5EF4-FFF2-40B4-BE49-F238E27FC236}">
                  <a16:creationId xmlns:a16="http://schemas.microsoft.com/office/drawing/2014/main" id="{9CDD0B5C-53F7-9634-F3F6-D1086B8F2AD4}"/>
                </a:ext>
              </a:extLst>
            </p:cNvPr>
            <p:cNvSpPr/>
            <p:nvPr/>
          </p:nvSpPr>
          <p:spPr>
            <a:xfrm>
              <a:off x="1495150" y="3236425"/>
              <a:ext cx="824475" cy="1049075"/>
            </a:xfrm>
            <a:custGeom>
              <a:avLst/>
              <a:gdLst/>
              <a:ahLst/>
              <a:cxnLst/>
              <a:rect l="l" t="t" r="r" b="b"/>
              <a:pathLst>
                <a:path w="32979" h="41963" extrusionOk="0">
                  <a:moveTo>
                    <a:pt x="3920" y="1"/>
                  </a:moveTo>
                  <a:cubicBezTo>
                    <a:pt x="1701" y="75"/>
                    <a:pt x="1" y="2108"/>
                    <a:pt x="333" y="4327"/>
                  </a:cubicBezTo>
                  <a:lnTo>
                    <a:pt x="6138" y="41963"/>
                  </a:lnTo>
                  <a:lnTo>
                    <a:pt x="32350" y="41963"/>
                  </a:lnTo>
                  <a:cubicBezTo>
                    <a:pt x="32350" y="41963"/>
                    <a:pt x="32978" y="31130"/>
                    <a:pt x="31167" y="27285"/>
                  </a:cubicBezTo>
                  <a:cubicBezTo>
                    <a:pt x="30823" y="26556"/>
                    <a:pt x="29740" y="26262"/>
                    <a:pt x="28204" y="26262"/>
                  </a:cubicBezTo>
                  <a:cubicBezTo>
                    <a:pt x="21745" y="26262"/>
                    <a:pt x="7282" y="31467"/>
                    <a:pt x="6182" y="31467"/>
                  </a:cubicBezTo>
                  <a:cubicBezTo>
                    <a:pt x="6163" y="31467"/>
                    <a:pt x="6149" y="31466"/>
                    <a:pt x="6138" y="31463"/>
                  </a:cubicBezTo>
                  <a:cubicBezTo>
                    <a:pt x="5546" y="31315"/>
                    <a:pt x="6434" y="11906"/>
                    <a:pt x="7506" y="4290"/>
                  </a:cubicBezTo>
                  <a:cubicBezTo>
                    <a:pt x="7838" y="2071"/>
                    <a:pt x="6175" y="75"/>
                    <a:pt x="39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930;p51">
              <a:extLst>
                <a:ext uri="{FF2B5EF4-FFF2-40B4-BE49-F238E27FC236}">
                  <a16:creationId xmlns:a16="http://schemas.microsoft.com/office/drawing/2014/main" id="{8327B0E3-EEE6-3B95-FFC4-FB7A70D1CFC7}"/>
                </a:ext>
              </a:extLst>
            </p:cNvPr>
            <p:cNvSpPr/>
            <p:nvPr/>
          </p:nvSpPr>
          <p:spPr>
            <a:xfrm>
              <a:off x="1495150" y="3229050"/>
              <a:ext cx="818925" cy="1063850"/>
            </a:xfrm>
            <a:custGeom>
              <a:avLst/>
              <a:gdLst/>
              <a:ahLst/>
              <a:cxnLst/>
              <a:rect l="l" t="t" r="r" b="b"/>
              <a:pathLst>
                <a:path w="32757" h="42554" extrusionOk="0">
                  <a:moveTo>
                    <a:pt x="3938" y="629"/>
                  </a:moveTo>
                  <a:cubicBezTo>
                    <a:pt x="5814" y="676"/>
                    <a:pt x="7247" y="2225"/>
                    <a:pt x="7247" y="4067"/>
                  </a:cubicBezTo>
                  <a:cubicBezTo>
                    <a:pt x="7247" y="4215"/>
                    <a:pt x="7247" y="4400"/>
                    <a:pt x="7210" y="4548"/>
                  </a:cubicBezTo>
                  <a:cubicBezTo>
                    <a:pt x="6360" y="10463"/>
                    <a:pt x="5620" y="23477"/>
                    <a:pt x="5620" y="29096"/>
                  </a:cubicBezTo>
                  <a:cubicBezTo>
                    <a:pt x="5620" y="29910"/>
                    <a:pt x="5657" y="30575"/>
                    <a:pt x="5694" y="31056"/>
                  </a:cubicBezTo>
                  <a:cubicBezTo>
                    <a:pt x="5694" y="31277"/>
                    <a:pt x="5731" y="31462"/>
                    <a:pt x="5768" y="31610"/>
                  </a:cubicBezTo>
                  <a:cubicBezTo>
                    <a:pt x="5768" y="31684"/>
                    <a:pt x="5768" y="31758"/>
                    <a:pt x="5805" y="31832"/>
                  </a:cubicBezTo>
                  <a:lnTo>
                    <a:pt x="5879" y="31943"/>
                  </a:lnTo>
                  <a:cubicBezTo>
                    <a:pt x="5916" y="31980"/>
                    <a:pt x="5953" y="32054"/>
                    <a:pt x="6064" y="32054"/>
                  </a:cubicBezTo>
                  <a:lnTo>
                    <a:pt x="6175" y="32091"/>
                  </a:lnTo>
                  <a:cubicBezTo>
                    <a:pt x="6286" y="32091"/>
                    <a:pt x="6434" y="32054"/>
                    <a:pt x="6581" y="32017"/>
                  </a:cubicBezTo>
                  <a:cubicBezTo>
                    <a:pt x="7247" y="31869"/>
                    <a:pt x="8541" y="31462"/>
                    <a:pt x="10205" y="30945"/>
                  </a:cubicBezTo>
                  <a:cubicBezTo>
                    <a:pt x="12719" y="30205"/>
                    <a:pt x="16083" y="29170"/>
                    <a:pt x="19410" y="28320"/>
                  </a:cubicBezTo>
                  <a:cubicBezTo>
                    <a:pt x="22701" y="27506"/>
                    <a:pt x="25991" y="26878"/>
                    <a:pt x="28209" y="26878"/>
                  </a:cubicBezTo>
                  <a:cubicBezTo>
                    <a:pt x="28949" y="26878"/>
                    <a:pt x="29577" y="26952"/>
                    <a:pt x="30021" y="27100"/>
                  </a:cubicBezTo>
                  <a:cubicBezTo>
                    <a:pt x="30501" y="27248"/>
                    <a:pt x="30760" y="27469"/>
                    <a:pt x="30871" y="27728"/>
                  </a:cubicBezTo>
                  <a:cubicBezTo>
                    <a:pt x="31389" y="28800"/>
                    <a:pt x="31721" y="30538"/>
                    <a:pt x="31906" y="32461"/>
                  </a:cubicBezTo>
                  <a:cubicBezTo>
                    <a:pt x="32091" y="34346"/>
                    <a:pt x="32165" y="36416"/>
                    <a:pt x="32165" y="38154"/>
                  </a:cubicBezTo>
                  <a:cubicBezTo>
                    <a:pt x="32165" y="39337"/>
                    <a:pt x="32128" y="40335"/>
                    <a:pt x="32091" y="41075"/>
                  </a:cubicBezTo>
                  <a:cubicBezTo>
                    <a:pt x="32091" y="41469"/>
                    <a:pt x="32081" y="41768"/>
                    <a:pt x="32071" y="41962"/>
                  </a:cubicBezTo>
                  <a:lnTo>
                    <a:pt x="6397" y="41962"/>
                  </a:lnTo>
                  <a:lnTo>
                    <a:pt x="666" y="4585"/>
                  </a:lnTo>
                  <a:cubicBezTo>
                    <a:pt x="629" y="4400"/>
                    <a:pt x="629" y="4215"/>
                    <a:pt x="629" y="4067"/>
                  </a:cubicBezTo>
                  <a:cubicBezTo>
                    <a:pt x="629" y="2225"/>
                    <a:pt x="2062" y="676"/>
                    <a:pt x="3938" y="629"/>
                  </a:cubicBezTo>
                  <a:close/>
                  <a:moveTo>
                    <a:pt x="3920" y="0"/>
                  </a:moveTo>
                  <a:cubicBezTo>
                    <a:pt x="1701" y="74"/>
                    <a:pt x="1" y="1886"/>
                    <a:pt x="1" y="4067"/>
                  </a:cubicBezTo>
                  <a:cubicBezTo>
                    <a:pt x="1" y="4252"/>
                    <a:pt x="1" y="4474"/>
                    <a:pt x="38" y="4696"/>
                  </a:cubicBezTo>
                  <a:lnTo>
                    <a:pt x="5842" y="42295"/>
                  </a:lnTo>
                  <a:cubicBezTo>
                    <a:pt x="5842" y="42443"/>
                    <a:pt x="5990" y="42554"/>
                    <a:pt x="6138" y="42554"/>
                  </a:cubicBezTo>
                  <a:lnTo>
                    <a:pt x="32350" y="42554"/>
                  </a:lnTo>
                  <a:cubicBezTo>
                    <a:pt x="32535" y="42554"/>
                    <a:pt x="32646" y="42443"/>
                    <a:pt x="32683" y="42258"/>
                  </a:cubicBezTo>
                  <a:cubicBezTo>
                    <a:pt x="32683" y="42258"/>
                    <a:pt x="32757" y="40520"/>
                    <a:pt x="32757" y="38154"/>
                  </a:cubicBezTo>
                  <a:cubicBezTo>
                    <a:pt x="32757" y="36416"/>
                    <a:pt x="32720" y="34309"/>
                    <a:pt x="32535" y="32387"/>
                  </a:cubicBezTo>
                  <a:cubicBezTo>
                    <a:pt x="32313" y="30464"/>
                    <a:pt x="32017" y="28653"/>
                    <a:pt x="31426" y="27433"/>
                  </a:cubicBezTo>
                  <a:cubicBezTo>
                    <a:pt x="31204" y="26989"/>
                    <a:pt x="30760" y="26693"/>
                    <a:pt x="30206" y="26508"/>
                  </a:cubicBezTo>
                  <a:cubicBezTo>
                    <a:pt x="29651" y="26323"/>
                    <a:pt x="28986" y="26249"/>
                    <a:pt x="28209" y="26249"/>
                  </a:cubicBezTo>
                  <a:cubicBezTo>
                    <a:pt x="24882" y="26249"/>
                    <a:pt x="19632" y="27580"/>
                    <a:pt x="15085" y="28874"/>
                  </a:cubicBezTo>
                  <a:cubicBezTo>
                    <a:pt x="12792" y="29503"/>
                    <a:pt x="10685" y="30168"/>
                    <a:pt x="9058" y="30649"/>
                  </a:cubicBezTo>
                  <a:cubicBezTo>
                    <a:pt x="8245" y="30908"/>
                    <a:pt x="7580" y="31093"/>
                    <a:pt x="7062" y="31240"/>
                  </a:cubicBezTo>
                  <a:cubicBezTo>
                    <a:pt x="6840" y="31314"/>
                    <a:pt x="6618" y="31388"/>
                    <a:pt x="6471" y="31425"/>
                  </a:cubicBezTo>
                  <a:cubicBezTo>
                    <a:pt x="6426" y="31436"/>
                    <a:pt x="6382" y="31444"/>
                    <a:pt x="6341" y="31450"/>
                  </a:cubicBezTo>
                  <a:lnTo>
                    <a:pt x="6341" y="31450"/>
                  </a:lnTo>
                  <a:cubicBezTo>
                    <a:pt x="6311" y="31286"/>
                    <a:pt x="6286" y="31024"/>
                    <a:pt x="6286" y="30686"/>
                  </a:cubicBezTo>
                  <a:cubicBezTo>
                    <a:pt x="6249" y="30242"/>
                    <a:pt x="6249" y="29725"/>
                    <a:pt x="6249" y="29096"/>
                  </a:cubicBezTo>
                  <a:cubicBezTo>
                    <a:pt x="6249" y="23514"/>
                    <a:pt x="6988" y="10500"/>
                    <a:pt x="7838" y="4659"/>
                  </a:cubicBezTo>
                  <a:cubicBezTo>
                    <a:pt x="7838" y="4437"/>
                    <a:pt x="7875" y="4252"/>
                    <a:pt x="7875" y="4067"/>
                  </a:cubicBezTo>
                  <a:cubicBezTo>
                    <a:pt x="7875" y="1886"/>
                    <a:pt x="6138" y="74"/>
                    <a:pt x="39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06"/>
        <p:cNvGrpSpPr/>
        <p:nvPr/>
      </p:nvGrpSpPr>
      <p:grpSpPr>
        <a:xfrm>
          <a:off x="0" y="0"/>
          <a:ext cx="0" cy="0"/>
          <a:chOff x="0" y="0"/>
          <a:chExt cx="0" cy="0"/>
        </a:xfrm>
      </p:grpSpPr>
      <p:sp>
        <p:nvSpPr>
          <p:cNvPr id="2308" name="Google Shape;2308;p43"/>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p>
            <a:pPr lvl="0"/>
            <a:r>
              <a:rPr lang="en-US" dirty="0"/>
              <a:t>03 Proposed Idea - Fed-TTSFUDA</a:t>
            </a:r>
            <a:endParaRPr dirty="0"/>
          </a:p>
        </p:txBody>
      </p:sp>
      <p:sp>
        <p:nvSpPr>
          <p:cNvPr id="2309" name="Google Shape;2309;p43"/>
          <p:cNvSpPr txBox="1"/>
          <p:nvPr/>
        </p:nvSpPr>
        <p:spPr>
          <a:xfrm>
            <a:off x="6372177" y="3145536"/>
            <a:ext cx="877800" cy="530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000">
                <a:solidFill>
                  <a:schemeClr val="lt1"/>
                </a:solidFill>
                <a:latin typeface="Barlow Semi Condensed Medium"/>
                <a:ea typeface="Barlow Semi Condensed Medium"/>
                <a:cs typeface="Barlow Semi Condensed Medium"/>
                <a:sym typeface="Barlow Semi Condensed Medium"/>
              </a:rPr>
              <a:t>45K</a:t>
            </a:r>
            <a:endParaRPr sz="3000">
              <a:solidFill>
                <a:schemeClr val="lt1"/>
              </a:solidFill>
              <a:latin typeface="Barlow Semi Condensed Medium"/>
              <a:ea typeface="Barlow Semi Condensed Medium"/>
              <a:cs typeface="Barlow Semi Condensed Medium"/>
              <a:sym typeface="Barlow Semi Condensed Medium"/>
            </a:endParaRPr>
          </a:p>
        </p:txBody>
      </p:sp>
      <p:sp>
        <p:nvSpPr>
          <p:cNvPr id="2319" name="Google Shape;2319;p43"/>
          <p:cNvSpPr txBox="1"/>
          <p:nvPr/>
        </p:nvSpPr>
        <p:spPr>
          <a:xfrm>
            <a:off x="6375459" y="3144442"/>
            <a:ext cx="879300" cy="526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700">
                <a:solidFill>
                  <a:schemeClr val="lt1"/>
                </a:solidFill>
                <a:latin typeface="Barlow Semi Condensed Medium"/>
                <a:ea typeface="Barlow Semi Condensed Medium"/>
                <a:cs typeface="Barlow Semi Condensed Medium"/>
                <a:sym typeface="Barlow Semi Condensed Medium"/>
              </a:rPr>
              <a:t>10%</a:t>
            </a:r>
            <a:endParaRPr sz="2700">
              <a:solidFill>
                <a:schemeClr val="lt1"/>
              </a:solidFill>
              <a:latin typeface="Barlow Semi Condensed Medium"/>
              <a:ea typeface="Barlow Semi Condensed Medium"/>
              <a:cs typeface="Barlow Semi Condensed Medium"/>
              <a:sym typeface="Barlow Semi Condensed Medium"/>
            </a:endParaRPr>
          </a:p>
        </p:txBody>
      </p:sp>
      <p:sp>
        <p:nvSpPr>
          <p:cNvPr id="3" name="TextBox 2">
            <a:extLst>
              <a:ext uri="{FF2B5EF4-FFF2-40B4-BE49-F238E27FC236}">
                <a16:creationId xmlns:a16="http://schemas.microsoft.com/office/drawing/2014/main" id="{09940EC9-6AE0-52CF-8700-B20EF890AC4E}"/>
              </a:ext>
            </a:extLst>
          </p:cNvPr>
          <p:cNvSpPr txBox="1"/>
          <p:nvPr/>
        </p:nvSpPr>
        <p:spPr>
          <a:xfrm>
            <a:off x="1823474" y="1306776"/>
            <a:ext cx="5311843" cy="1077218"/>
          </a:xfrm>
          <a:prstGeom prst="rect">
            <a:avLst/>
          </a:prstGeom>
          <a:noFill/>
        </p:spPr>
        <p:txBody>
          <a:bodyPr wrap="square">
            <a:spAutoFit/>
          </a:bodyPr>
          <a:lstStyle/>
          <a:p>
            <a:r>
              <a:rPr lang="vi-VN" sz="1600" b="1" dirty="0"/>
              <a:t>Ý tưởng cốt lõi:</a:t>
            </a:r>
            <a:r>
              <a:rPr lang="vi-VN" sz="1600" dirty="0"/>
              <a:t> Nhúng trực tiếp giải thuật TT-SFUDA vào bên trong vòng lặp huấn luyện cục bộ (Local training) của từng Client trong mạng lưới Federated Learning.</a:t>
            </a:r>
            <a:endParaRPr lang="en-US" sz="1600" dirty="0"/>
          </a:p>
        </p:txBody>
      </p:sp>
      <p:sp>
        <p:nvSpPr>
          <p:cNvPr id="4" name="Rectangle 1">
            <a:extLst>
              <a:ext uri="{FF2B5EF4-FFF2-40B4-BE49-F238E27FC236}">
                <a16:creationId xmlns:a16="http://schemas.microsoft.com/office/drawing/2014/main" id="{34B23D73-CBAD-6C4F-210F-23424CA11E8C}"/>
              </a:ext>
            </a:extLst>
          </p:cNvPr>
          <p:cNvSpPr>
            <a:spLocks noChangeArrowheads="1"/>
          </p:cNvSpPr>
          <p:nvPr/>
        </p:nvSpPr>
        <p:spPr bwMode="auto">
          <a:xfrm>
            <a:off x="1823475" y="2571750"/>
            <a:ext cx="5388964" cy="1523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mj-lt"/>
              </a:rPr>
              <a:t>Double Privacy:</a:t>
            </a:r>
            <a:endParaRPr kumimoji="0" lang="en-US" altLang="en-US" sz="1600" b="0" i="0" u="none" strike="noStrike" cap="none" normalizeH="0" baseline="0" dirty="0">
              <a:ln>
                <a:noFill/>
              </a:ln>
              <a:solidFill>
                <a:schemeClr val="tx1"/>
              </a:solidFill>
              <a:effectLst/>
              <a:latin typeface="+mj-lt"/>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mj-lt"/>
              </a:rPr>
              <a:t>Bảo </a:t>
            </a:r>
            <a:r>
              <a:rPr kumimoji="0" lang="en-US" altLang="en-US" sz="1600" b="0" i="0" u="none" strike="noStrike" cap="none" normalizeH="0" baseline="0" dirty="0" err="1">
                <a:ln>
                  <a:noFill/>
                </a:ln>
                <a:solidFill>
                  <a:schemeClr val="tx1"/>
                </a:solidFill>
                <a:effectLst/>
                <a:latin typeface="+mj-lt"/>
              </a:rPr>
              <a:t>vệ</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dữ</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liệu</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gốc</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bản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quyền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của</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nhà</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phát</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triển</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mô</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hình</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thông</a:t>
            </a:r>
            <a:r>
              <a:rPr kumimoji="0" lang="en-US" altLang="en-US" sz="1600" b="0" i="0" u="none" strike="noStrike" cap="none" normalizeH="0" baseline="0" dirty="0">
                <a:ln>
                  <a:noFill/>
                </a:ln>
                <a:solidFill>
                  <a:schemeClr val="tx1"/>
                </a:solidFill>
                <a:effectLst/>
                <a:latin typeface="+mj-lt"/>
              </a:rPr>
              <a:t> qua </a:t>
            </a:r>
            <a:r>
              <a:rPr kumimoji="0" lang="en-US" altLang="en-US" sz="1600" b="0" i="0" u="none" strike="noStrike" cap="none" normalizeH="0" baseline="0" dirty="0" err="1">
                <a:ln>
                  <a:noFill/>
                </a:ln>
                <a:solidFill>
                  <a:schemeClr val="tx1"/>
                </a:solidFill>
                <a:effectLst/>
                <a:latin typeface="+mj-lt"/>
              </a:rPr>
              <a:t>cơ</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chế</a:t>
            </a:r>
            <a:r>
              <a:rPr kumimoji="0" lang="en-US" altLang="en-US" sz="1600" b="0" i="0" u="none" strike="noStrike" cap="none" normalizeH="0" baseline="0" dirty="0">
                <a:ln>
                  <a:noFill/>
                </a:ln>
                <a:solidFill>
                  <a:schemeClr val="tx1"/>
                </a:solidFill>
                <a:effectLst/>
                <a:latin typeface="+mj-lt"/>
              </a:rPr>
              <a:t> Source-Free.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mj-lt"/>
              </a:rPr>
              <a:t>Bảo </a:t>
            </a:r>
            <a:r>
              <a:rPr kumimoji="0" lang="en-US" altLang="en-US" sz="1600" b="0" i="0" u="none" strike="noStrike" cap="none" normalizeH="0" baseline="0" dirty="0" err="1">
                <a:ln>
                  <a:noFill/>
                </a:ln>
                <a:solidFill>
                  <a:schemeClr val="tx1"/>
                </a:solidFill>
                <a:effectLst/>
                <a:latin typeface="+mj-lt"/>
              </a:rPr>
              <a:t>vệ</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dữ</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liệu</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riêng</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tư</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của</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bệnh</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nhân</a:t>
            </a:r>
            <a:r>
              <a:rPr kumimoji="0" lang="en-US" altLang="en-US" sz="1600" b="0" i="0" u="none" strike="noStrike" cap="none" normalizeH="0" baseline="0" dirty="0">
                <a:ln>
                  <a:noFill/>
                </a:ln>
                <a:solidFill>
                  <a:schemeClr val="tx1"/>
                </a:solidFill>
                <a:effectLst/>
                <a:latin typeface="+mj-lt"/>
              </a:rPr>
              <a:t>/</a:t>
            </a:r>
            <a:r>
              <a:rPr kumimoji="0" lang="en-US" altLang="en-US" sz="1600" b="0" i="0" u="none" strike="noStrike" cap="none" normalizeH="0" baseline="0" dirty="0" err="1">
                <a:ln>
                  <a:noFill/>
                </a:ln>
                <a:solidFill>
                  <a:schemeClr val="tx1"/>
                </a:solidFill>
                <a:effectLst/>
                <a:latin typeface="+mj-lt"/>
              </a:rPr>
              <a:t>người</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dùng</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tại</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từng</a:t>
            </a:r>
            <a:r>
              <a:rPr kumimoji="0" lang="en-US" altLang="en-US" sz="1600" b="0" i="0" u="none" strike="noStrike" cap="none" normalizeH="0" baseline="0" dirty="0">
                <a:ln>
                  <a:noFill/>
                </a:ln>
                <a:solidFill>
                  <a:schemeClr val="tx1"/>
                </a:solidFill>
                <a:effectLst/>
                <a:latin typeface="+mj-lt"/>
              </a:rPr>
              <a:t> Client </a:t>
            </a:r>
            <a:r>
              <a:rPr kumimoji="0" lang="en-US" altLang="en-US" sz="1600" b="0" i="0" u="none" strike="noStrike" cap="none" normalizeH="0" baseline="0" dirty="0" err="1">
                <a:ln>
                  <a:noFill/>
                </a:ln>
                <a:solidFill>
                  <a:schemeClr val="tx1"/>
                </a:solidFill>
                <a:effectLst/>
                <a:latin typeface="+mj-lt"/>
              </a:rPr>
              <a:t>thông</a:t>
            </a:r>
            <a:r>
              <a:rPr kumimoji="0" lang="en-US" altLang="en-US" sz="1600" b="0" i="0" u="none" strike="noStrike" cap="none" normalizeH="0" baseline="0" dirty="0">
                <a:ln>
                  <a:noFill/>
                </a:ln>
                <a:solidFill>
                  <a:schemeClr val="tx1"/>
                </a:solidFill>
                <a:effectLst/>
                <a:latin typeface="+mj-lt"/>
              </a:rPr>
              <a:t> qua </a:t>
            </a:r>
            <a:r>
              <a:rPr kumimoji="0" lang="en-US" altLang="en-US" sz="1600" b="0" i="0" u="none" strike="noStrike" cap="none" normalizeH="0" baseline="0" dirty="0" err="1">
                <a:ln>
                  <a:noFill/>
                </a:ln>
                <a:solidFill>
                  <a:schemeClr val="tx1"/>
                </a:solidFill>
                <a:effectLst/>
                <a:latin typeface="+mj-lt"/>
              </a:rPr>
              <a:t>cơ</a:t>
            </a:r>
            <a:r>
              <a:rPr kumimoji="0" lang="en-US" altLang="en-US" sz="1600" b="0" i="0" u="none" strike="noStrike" cap="none" normalizeH="0" baseline="0" dirty="0">
                <a:ln>
                  <a:noFill/>
                </a:ln>
                <a:solidFill>
                  <a:schemeClr val="tx1"/>
                </a:solidFill>
                <a:effectLst/>
                <a:latin typeface="+mj-lt"/>
              </a:rPr>
              <a:t> </a:t>
            </a:r>
            <a:r>
              <a:rPr kumimoji="0" lang="en-US" altLang="en-US" sz="1600" b="0" i="0" u="none" strike="noStrike" cap="none" normalizeH="0" baseline="0" dirty="0" err="1">
                <a:ln>
                  <a:noFill/>
                </a:ln>
                <a:solidFill>
                  <a:schemeClr val="tx1"/>
                </a:solidFill>
                <a:effectLst/>
                <a:latin typeface="+mj-lt"/>
              </a:rPr>
              <a:t>chế</a:t>
            </a:r>
            <a:r>
              <a:rPr kumimoji="0" lang="en-US" altLang="en-US" sz="1600" b="0" i="0" u="none" strike="noStrike" cap="none" normalizeH="0" baseline="0" dirty="0">
                <a:ln>
                  <a:noFill/>
                </a:ln>
                <a:solidFill>
                  <a:schemeClr val="tx1"/>
                </a:solidFill>
                <a:effectLst/>
                <a:latin typeface="+mj-lt"/>
              </a:rPr>
              <a:t> FL</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mj-lt"/>
            </a:endParaRPr>
          </a:p>
        </p:txBody>
      </p:sp>
      <p:grpSp>
        <p:nvGrpSpPr>
          <p:cNvPr id="5" name="Google Shape;3626;p64">
            <a:extLst>
              <a:ext uri="{FF2B5EF4-FFF2-40B4-BE49-F238E27FC236}">
                <a16:creationId xmlns:a16="http://schemas.microsoft.com/office/drawing/2014/main" id="{EC3C40DB-3B19-A335-8ECF-D385CB866D5B}"/>
              </a:ext>
            </a:extLst>
          </p:cNvPr>
          <p:cNvGrpSpPr/>
          <p:nvPr/>
        </p:nvGrpSpPr>
        <p:grpSpPr>
          <a:xfrm>
            <a:off x="949357" y="4095244"/>
            <a:ext cx="831798" cy="960195"/>
            <a:chOff x="1543000" y="363475"/>
            <a:chExt cx="4748550" cy="4765450"/>
          </a:xfrm>
        </p:grpSpPr>
        <p:sp>
          <p:nvSpPr>
            <p:cNvPr id="6" name="Google Shape;3627;p64">
              <a:extLst>
                <a:ext uri="{FF2B5EF4-FFF2-40B4-BE49-F238E27FC236}">
                  <a16:creationId xmlns:a16="http://schemas.microsoft.com/office/drawing/2014/main" id="{DB636C76-F9F2-4954-E9BD-FE1C41F29AC1}"/>
                </a:ext>
              </a:extLst>
            </p:cNvPr>
            <p:cNvSpPr/>
            <p:nvPr/>
          </p:nvSpPr>
          <p:spPr>
            <a:xfrm>
              <a:off x="2633500" y="1376825"/>
              <a:ext cx="426725" cy="34575"/>
            </a:xfrm>
            <a:custGeom>
              <a:avLst/>
              <a:gdLst/>
              <a:ahLst/>
              <a:cxnLst/>
              <a:rect l="l" t="t" r="r" b="b"/>
              <a:pathLst>
                <a:path w="17069" h="1383" extrusionOk="0">
                  <a:moveTo>
                    <a:pt x="17069" y="1"/>
                  </a:moveTo>
                  <a:cubicBezTo>
                    <a:pt x="11669" y="515"/>
                    <a:pt x="6333" y="451"/>
                    <a:pt x="0" y="965"/>
                  </a:cubicBezTo>
                  <a:cubicBezTo>
                    <a:pt x="64" y="1094"/>
                    <a:pt x="129" y="1222"/>
                    <a:pt x="161" y="1383"/>
                  </a:cubicBezTo>
                  <a:lnTo>
                    <a:pt x="17069" y="1383"/>
                  </a:lnTo>
                  <a:lnTo>
                    <a:pt x="1706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3628;p64">
              <a:extLst>
                <a:ext uri="{FF2B5EF4-FFF2-40B4-BE49-F238E27FC236}">
                  <a16:creationId xmlns:a16="http://schemas.microsoft.com/office/drawing/2014/main" id="{10C7898B-A1D7-B1A6-B3CB-B6CEC3973581}"/>
                </a:ext>
              </a:extLst>
            </p:cNvPr>
            <p:cNvSpPr/>
            <p:nvPr/>
          </p:nvSpPr>
          <p:spPr>
            <a:xfrm>
              <a:off x="1543000" y="778275"/>
              <a:ext cx="4748550" cy="3293100"/>
            </a:xfrm>
            <a:custGeom>
              <a:avLst/>
              <a:gdLst/>
              <a:ahLst/>
              <a:cxnLst/>
              <a:rect l="l" t="t" r="r" b="b"/>
              <a:pathLst>
                <a:path w="189942" h="131724" extrusionOk="0">
                  <a:moveTo>
                    <a:pt x="36388" y="45769"/>
                  </a:moveTo>
                  <a:cubicBezTo>
                    <a:pt x="37127" y="45769"/>
                    <a:pt x="37738" y="46315"/>
                    <a:pt x="37802" y="47023"/>
                  </a:cubicBezTo>
                  <a:lnTo>
                    <a:pt x="64321" y="47023"/>
                  </a:lnTo>
                  <a:lnTo>
                    <a:pt x="64321" y="47569"/>
                  </a:lnTo>
                  <a:lnTo>
                    <a:pt x="37770" y="47569"/>
                  </a:lnTo>
                  <a:cubicBezTo>
                    <a:pt x="37609" y="48180"/>
                    <a:pt x="37063" y="48630"/>
                    <a:pt x="36388" y="48630"/>
                  </a:cubicBezTo>
                  <a:cubicBezTo>
                    <a:pt x="35616" y="48630"/>
                    <a:pt x="34973" y="47987"/>
                    <a:pt x="34973" y="47183"/>
                  </a:cubicBezTo>
                  <a:cubicBezTo>
                    <a:pt x="34973" y="46412"/>
                    <a:pt x="35616" y="45769"/>
                    <a:pt x="36388" y="45769"/>
                  </a:cubicBezTo>
                  <a:close/>
                  <a:moveTo>
                    <a:pt x="151722" y="45769"/>
                  </a:moveTo>
                  <a:cubicBezTo>
                    <a:pt x="152525" y="45769"/>
                    <a:pt x="153168" y="46412"/>
                    <a:pt x="153168" y="47183"/>
                  </a:cubicBezTo>
                  <a:cubicBezTo>
                    <a:pt x="153168" y="47987"/>
                    <a:pt x="152525" y="48630"/>
                    <a:pt x="151722" y="48630"/>
                  </a:cubicBezTo>
                  <a:cubicBezTo>
                    <a:pt x="151047" y="48630"/>
                    <a:pt x="150468" y="48115"/>
                    <a:pt x="150339" y="47473"/>
                  </a:cubicBezTo>
                  <a:lnTo>
                    <a:pt x="132371" y="47473"/>
                  </a:lnTo>
                  <a:lnTo>
                    <a:pt x="132371" y="46926"/>
                  </a:lnTo>
                  <a:lnTo>
                    <a:pt x="150339" y="46926"/>
                  </a:lnTo>
                  <a:cubicBezTo>
                    <a:pt x="150468" y="46251"/>
                    <a:pt x="151047" y="45769"/>
                    <a:pt x="151722" y="45769"/>
                  </a:cubicBezTo>
                  <a:close/>
                  <a:moveTo>
                    <a:pt x="172166" y="59495"/>
                  </a:moveTo>
                  <a:cubicBezTo>
                    <a:pt x="172969" y="59495"/>
                    <a:pt x="173612" y="60137"/>
                    <a:pt x="173612" y="60941"/>
                  </a:cubicBezTo>
                  <a:cubicBezTo>
                    <a:pt x="173612" y="61616"/>
                    <a:pt x="173098" y="62195"/>
                    <a:pt x="172455" y="62323"/>
                  </a:cubicBezTo>
                  <a:lnTo>
                    <a:pt x="172455" y="77142"/>
                  </a:lnTo>
                  <a:lnTo>
                    <a:pt x="163840" y="77142"/>
                  </a:lnTo>
                  <a:lnTo>
                    <a:pt x="163840" y="86689"/>
                  </a:lnTo>
                  <a:lnTo>
                    <a:pt x="163326" y="86689"/>
                  </a:lnTo>
                  <a:lnTo>
                    <a:pt x="163326" y="76628"/>
                  </a:lnTo>
                  <a:lnTo>
                    <a:pt x="171908" y="76628"/>
                  </a:lnTo>
                  <a:lnTo>
                    <a:pt x="171908" y="62323"/>
                  </a:lnTo>
                  <a:cubicBezTo>
                    <a:pt x="171233" y="62195"/>
                    <a:pt x="170751" y="61616"/>
                    <a:pt x="170751" y="60941"/>
                  </a:cubicBezTo>
                  <a:cubicBezTo>
                    <a:pt x="170751" y="60137"/>
                    <a:pt x="171394" y="59495"/>
                    <a:pt x="172166" y="59495"/>
                  </a:cubicBezTo>
                  <a:close/>
                  <a:moveTo>
                    <a:pt x="13790" y="80131"/>
                  </a:moveTo>
                  <a:cubicBezTo>
                    <a:pt x="14433" y="80131"/>
                    <a:pt x="14979" y="80549"/>
                    <a:pt x="15140" y="81128"/>
                  </a:cubicBezTo>
                  <a:lnTo>
                    <a:pt x="28094" y="81128"/>
                  </a:lnTo>
                  <a:lnTo>
                    <a:pt x="28094" y="85789"/>
                  </a:lnTo>
                  <a:cubicBezTo>
                    <a:pt x="28544" y="85950"/>
                    <a:pt x="28866" y="86367"/>
                    <a:pt x="28962" y="86850"/>
                  </a:cubicBezTo>
                  <a:lnTo>
                    <a:pt x="174062" y="86850"/>
                  </a:lnTo>
                  <a:cubicBezTo>
                    <a:pt x="174158" y="86175"/>
                    <a:pt x="174737" y="85692"/>
                    <a:pt x="175444" y="85692"/>
                  </a:cubicBezTo>
                  <a:cubicBezTo>
                    <a:pt x="176248" y="85692"/>
                    <a:pt x="176859" y="86303"/>
                    <a:pt x="176859" y="87107"/>
                  </a:cubicBezTo>
                  <a:cubicBezTo>
                    <a:pt x="176859" y="87878"/>
                    <a:pt x="176248" y="88521"/>
                    <a:pt x="175444" y="88521"/>
                  </a:cubicBezTo>
                  <a:cubicBezTo>
                    <a:pt x="174737" y="88521"/>
                    <a:pt x="174158" y="88039"/>
                    <a:pt x="174062" y="87364"/>
                  </a:cubicBezTo>
                  <a:lnTo>
                    <a:pt x="28962" y="87364"/>
                  </a:lnTo>
                  <a:cubicBezTo>
                    <a:pt x="28834" y="88039"/>
                    <a:pt x="28255" y="88521"/>
                    <a:pt x="27548" y="88521"/>
                  </a:cubicBezTo>
                  <a:cubicBezTo>
                    <a:pt x="26873" y="88521"/>
                    <a:pt x="26294" y="88039"/>
                    <a:pt x="26166" y="87364"/>
                  </a:cubicBezTo>
                  <a:lnTo>
                    <a:pt x="21441" y="87364"/>
                  </a:lnTo>
                  <a:cubicBezTo>
                    <a:pt x="21312" y="88039"/>
                    <a:pt x="20733" y="88521"/>
                    <a:pt x="20058" y="88521"/>
                  </a:cubicBezTo>
                  <a:cubicBezTo>
                    <a:pt x="19255" y="88521"/>
                    <a:pt x="18612" y="87878"/>
                    <a:pt x="18612" y="87107"/>
                  </a:cubicBezTo>
                  <a:cubicBezTo>
                    <a:pt x="18612" y="86303"/>
                    <a:pt x="19255" y="85692"/>
                    <a:pt x="20058" y="85692"/>
                  </a:cubicBezTo>
                  <a:cubicBezTo>
                    <a:pt x="20733" y="85692"/>
                    <a:pt x="21312" y="86175"/>
                    <a:pt x="21441" y="86850"/>
                  </a:cubicBezTo>
                  <a:lnTo>
                    <a:pt x="26166" y="86850"/>
                  </a:lnTo>
                  <a:cubicBezTo>
                    <a:pt x="26294" y="86175"/>
                    <a:pt x="26841" y="85692"/>
                    <a:pt x="27548" y="85692"/>
                  </a:cubicBezTo>
                  <a:lnTo>
                    <a:pt x="27548" y="81642"/>
                  </a:lnTo>
                  <a:lnTo>
                    <a:pt x="15205" y="81642"/>
                  </a:lnTo>
                  <a:cubicBezTo>
                    <a:pt x="15172" y="82381"/>
                    <a:pt x="14562" y="82992"/>
                    <a:pt x="13790" y="82992"/>
                  </a:cubicBezTo>
                  <a:cubicBezTo>
                    <a:pt x="13019" y="82992"/>
                    <a:pt x="12376" y="82349"/>
                    <a:pt x="12376" y="81546"/>
                  </a:cubicBezTo>
                  <a:cubicBezTo>
                    <a:pt x="12376" y="80774"/>
                    <a:pt x="13019" y="80131"/>
                    <a:pt x="13790" y="80131"/>
                  </a:cubicBezTo>
                  <a:close/>
                  <a:moveTo>
                    <a:pt x="175862" y="104915"/>
                  </a:moveTo>
                  <a:cubicBezTo>
                    <a:pt x="176634" y="104915"/>
                    <a:pt x="177276" y="105526"/>
                    <a:pt x="177276" y="106329"/>
                  </a:cubicBezTo>
                  <a:cubicBezTo>
                    <a:pt x="177276" y="107101"/>
                    <a:pt x="176634" y="107743"/>
                    <a:pt x="175862" y="107743"/>
                  </a:cubicBezTo>
                  <a:cubicBezTo>
                    <a:pt x="175155" y="107743"/>
                    <a:pt x="174576" y="107261"/>
                    <a:pt x="174448" y="106586"/>
                  </a:cubicBezTo>
                  <a:lnTo>
                    <a:pt x="155675" y="106586"/>
                  </a:lnTo>
                  <a:cubicBezTo>
                    <a:pt x="155579" y="107197"/>
                    <a:pt x="155065" y="107679"/>
                    <a:pt x="154454" y="107743"/>
                  </a:cubicBezTo>
                  <a:lnTo>
                    <a:pt x="154454" y="112597"/>
                  </a:lnTo>
                  <a:lnTo>
                    <a:pt x="174448" y="112597"/>
                  </a:lnTo>
                  <a:cubicBezTo>
                    <a:pt x="174544" y="111890"/>
                    <a:pt x="175123" y="111376"/>
                    <a:pt x="175862" y="111376"/>
                  </a:cubicBezTo>
                  <a:cubicBezTo>
                    <a:pt x="176634" y="111376"/>
                    <a:pt x="177276" y="112019"/>
                    <a:pt x="177276" y="112790"/>
                  </a:cubicBezTo>
                  <a:cubicBezTo>
                    <a:pt x="177276" y="113594"/>
                    <a:pt x="176634" y="114205"/>
                    <a:pt x="175862" y="114205"/>
                  </a:cubicBezTo>
                  <a:cubicBezTo>
                    <a:pt x="175187" y="114205"/>
                    <a:pt x="174641" y="113755"/>
                    <a:pt x="174480" y="113144"/>
                  </a:cubicBezTo>
                  <a:lnTo>
                    <a:pt x="153908" y="113144"/>
                  </a:lnTo>
                  <a:lnTo>
                    <a:pt x="153908" y="107711"/>
                  </a:lnTo>
                  <a:cubicBezTo>
                    <a:pt x="153393" y="107551"/>
                    <a:pt x="153007" y="107133"/>
                    <a:pt x="152879" y="106586"/>
                  </a:cubicBezTo>
                  <a:lnTo>
                    <a:pt x="130056" y="106586"/>
                  </a:lnTo>
                  <a:lnTo>
                    <a:pt x="130056" y="106072"/>
                  </a:lnTo>
                  <a:lnTo>
                    <a:pt x="152879" y="106072"/>
                  </a:lnTo>
                  <a:cubicBezTo>
                    <a:pt x="153007" y="105397"/>
                    <a:pt x="153586" y="104915"/>
                    <a:pt x="154293" y="104915"/>
                  </a:cubicBezTo>
                  <a:cubicBezTo>
                    <a:pt x="155000" y="104915"/>
                    <a:pt x="155579" y="105397"/>
                    <a:pt x="155675" y="106072"/>
                  </a:cubicBezTo>
                  <a:lnTo>
                    <a:pt x="174448" y="106072"/>
                  </a:lnTo>
                  <a:cubicBezTo>
                    <a:pt x="174576" y="105397"/>
                    <a:pt x="175155" y="104915"/>
                    <a:pt x="175862" y="104915"/>
                  </a:cubicBezTo>
                  <a:close/>
                  <a:moveTo>
                    <a:pt x="26584" y="101090"/>
                  </a:moveTo>
                  <a:cubicBezTo>
                    <a:pt x="27323" y="101090"/>
                    <a:pt x="27934" y="101668"/>
                    <a:pt x="27998" y="102375"/>
                  </a:cubicBezTo>
                  <a:lnTo>
                    <a:pt x="35841" y="102375"/>
                  </a:lnTo>
                  <a:lnTo>
                    <a:pt x="35841" y="111376"/>
                  </a:lnTo>
                  <a:lnTo>
                    <a:pt x="52588" y="111376"/>
                  </a:lnTo>
                  <a:cubicBezTo>
                    <a:pt x="52685" y="110797"/>
                    <a:pt x="53135" y="110347"/>
                    <a:pt x="53713" y="110251"/>
                  </a:cubicBezTo>
                  <a:lnTo>
                    <a:pt x="53713" y="105943"/>
                  </a:lnTo>
                  <a:lnTo>
                    <a:pt x="63292" y="105943"/>
                  </a:lnTo>
                  <a:lnTo>
                    <a:pt x="63292" y="106490"/>
                  </a:lnTo>
                  <a:lnTo>
                    <a:pt x="54260" y="106490"/>
                  </a:lnTo>
                  <a:lnTo>
                    <a:pt x="54260" y="110251"/>
                  </a:lnTo>
                  <a:cubicBezTo>
                    <a:pt x="54903" y="110379"/>
                    <a:pt x="55417" y="110958"/>
                    <a:pt x="55417" y="111633"/>
                  </a:cubicBezTo>
                  <a:cubicBezTo>
                    <a:pt x="55417" y="112437"/>
                    <a:pt x="54774" y="113079"/>
                    <a:pt x="53971" y="113079"/>
                  </a:cubicBezTo>
                  <a:cubicBezTo>
                    <a:pt x="53296" y="113079"/>
                    <a:pt x="52717" y="112565"/>
                    <a:pt x="52588" y="111922"/>
                  </a:cubicBezTo>
                  <a:lnTo>
                    <a:pt x="35327" y="111922"/>
                  </a:lnTo>
                  <a:lnTo>
                    <a:pt x="35327" y="102922"/>
                  </a:lnTo>
                  <a:lnTo>
                    <a:pt x="27934" y="102922"/>
                  </a:lnTo>
                  <a:cubicBezTo>
                    <a:pt x="27805" y="103436"/>
                    <a:pt x="27387" y="103822"/>
                    <a:pt x="26841" y="103918"/>
                  </a:cubicBezTo>
                  <a:lnTo>
                    <a:pt x="26841" y="117644"/>
                  </a:lnTo>
                  <a:lnTo>
                    <a:pt x="18290" y="117644"/>
                  </a:lnTo>
                  <a:cubicBezTo>
                    <a:pt x="18097" y="118190"/>
                    <a:pt x="17583" y="118576"/>
                    <a:pt x="16972" y="118576"/>
                  </a:cubicBezTo>
                  <a:cubicBezTo>
                    <a:pt x="16169" y="118576"/>
                    <a:pt x="15526" y="117933"/>
                    <a:pt x="15526" y="117130"/>
                  </a:cubicBezTo>
                  <a:cubicBezTo>
                    <a:pt x="15526" y="116358"/>
                    <a:pt x="16169" y="115715"/>
                    <a:pt x="16972" y="115715"/>
                  </a:cubicBezTo>
                  <a:cubicBezTo>
                    <a:pt x="17744" y="115715"/>
                    <a:pt x="18355" y="116326"/>
                    <a:pt x="18387" y="117098"/>
                  </a:cubicBezTo>
                  <a:lnTo>
                    <a:pt x="26326" y="117098"/>
                  </a:lnTo>
                  <a:lnTo>
                    <a:pt x="26326" y="103918"/>
                  </a:lnTo>
                  <a:cubicBezTo>
                    <a:pt x="25780" y="103822"/>
                    <a:pt x="25362" y="103436"/>
                    <a:pt x="25234" y="102922"/>
                  </a:cubicBezTo>
                  <a:lnTo>
                    <a:pt x="14208" y="102922"/>
                  </a:lnTo>
                  <a:cubicBezTo>
                    <a:pt x="14015" y="103500"/>
                    <a:pt x="13501" y="103950"/>
                    <a:pt x="12826" y="103950"/>
                  </a:cubicBezTo>
                  <a:cubicBezTo>
                    <a:pt x="12054" y="103950"/>
                    <a:pt x="11411" y="103308"/>
                    <a:pt x="11411" y="102504"/>
                  </a:cubicBezTo>
                  <a:cubicBezTo>
                    <a:pt x="11411" y="101732"/>
                    <a:pt x="12054" y="101090"/>
                    <a:pt x="12826" y="101090"/>
                  </a:cubicBezTo>
                  <a:cubicBezTo>
                    <a:pt x="13565" y="101090"/>
                    <a:pt x="14176" y="101668"/>
                    <a:pt x="14240" y="102375"/>
                  </a:cubicBezTo>
                  <a:lnTo>
                    <a:pt x="25169" y="102375"/>
                  </a:lnTo>
                  <a:cubicBezTo>
                    <a:pt x="25234" y="101668"/>
                    <a:pt x="25844" y="101090"/>
                    <a:pt x="26584" y="101090"/>
                  </a:cubicBezTo>
                  <a:close/>
                  <a:moveTo>
                    <a:pt x="124560" y="0"/>
                  </a:moveTo>
                  <a:cubicBezTo>
                    <a:pt x="120308" y="0"/>
                    <a:pt x="116346" y="676"/>
                    <a:pt x="112666" y="1602"/>
                  </a:cubicBezTo>
                  <a:cubicBezTo>
                    <a:pt x="100098" y="4720"/>
                    <a:pt x="94119" y="11889"/>
                    <a:pt x="80425" y="18317"/>
                  </a:cubicBezTo>
                  <a:lnTo>
                    <a:pt x="80425" y="20985"/>
                  </a:lnTo>
                  <a:lnTo>
                    <a:pt x="92030" y="20985"/>
                  </a:lnTo>
                  <a:lnTo>
                    <a:pt x="92030" y="21532"/>
                  </a:lnTo>
                  <a:lnTo>
                    <a:pt x="79879" y="21532"/>
                  </a:lnTo>
                  <a:lnTo>
                    <a:pt x="79879" y="18575"/>
                  </a:lnTo>
                  <a:cubicBezTo>
                    <a:pt x="78915" y="19025"/>
                    <a:pt x="77886" y="19475"/>
                    <a:pt x="76825" y="19925"/>
                  </a:cubicBezTo>
                  <a:cubicBezTo>
                    <a:pt x="71007" y="22368"/>
                    <a:pt x="66057" y="23364"/>
                    <a:pt x="61235" y="23878"/>
                  </a:cubicBezTo>
                  <a:lnTo>
                    <a:pt x="61235" y="25839"/>
                  </a:lnTo>
                  <a:lnTo>
                    <a:pt x="43781" y="25839"/>
                  </a:lnTo>
                  <a:cubicBezTo>
                    <a:pt x="43652" y="26514"/>
                    <a:pt x="43074" y="26996"/>
                    <a:pt x="42367" y="26996"/>
                  </a:cubicBezTo>
                  <a:cubicBezTo>
                    <a:pt x="41595" y="26996"/>
                    <a:pt x="40952" y="26354"/>
                    <a:pt x="40952" y="25582"/>
                  </a:cubicBezTo>
                  <a:cubicBezTo>
                    <a:pt x="40952" y="25454"/>
                    <a:pt x="40984" y="25293"/>
                    <a:pt x="41016" y="25164"/>
                  </a:cubicBezTo>
                  <a:lnTo>
                    <a:pt x="41016" y="25164"/>
                  </a:lnTo>
                  <a:cubicBezTo>
                    <a:pt x="37995" y="25518"/>
                    <a:pt x="34780" y="26000"/>
                    <a:pt x="31212" y="26771"/>
                  </a:cubicBezTo>
                  <a:cubicBezTo>
                    <a:pt x="11315" y="31015"/>
                    <a:pt x="0" y="57919"/>
                    <a:pt x="0" y="73252"/>
                  </a:cubicBezTo>
                  <a:cubicBezTo>
                    <a:pt x="0" y="88617"/>
                    <a:pt x="1190" y="110829"/>
                    <a:pt x="18323" y="122337"/>
                  </a:cubicBezTo>
                  <a:cubicBezTo>
                    <a:pt x="21926" y="124750"/>
                    <a:pt x="26555" y="125698"/>
                    <a:pt x="31770" y="125698"/>
                  </a:cubicBezTo>
                  <a:cubicBezTo>
                    <a:pt x="41351" y="125698"/>
                    <a:pt x="52908" y="122500"/>
                    <a:pt x="63710" y="119315"/>
                  </a:cubicBezTo>
                  <a:cubicBezTo>
                    <a:pt x="74506" y="116135"/>
                    <a:pt x="84516" y="112925"/>
                    <a:pt x="91055" y="112925"/>
                  </a:cubicBezTo>
                  <a:cubicBezTo>
                    <a:pt x="91389" y="112925"/>
                    <a:pt x="91714" y="112934"/>
                    <a:pt x="92030" y="112951"/>
                  </a:cubicBezTo>
                  <a:cubicBezTo>
                    <a:pt x="108005" y="113787"/>
                    <a:pt x="126328" y="131723"/>
                    <a:pt x="149311" y="131723"/>
                  </a:cubicBezTo>
                  <a:cubicBezTo>
                    <a:pt x="181552" y="131723"/>
                    <a:pt x="189941" y="89871"/>
                    <a:pt x="184605" y="59945"/>
                  </a:cubicBezTo>
                  <a:cubicBezTo>
                    <a:pt x="182002" y="45351"/>
                    <a:pt x="174866" y="33908"/>
                    <a:pt x="165704" y="23332"/>
                  </a:cubicBezTo>
                  <a:cubicBezTo>
                    <a:pt x="164644" y="22143"/>
                    <a:pt x="163615" y="20985"/>
                    <a:pt x="162586" y="19893"/>
                  </a:cubicBezTo>
                  <a:lnTo>
                    <a:pt x="135360" y="19893"/>
                  </a:lnTo>
                  <a:cubicBezTo>
                    <a:pt x="135135" y="20439"/>
                    <a:pt x="134621" y="20825"/>
                    <a:pt x="134010" y="20825"/>
                  </a:cubicBezTo>
                  <a:cubicBezTo>
                    <a:pt x="133239" y="20825"/>
                    <a:pt x="132596" y="20182"/>
                    <a:pt x="132596" y="19410"/>
                  </a:cubicBezTo>
                  <a:cubicBezTo>
                    <a:pt x="132596" y="18671"/>
                    <a:pt x="133142" y="18060"/>
                    <a:pt x="133882" y="17996"/>
                  </a:cubicBezTo>
                  <a:lnTo>
                    <a:pt x="133882" y="11728"/>
                  </a:lnTo>
                  <a:lnTo>
                    <a:pt x="118067" y="11728"/>
                  </a:lnTo>
                  <a:lnTo>
                    <a:pt x="118067" y="19893"/>
                  </a:lnTo>
                  <a:lnTo>
                    <a:pt x="99391" y="19893"/>
                  </a:lnTo>
                  <a:lnTo>
                    <a:pt x="99391" y="34743"/>
                  </a:lnTo>
                  <a:lnTo>
                    <a:pt x="98844" y="34743"/>
                  </a:lnTo>
                  <a:lnTo>
                    <a:pt x="98844" y="19346"/>
                  </a:lnTo>
                  <a:lnTo>
                    <a:pt x="117520" y="19346"/>
                  </a:lnTo>
                  <a:lnTo>
                    <a:pt x="117520" y="11181"/>
                  </a:lnTo>
                  <a:lnTo>
                    <a:pt x="147061" y="11181"/>
                  </a:lnTo>
                  <a:cubicBezTo>
                    <a:pt x="147189" y="10506"/>
                    <a:pt x="147768" y="10024"/>
                    <a:pt x="148443" y="10024"/>
                  </a:cubicBezTo>
                  <a:cubicBezTo>
                    <a:pt x="149247" y="10024"/>
                    <a:pt x="149889" y="10667"/>
                    <a:pt x="149889" y="11439"/>
                  </a:cubicBezTo>
                  <a:cubicBezTo>
                    <a:pt x="149889" y="12242"/>
                    <a:pt x="149247" y="12885"/>
                    <a:pt x="148443" y="12885"/>
                  </a:cubicBezTo>
                  <a:cubicBezTo>
                    <a:pt x="147768" y="12885"/>
                    <a:pt x="147189" y="12371"/>
                    <a:pt x="147061" y="11728"/>
                  </a:cubicBezTo>
                  <a:lnTo>
                    <a:pt x="134396" y="11728"/>
                  </a:lnTo>
                  <a:lnTo>
                    <a:pt x="134396" y="18028"/>
                  </a:lnTo>
                  <a:cubicBezTo>
                    <a:pt x="135007" y="18189"/>
                    <a:pt x="135424" y="18735"/>
                    <a:pt x="135424" y="19346"/>
                  </a:cubicBezTo>
                  <a:lnTo>
                    <a:pt x="162072" y="19346"/>
                  </a:lnTo>
                  <a:cubicBezTo>
                    <a:pt x="147671" y="4232"/>
                    <a:pt x="135206" y="0"/>
                    <a:pt x="12456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3629;p64">
              <a:extLst>
                <a:ext uri="{FF2B5EF4-FFF2-40B4-BE49-F238E27FC236}">
                  <a16:creationId xmlns:a16="http://schemas.microsoft.com/office/drawing/2014/main" id="{DFE8D0E6-F1D9-4FE6-663D-3B4448A60A83}"/>
                </a:ext>
              </a:extLst>
            </p:cNvPr>
            <p:cNvSpPr/>
            <p:nvPr/>
          </p:nvSpPr>
          <p:spPr>
            <a:xfrm>
              <a:off x="2633500" y="1376825"/>
              <a:ext cx="426725" cy="34575"/>
            </a:xfrm>
            <a:custGeom>
              <a:avLst/>
              <a:gdLst/>
              <a:ahLst/>
              <a:cxnLst/>
              <a:rect l="l" t="t" r="r" b="b"/>
              <a:pathLst>
                <a:path w="17069" h="1383" extrusionOk="0">
                  <a:moveTo>
                    <a:pt x="17069" y="1"/>
                  </a:moveTo>
                  <a:cubicBezTo>
                    <a:pt x="11669" y="515"/>
                    <a:pt x="6333" y="451"/>
                    <a:pt x="0" y="965"/>
                  </a:cubicBezTo>
                  <a:cubicBezTo>
                    <a:pt x="64" y="1094"/>
                    <a:pt x="129" y="1222"/>
                    <a:pt x="161" y="1383"/>
                  </a:cubicBezTo>
                  <a:lnTo>
                    <a:pt x="17069" y="1383"/>
                  </a:lnTo>
                  <a:lnTo>
                    <a:pt x="1706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3630;p64">
              <a:extLst>
                <a:ext uri="{FF2B5EF4-FFF2-40B4-BE49-F238E27FC236}">
                  <a16:creationId xmlns:a16="http://schemas.microsoft.com/office/drawing/2014/main" id="{206CE230-F4E9-FCFB-7A4E-528ADE026BA2}"/>
                </a:ext>
              </a:extLst>
            </p:cNvPr>
            <p:cNvSpPr/>
            <p:nvPr/>
          </p:nvSpPr>
          <p:spPr>
            <a:xfrm>
              <a:off x="1543000" y="778150"/>
              <a:ext cx="4652125" cy="3230550"/>
            </a:xfrm>
            <a:custGeom>
              <a:avLst/>
              <a:gdLst/>
              <a:ahLst/>
              <a:cxnLst/>
              <a:rect l="l" t="t" r="r" b="b"/>
              <a:pathLst>
                <a:path w="186085" h="129222" extrusionOk="0">
                  <a:moveTo>
                    <a:pt x="36388" y="45774"/>
                  </a:moveTo>
                  <a:cubicBezTo>
                    <a:pt x="37127" y="45774"/>
                    <a:pt x="37738" y="46320"/>
                    <a:pt x="37802" y="47028"/>
                  </a:cubicBezTo>
                  <a:lnTo>
                    <a:pt x="64321" y="47028"/>
                  </a:lnTo>
                  <a:lnTo>
                    <a:pt x="64321" y="47574"/>
                  </a:lnTo>
                  <a:lnTo>
                    <a:pt x="37770" y="47574"/>
                  </a:lnTo>
                  <a:cubicBezTo>
                    <a:pt x="37609" y="48185"/>
                    <a:pt x="37063" y="48635"/>
                    <a:pt x="36388" y="48635"/>
                  </a:cubicBezTo>
                  <a:cubicBezTo>
                    <a:pt x="35616" y="48635"/>
                    <a:pt x="34973" y="47992"/>
                    <a:pt x="34973" y="47188"/>
                  </a:cubicBezTo>
                  <a:cubicBezTo>
                    <a:pt x="34973" y="46417"/>
                    <a:pt x="35616" y="45774"/>
                    <a:pt x="36388" y="45774"/>
                  </a:cubicBezTo>
                  <a:close/>
                  <a:moveTo>
                    <a:pt x="151722" y="45774"/>
                  </a:moveTo>
                  <a:cubicBezTo>
                    <a:pt x="152525" y="45774"/>
                    <a:pt x="153168" y="46417"/>
                    <a:pt x="153168" y="47188"/>
                  </a:cubicBezTo>
                  <a:cubicBezTo>
                    <a:pt x="153168" y="47992"/>
                    <a:pt x="152525" y="48635"/>
                    <a:pt x="151722" y="48635"/>
                  </a:cubicBezTo>
                  <a:cubicBezTo>
                    <a:pt x="151047" y="48635"/>
                    <a:pt x="150468" y="48120"/>
                    <a:pt x="150339" y="47478"/>
                  </a:cubicBezTo>
                  <a:lnTo>
                    <a:pt x="132371" y="47478"/>
                  </a:lnTo>
                  <a:lnTo>
                    <a:pt x="132371" y="46931"/>
                  </a:lnTo>
                  <a:lnTo>
                    <a:pt x="150339" y="46931"/>
                  </a:lnTo>
                  <a:cubicBezTo>
                    <a:pt x="150468" y="46256"/>
                    <a:pt x="151047" y="45774"/>
                    <a:pt x="151722" y="45774"/>
                  </a:cubicBezTo>
                  <a:close/>
                  <a:moveTo>
                    <a:pt x="172166" y="59500"/>
                  </a:moveTo>
                  <a:cubicBezTo>
                    <a:pt x="172969" y="59500"/>
                    <a:pt x="173612" y="60142"/>
                    <a:pt x="173612" y="60946"/>
                  </a:cubicBezTo>
                  <a:cubicBezTo>
                    <a:pt x="173612" y="61621"/>
                    <a:pt x="173098" y="62200"/>
                    <a:pt x="172455" y="62328"/>
                  </a:cubicBezTo>
                  <a:lnTo>
                    <a:pt x="172455" y="77147"/>
                  </a:lnTo>
                  <a:lnTo>
                    <a:pt x="163840" y="77147"/>
                  </a:lnTo>
                  <a:lnTo>
                    <a:pt x="163840" y="86694"/>
                  </a:lnTo>
                  <a:lnTo>
                    <a:pt x="163326" y="86694"/>
                  </a:lnTo>
                  <a:lnTo>
                    <a:pt x="163326" y="76633"/>
                  </a:lnTo>
                  <a:lnTo>
                    <a:pt x="171908" y="76633"/>
                  </a:lnTo>
                  <a:lnTo>
                    <a:pt x="171908" y="62328"/>
                  </a:lnTo>
                  <a:cubicBezTo>
                    <a:pt x="171233" y="62200"/>
                    <a:pt x="170751" y="61621"/>
                    <a:pt x="170751" y="60946"/>
                  </a:cubicBezTo>
                  <a:cubicBezTo>
                    <a:pt x="170751" y="60142"/>
                    <a:pt x="171394" y="59500"/>
                    <a:pt x="172166" y="59500"/>
                  </a:cubicBezTo>
                  <a:close/>
                  <a:moveTo>
                    <a:pt x="13790" y="80136"/>
                  </a:moveTo>
                  <a:cubicBezTo>
                    <a:pt x="14433" y="80136"/>
                    <a:pt x="14979" y="80554"/>
                    <a:pt x="15140" y="81133"/>
                  </a:cubicBezTo>
                  <a:lnTo>
                    <a:pt x="28094" y="81133"/>
                  </a:lnTo>
                  <a:lnTo>
                    <a:pt x="28094" y="85794"/>
                  </a:lnTo>
                  <a:cubicBezTo>
                    <a:pt x="28544" y="85955"/>
                    <a:pt x="28866" y="86372"/>
                    <a:pt x="28962" y="86855"/>
                  </a:cubicBezTo>
                  <a:lnTo>
                    <a:pt x="174062" y="86855"/>
                  </a:lnTo>
                  <a:cubicBezTo>
                    <a:pt x="174158" y="86180"/>
                    <a:pt x="174737" y="85697"/>
                    <a:pt x="175444" y="85697"/>
                  </a:cubicBezTo>
                  <a:cubicBezTo>
                    <a:pt x="176248" y="85697"/>
                    <a:pt x="176859" y="86308"/>
                    <a:pt x="176859" y="87112"/>
                  </a:cubicBezTo>
                  <a:cubicBezTo>
                    <a:pt x="176859" y="87883"/>
                    <a:pt x="176248" y="88526"/>
                    <a:pt x="175444" y="88526"/>
                  </a:cubicBezTo>
                  <a:cubicBezTo>
                    <a:pt x="174737" y="88526"/>
                    <a:pt x="174158" y="88044"/>
                    <a:pt x="174062" y="87369"/>
                  </a:cubicBezTo>
                  <a:lnTo>
                    <a:pt x="28962" y="87369"/>
                  </a:lnTo>
                  <a:cubicBezTo>
                    <a:pt x="28834" y="88044"/>
                    <a:pt x="28255" y="88526"/>
                    <a:pt x="27548" y="88526"/>
                  </a:cubicBezTo>
                  <a:cubicBezTo>
                    <a:pt x="26873" y="88526"/>
                    <a:pt x="26294" y="88044"/>
                    <a:pt x="26166" y="87369"/>
                  </a:cubicBezTo>
                  <a:lnTo>
                    <a:pt x="21441" y="87369"/>
                  </a:lnTo>
                  <a:cubicBezTo>
                    <a:pt x="21312" y="88044"/>
                    <a:pt x="20733" y="88526"/>
                    <a:pt x="20058" y="88526"/>
                  </a:cubicBezTo>
                  <a:cubicBezTo>
                    <a:pt x="19255" y="88526"/>
                    <a:pt x="18612" y="87883"/>
                    <a:pt x="18612" y="87112"/>
                  </a:cubicBezTo>
                  <a:cubicBezTo>
                    <a:pt x="18612" y="86308"/>
                    <a:pt x="19255" y="85697"/>
                    <a:pt x="20058" y="85697"/>
                  </a:cubicBezTo>
                  <a:cubicBezTo>
                    <a:pt x="20733" y="85697"/>
                    <a:pt x="21312" y="86180"/>
                    <a:pt x="21441" y="86855"/>
                  </a:cubicBezTo>
                  <a:lnTo>
                    <a:pt x="26166" y="86855"/>
                  </a:lnTo>
                  <a:cubicBezTo>
                    <a:pt x="26294" y="86180"/>
                    <a:pt x="26841" y="85697"/>
                    <a:pt x="27548" y="85697"/>
                  </a:cubicBezTo>
                  <a:lnTo>
                    <a:pt x="27548" y="81647"/>
                  </a:lnTo>
                  <a:lnTo>
                    <a:pt x="15205" y="81647"/>
                  </a:lnTo>
                  <a:cubicBezTo>
                    <a:pt x="15172" y="82386"/>
                    <a:pt x="14562" y="82997"/>
                    <a:pt x="13790" y="82997"/>
                  </a:cubicBezTo>
                  <a:cubicBezTo>
                    <a:pt x="13019" y="82997"/>
                    <a:pt x="12376" y="82354"/>
                    <a:pt x="12376" y="81551"/>
                  </a:cubicBezTo>
                  <a:cubicBezTo>
                    <a:pt x="12376" y="80779"/>
                    <a:pt x="13019" y="80136"/>
                    <a:pt x="13790" y="80136"/>
                  </a:cubicBezTo>
                  <a:close/>
                  <a:moveTo>
                    <a:pt x="175862" y="104920"/>
                  </a:moveTo>
                  <a:cubicBezTo>
                    <a:pt x="176634" y="104920"/>
                    <a:pt x="177276" y="105531"/>
                    <a:pt x="177276" y="106334"/>
                  </a:cubicBezTo>
                  <a:cubicBezTo>
                    <a:pt x="177276" y="107106"/>
                    <a:pt x="176634" y="107748"/>
                    <a:pt x="175862" y="107748"/>
                  </a:cubicBezTo>
                  <a:cubicBezTo>
                    <a:pt x="175155" y="107748"/>
                    <a:pt x="174576" y="107266"/>
                    <a:pt x="174448" y="106591"/>
                  </a:cubicBezTo>
                  <a:lnTo>
                    <a:pt x="155675" y="106591"/>
                  </a:lnTo>
                  <a:cubicBezTo>
                    <a:pt x="155579" y="107202"/>
                    <a:pt x="155065" y="107684"/>
                    <a:pt x="154454" y="107748"/>
                  </a:cubicBezTo>
                  <a:lnTo>
                    <a:pt x="154454" y="112602"/>
                  </a:lnTo>
                  <a:lnTo>
                    <a:pt x="174448" y="112602"/>
                  </a:lnTo>
                  <a:cubicBezTo>
                    <a:pt x="174544" y="111895"/>
                    <a:pt x="175123" y="111381"/>
                    <a:pt x="175862" y="111381"/>
                  </a:cubicBezTo>
                  <a:cubicBezTo>
                    <a:pt x="176634" y="111381"/>
                    <a:pt x="177276" y="112024"/>
                    <a:pt x="177276" y="112795"/>
                  </a:cubicBezTo>
                  <a:cubicBezTo>
                    <a:pt x="177276" y="113599"/>
                    <a:pt x="176634" y="114210"/>
                    <a:pt x="175862" y="114210"/>
                  </a:cubicBezTo>
                  <a:cubicBezTo>
                    <a:pt x="175187" y="114210"/>
                    <a:pt x="174641" y="113760"/>
                    <a:pt x="174480" y="113149"/>
                  </a:cubicBezTo>
                  <a:lnTo>
                    <a:pt x="153908" y="113149"/>
                  </a:lnTo>
                  <a:lnTo>
                    <a:pt x="153908" y="107716"/>
                  </a:lnTo>
                  <a:cubicBezTo>
                    <a:pt x="153393" y="107556"/>
                    <a:pt x="153007" y="107138"/>
                    <a:pt x="152879" y="106591"/>
                  </a:cubicBezTo>
                  <a:lnTo>
                    <a:pt x="130056" y="106591"/>
                  </a:lnTo>
                  <a:lnTo>
                    <a:pt x="130056" y="106077"/>
                  </a:lnTo>
                  <a:lnTo>
                    <a:pt x="152879" y="106077"/>
                  </a:lnTo>
                  <a:cubicBezTo>
                    <a:pt x="153007" y="105402"/>
                    <a:pt x="153586" y="104920"/>
                    <a:pt x="154293" y="104920"/>
                  </a:cubicBezTo>
                  <a:cubicBezTo>
                    <a:pt x="155000" y="104920"/>
                    <a:pt x="155579" y="105402"/>
                    <a:pt x="155675" y="106077"/>
                  </a:cubicBezTo>
                  <a:lnTo>
                    <a:pt x="174448" y="106077"/>
                  </a:lnTo>
                  <a:cubicBezTo>
                    <a:pt x="174576" y="105402"/>
                    <a:pt x="175155" y="104920"/>
                    <a:pt x="175862" y="104920"/>
                  </a:cubicBezTo>
                  <a:close/>
                  <a:moveTo>
                    <a:pt x="26584" y="101095"/>
                  </a:moveTo>
                  <a:cubicBezTo>
                    <a:pt x="27323" y="101095"/>
                    <a:pt x="27934" y="101673"/>
                    <a:pt x="27998" y="102380"/>
                  </a:cubicBezTo>
                  <a:lnTo>
                    <a:pt x="35841" y="102380"/>
                  </a:lnTo>
                  <a:lnTo>
                    <a:pt x="35841" y="111381"/>
                  </a:lnTo>
                  <a:lnTo>
                    <a:pt x="52588" y="111381"/>
                  </a:lnTo>
                  <a:cubicBezTo>
                    <a:pt x="52685" y="110802"/>
                    <a:pt x="53135" y="110352"/>
                    <a:pt x="53713" y="110256"/>
                  </a:cubicBezTo>
                  <a:lnTo>
                    <a:pt x="53713" y="105948"/>
                  </a:lnTo>
                  <a:lnTo>
                    <a:pt x="63292" y="105948"/>
                  </a:lnTo>
                  <a:lnTo>
                    <a:pt x="63292" y="106495"/>
                  </a:lnTo>
                  <a:lnTo>
                    <a:pt x="54260" y="106495"/>
                  </a:lnTo>
                  <a:lnTo>
                    <a:pt x="54260" y="110256"/>
                  </a:lnTo>
                  <a:cubicBezTo>
                    <a:pt x="54903" y="110384"/>
                    <a:pt x="55417" y="110963"/>
                    <a:pt x="55417" y="111638"/>
                  </a:cubicBezTo>
                  <a:cubicBezTo>
                    <a:pt x="55417" y="112442"/>
                    <a:pt x="54774" y="113084"/>
                    <a:pt x="53971" y="113084"/>
                  </a:cubicBezTo>
                  <a:cubicBezTo>
                    <a:pt x="53296" y="113084"/>
                    <a:pt x="52717" y="112570"/>
                    <a:pt x="52588" y="111927"/>
                  </a:cubicBezTo>
                  <a:lnTo>
                    <a:pt x="35327" y="111927"/>
                  </a:lnTo>
                  <a:lnTo>
                    <a:pt x="35327" y="102927"/>
                  </a:lnTo>
                  <a:lnTo>
                    <a:pt x="27934" y="102927"/>
                  </a:lnTo>
                  <a:cubicBezTo>
                    <a:pt x="27805" y="103441"/>
                    <a:pt x="27387" y="103827"/>
                    <a:pt x="26841" y="103923"/>
                  </a:cubicBezTo>
                  <a:lnTo>
                    <a:pt x="26841" y="117649"/>
                  </a:lnTo>
                  <a:lnTo>
                    <a:pt x="18290" y="117649"/>
                  </a:lnTo>
                  <a:cubicBezTo>
                    <a:pt x="18097" y="118195"/>
                    <a:pt x="17583" y="118581"/>
                    <a:pt x="16972" y="118581"/>
                  </a:cubicBezTo>
                  <a:cubicBezTo>
                    <a:pt x="16169" y="118581"/>
                    <a:pt x="15526" y="117938"/>
                    <a:pt x="15526" y="117135"/>
                  </a:cubicBezTo>
                  <a:cubicBezTo>
                    <a:pt x="15526" y="116363"/>
                    <a:pt x="16169" y="115720"/>
                    <a:pt x="16972" y="115720"/>
                  </a:cubicBezTo>
                  <a:cubicBezTo>
                    <a:pt x="17744" y="115720"/>
                    <a:pt x="18355" y="116331"/>
                    <a:pt x="18387" y="117103"/>
                  </a:cubicBezTo>
                  <a:lnTo>
                    <a:pt x="26326" y="117103"/>
                  </a:lnTo>
                  <a:lnTo>
                    <a:pt x="26326" y="103923"/>
                  </a:lnTo>
                  <a:cubicBezTo>
                    <a:pt x="25780" y="103827"/>
                    <a:pt x="25362" y="103441"/>
                    <a:pt x="25234" y="102927"/>
                  </a:cubicBezTo>
                  <a:lnTo>
                    <a:pt x="14208" y="102927"/>
                  </a:lnTo>
                  <a:cubicBezTo>
                    <a:pt x="14015" y="103505"/>
                    <a:pt x="13501" y="103955"/>
                    <a:pt x="12826" y="103955"/>
                  </a:cubicBezTo>
                  <a:cubicBezTo>
                    <a:pt x="12054" y="103955"/>
                    <a:pt x="11411" y="103313"/>
                    <a:pt x="11411" y="102509"/>
                  </a:cubicBezTo>
                  <a:cubicBezTo>
                    <a:pt x="11411" y="101737"/>
                    <a:pt x="12054" y="101095"/>
                    <a:pt x="12826" y="101095"/>
                  </a:cubicBezTo>
                  <a:cubicBezTo>
                    <a:pt x="13565" y="101095"/>
                    <a:pt x="14176" y="101673"/>
                    <a:pt x="14240" y="102380"/>
                  </a:cubicBezTo>
                  <a:lnTo>
                    <a:pt x="25169" y="102380"/>
                  </a:lnTo>
                  <a:cubicBezTo>
                    <a:pt x="25234" y="101673"/>
                    <a:pt x="25844" y="101095"/>
                    <a:pt x="26584" y="101095"/>
                  </a:cubicBezTo>
                  <a:close/>
                  <a:moveTo>
                    <a:pt x="124560" y="0"/>
                  </a:moveTo>
                  <a:cubicBezTo>
                    <a:pt x="120317" y="0"/>
                    <a:pt x="116363" y="675"/>
                    <a:pt x="112666" y="1607"/>
                  </a:cubicBezTo>
                  <a:cubicBezTo>
                    <a:pt x="100098" y="4725"/>
                    <a:pt x="94119" y="11894"/>
                    <a:pt x="80425" y="18322"/>
                  </a:cubicBezTo>
                  <a:lnTo>
                    <a:pt x="80425" y="20990"/>
                  </a:lnTo>
                  <a:lnTo>
                    <a:pt x="92030" y="20990"/>
                  </a:lnTo>
                  <a:lnTo>
                    <a:pt x="92030" y="21537"/>
                  </a:lnTo>
                  <a:lnTo>
                    <a:pt x="79879" y="21537"/>
                  </a:lnTo>
                  <a:lnTo>
                    <a:pt x="79879" y="18580"/>
                  </a:lnTo>
                  <a:cubicBezTo>
                    <a:pt x="78915" y="19030"/>
                    <a:pt x="77886" y="19480"/>
                    <a:pt x="76825" y="19930"/>
                  </a:cubicBezTo>
                  <a:cubicBezTo>
                    <a:pt x="71007" y="22373"/>
                    <a:pt x="66057" y="23369"/>
                    <a:pt x="61235" y="23883"/>
                  </a:cubicBezTo>
                  <a:lnTo>
                    <a:pt x="61235" y="25844"/>
                  </a:lnTo>
                  <a:lnTo>
                    <a:pt x="43781" y="25844"/>
                  </a:lnTo>
                  <a:cubicBezTo>
                    <a:pt x="43652" y="26519"/>
                    <a:pt x="43074" y="27001"/>
                    <a:pt x="42367" y="27001"/>
                  </a:cubicBezTo>
                  <a:cubicBezTo>
                    <a:pt x="41595" y="27001"/>
                    <a:pt x="40952" y="26359"/>
                    <a:pt x="40952" y="25587"/>
                  </a:cubicBezTo>
                  <a:cubicBezTo>
                    <a:pt x="40952" y="25459"/>
                    <a:pt x="40984" y="25298"/>
                    <a:pt x="41016" y="25169"/>
                  </a:cubicBezTo>
                  <a:lnTo>
                    <a:pt x="41016" y="25169"/>
                  </a:lnTo>
                  <a:cubicBezTo>
                    <a:pt x="37995" y="25523"/>
                    <a:pt x="34780" y="26005"/>
                    <a:pt x="31212" y="26776"/>
                  </a:cubicBezTo>
                  <a:cubicBezTo>
                    <a:pt x="11315" y="31020"/>
                    <a:pt x="0" y="57924"/>
                    <a:pt x="0" y="73257"/>
                  </a:cubicBezTo>
                  <a:cubicBezTo>
                    <a:pt x="0" y="88622"/>
                    <a:pt x="1190" y="110834"/>
                    <a:pt x="18323" y="122342"/>
                  </a:cubicBezTo>
                  <a:cubicBezTo>
                    <a:pt x="21923" y="124753"/>
                    <a:pt x="26551" y="125717"/>
                    <a:pt x="31791" y="125717"/>
                  </a:cubicBezTo>
                  <a:cubicBezTo>
                    <a:pt x="41370" y="125717"/>
                    <a:pt x="52910" y="122503"/>
                    <a:pt x="63710" y="119320"/>
                  </a:cubicBezTo>
                  <a:cubicBezTo>
                    <a:pt x="74511" y="116138"/>
                    <a:pt x="84540" y="112924"/>
                    <a:pt x="91065" y="112924"/>
                  </a:cubicBezTo>
                  <a:cubicBezTo>
                    <a:pt x="91387" y="112924"/>
                    <a:pt x="91708" y="112924"/>
                    <a:pt x="92030" y="112956"/>
                  </a:cubicBezTo>
                  <a:cubicBezTo>
                    <a:pt x="98748" y="113309"/>
                    <a:pt x="105916" y="116717"/>
                    <a:pt x="113695" y="120510"/>
                  </a:cubicBezTo>
                  <a:cubicBezTo>
                    <a:pt x="132757" y="121699"/>
                    <a:pt x="149600" y="124817"/>
                    <a:pt x="161911" y="129221"/>
                  </a:cubicBezTo>
                  <a:cubicBezTo>
                    <a:pt x="179044" y="121796"/>
                    <a:pt x="186084" y="99005"/>
                    <a:pt x="186084" y="77147"/>
                  </a:cubicBezTo>
                  <a:cubicBezTo>
                    <a:pt x="186084" y="71232"/>
                    <a:pt x="185570" y="65382"/>
                    <a:pt x="184605" y="59950"/>
                  </a:cubicBezTo>
                  <a:cubicBezTo>
                    <a:pt x="182002" y="45356"/>
                    <a:pt x="174866" y="33913"/>
                    <a:pt x="165704" y="23337"/>
                  </a:cubicBezTo>
                  <a:cubicBezTo>
                    <a:pt x="164644" y="22148"/>
                    <a:pt x="163615" y="20990"/>
                    <a:pt x="162586" y="19898"/>
                  </a:cubicBezTo>
                  <a:lnTo>
                    <a:pt x="135360" y="19898"/>
                  </a:lnTo>
                  <a:cubicBezTo>
                    <a:pt x="135135" y="20444"/>
                    <a:pt x="134621" y="20830"/>
                    <a:pt x="134010" y="20830"/>
                  </a:cubicBezTo>
                  <a:cubicBezTo>
                    <a:pt x="133239" y="20830"/>
                    <a:pt x="132596" y="20187"/>
                    <a:pt x="132596" y="19415"/>
                  </a:cubicBezTo>
                  <a:cubicBezTo>
                    <a:pt x="132596" y="18676"/>
                    <a:pt x="133142" y="18065"/>
                    <a:pt x="133882" y="18001"/>
                  </a:cubicBezTo>
                  <a:lnTo>
                    <a:pt x="133882" y="11733"/>
                  </a:lnTo>
                  <a:lnTo>
                    <a:pt x="118067" y="11733"/>
                  </a:lnTo>
                  <a:lnTo>
                    <a:pt x="118067" y="19898"/>
                  </a:lnTo>
                  <a:lnTo>
                    <a:pt x="99391" y="19898"/>
                  </a:lnTo>
                  <a:lnTo>
                    <a:pt x="99391" y="34748"/>
                  </a:lnTo>
                  <a:lnTo>
                    <a:pt x="98844" y="34748"/>
                  </a:lnTo>
                  <a:lnTo>
                    <a:pt x="98844" y="19351"/>
                  </a:lnTo>
                  <a:lnTo>
                    <a:pt x="117520" y="19351"/>
                  </a:lnTo>
                  <a:lnTo>
                    <a:pt x="117520" y="11186"/>
                  </a:lnTo>
                  <a:lnTo>
                    <a:pt x="147061" y="11186"/>
                  </a:lnTo>
                  <a:cubicBezTo>
                    <a:pt x="147189" y="10511"/>
                    <a:pt x="147768" y="10029"/>
                    <a:pt x="148443" y="10029"/>
                  </a:cubicBezTo>
                  <a:cubicBezTo>
                    <a:pt x="149247" y="10029"/>
                    <a:pt x="149889" y="10672"/>
                    <a:pt x="149889" y="11444"/>
                  </a:cubicBezTo>
                  <a:cubicBezTo>
                    <a:pt x="149889" y="12247"/>
                    <a:pt x="149247" y="12890"/>
                    <a:pt x="148443" y="12890"/>
                  </a:cubicBezTo>
                  <a:cubicBezTo>
                    <a:pt x="147768" y="12890"/>
                    <a:pt x="147189" y="12376"/>
                    <a:pt x="147061" y="11733"/>
                  </a:cubicBezTo>
                  <a:lnTo>
                    <a:pt x="134396" y="11733"/>
                  </a:lnTo>
                  <a:lnTo>
                    <a:pt x="134396" y="18033"/>
                  </a:lnTo>
                  <a:cubicBezTo>
                    <a:pt x="135007" y="18194"/>
                    <a:pt x="135424" y="18740"/>
                    <a:pt x="135424" y="19351"/>
                  </a:cubicBezTo>
                  <a:lnTo>
                    <a:pt x="162072" y="19351"/>
                  </a:lnTo>
                  <a:cubicBezTo>
                    <a:pt x="147671" y="4211"/>
                    <a:pt x="135199" y="0"/>
                    <a:pt x="12456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3631;p64">
              <a:extLst>
                <a:ext uri="{FF2B5EF4-FFF2-40B4-BE49-F238E27FC236}">
                  <a16:creationId xmlns:a16="http://schemas.microsoft.com/office/drawing/2014/main" id="{89E2C747-2F4F-E12F-BD5B-7B0013AB91E3}"/>
                </a:ext>
              </a:extLst>
            </p:cNvPr>
            <p:cNvSpPr/>
            <p:nvPr/>
          </p:nvSpPr>
          <p:spPr>
            <a:xfrm>
              <a:off x="3805950" y="681700"/>
              <a:ext cx="395400" cy="385775"/>
            </a:xfrm>
            <a:custGeom>
              <a:avLst/>
              <a:gdLst/>
              <a:ahLst/>
              <a:cxnLst/>
              <a:rect l="l" t="t" r="r" b="b"/>
              <a:pathLst>
                <a:path w="15816" h="15431" extrusionOk="0">
                  <a:moveTo>
                    <a:pt x="7908" y="2251"/>
                  </a:moveTo>
                  <a:cubicBezTo>
                    <a:pt x="11026" y="2251"/>
                    <a:pt x="13566" y="4790"/>
                    <a:pt x="13566" y="7908"/>
                  </a:cubicBezTo>
                  <a:lnTo>
                    <a:pt x="13566" y="13180"/>
                  </a:lnTo>
                  <a:lnTo>
                    <a:pt x="2251" y="13180"/>
                  </a:lnTo>
                  <a:lnTo>
                    <a:pt x="2251" y="7908"/>
                  </a:lnTo>
                  <a:cubicBezTo>
                    <a:pt x="2251" y="4790"/>
                    <a:pt x="4790" y="2251"/>
                    <a:pt x="7908" y="2251"/>
                  </a:cubicBezTo>
                  <a:close/>
                  <a:moveTo>
                    <a:pt x="7908" y="1"/>
                  </a:moveTo>
                  <a:cubicBezTo>
                    <a:pt x="3537" y="1"/>
                    <a:pt x="1" y="3537"/>
                    <a:pt x="1" y="7908"/>
                  </a:cubicBezTo>
                  <a:lnTo>
                    <a:pt x="1" y="14305"/>
                  </a:lnTo>
                  <a:cubicBezTo>
                    <a:pt x="1" y="14948"/>
                    <a:pt x="483" y="15430"/>
                    <a:pt x="1126" y="15430"/>
                  </a:cubicBezTo>
                  <a:lnTo>
                    <a:pt x="14691" y="15430"/>
                  </a:lnTo>
                  <a:cubicBezTo>
                    <a:pt x="15302" y="15430"/>
                    <a:pt x="15816" y="14948"/>
                    <a:pt x="15816" y="14305"/>
                  </a:cubicBezTo>
                  <a:lnTo>
                    <a:pt x="15816" y="7908"/>
                  </a:lnTo>
                  <a:cubicBezTo>
                    <a:pt x="15816" y="3537"/>
                    <a:pt x="12280" y="1"/>
                    <a:pt x="790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3632;p64">
              <a:extLst>
                <a:ext uri="{FF2B5EF4-FFF2-40B4-BE49-F238E27FC236}">
                  <a16:creationId xmlns:a16="http://schemas.microsoft.com/office/drawing/2014/main" id="{DEDF6647-CEE3-2613-C02A-0EC3ED60F7F2}"/>
                </a:ext>
              </a:extLst>
            </p:cNvPr>
            <p:cNvSpPr/>
            <p:nvPr/>
          </p:nvSpPr>
          <p:spPr>
            <a:xfrm>
              <a:off x="3798725" y="675275"/>
              <a:ext cx="409050" cy="399425"/>
            </a:xfrm>
            <a:custGeom>
              <a:avLst/>
              <a:gdLst/>
              <a:ahLst/>
              <a:cxnLst/>
              <a:rect l="l" t="t" r="r" b="b"/>
              <a:pathLst>
                <a:path w="16362" h="15977" extrusionOk="0">
                  <a:moveTo>
                    <a:pt x="8197" y="2765"/>
                  </a:moveTo>
                  <a:cubicBezTo>
                    <a:pt x="9676" y="2765"/>
                    <a:pt x="11026" y="3376"/>
                    <a:pt x="11990" y="4372"/>
                  </a:cubicBezTo>
                  <a:cubicBezTo>
                    <a:pt x="12987" y="5337"/>
                    <a:pt x="13598" y="6687"/>
                    <a:pt x="13598" y="8165"/>
                  </a:cubicBezTo>
                  <a:lnTo>
                    <a:pt x="13598" y="13180"/>
                  </a:lnTo>
                  <a:lnTo>
                    <a:pt x="2797" y="13180"/>
                  </a:lnTo>
                  <a:lnTo>
                    <a:pt x="2797" y="8165"/>
                  </a:lnTo>
                  <a:cubicBezTo>
                    <a:pt x="2797" y="6687"/>
                    <a:pt x="3408" y="5337"/>
                    <a:pt x="4372" y="4372"/>
                  </a:cubicBezTo>
                  <a:cubicBezTo>
                    <a:pt x="5369" y="3376"/>
                    <a:pt x="6719" y="2765"/>
                    <a:pt x="8197" y="2765"/>
                  </a:cubicBezTo>
                  <a:close/>
                  <a:moveTo>
                    <a:pt x="8197" y="2251"/>
                  </a:moveTo>
                  <a:cubicBezTo>
                    <a:pt x="4919" y="2251"/>
                    <a:pt x="2251" y="4919"/>
                    <a:pt x="2251" y="8165"/>
                  </a:cubicBezTo>
                  <a:lnTo>
                    <a:pt x="2251" y="13437"/>
                  </a:lnTo>
                  <a:cubicBezTo>
                    <a:pt x="2251" y="13501"/>
                    <a:pt x="2283" y="13566"/>
                    <a:pt x="2347" y="13630"/>
                  </a:cubicBezTo>
                  <a:cubicBezTo>
                    <a:pt x="2379" y="13694"/>
                    <a:pt x="2476" y="13694"/>
                    <a:pt x="2540" y="13694"/>
                  </a:cubicBezTo>
                  <a:lnTo>
                    <a:pt x="13855" y="13694"/>
                  </a:lnTo>
                  <a:cubicBezTo>
                    <a:pt x="13919" y="13694"/>
                    <a:pt x="13983" y="13694"/>
                    <a:pt x="14048" y="13630"/>
                  </a:cubicBezTo>
                  <a:cubicBezTo>
                    <a:pt x="14080" y="13566"/>
                    <a:pt x="14112" y="13501"/>
                    <a:pt x="14112" y="13437"/>
                  </a:cubicBezTo>
                  <a:lnTo>
                    <a:pt x="14112" y="8165"/>
                  </a:lnTo>
                  <a:cubicBezTo>
                    <a:pt x="14112" y="4919"/>
                    <a:pt x="11476" y="2251"/>
                    <a:pt x="8197" y="2251"/>
                  </a:cubicBezTo>
                  <a:close/>
                  <a:moveTo>
                    <a:pt x="8197" y="515"/>
                  </a:moveTo>
                  <a:cubicBezTo>
                    <a:pt x="10287" y="515"/>
                    <a:pt x="12215" y="1383"/>
                    <a:pt x="13598" y="2765"/>
                  </a:cubicBezTo>
                  <a:cubicBezTo>
                    <a:pt x="14980" y="4147"/>
                    <a:pt x="15848" y="6076"/>
                    <a:pt x="15848" y="8165"/>
                  </a:cubicBezTo>
                  <a:lnTo>
                    <a:pt x="15848" y="14562"/>
                  </a:lnTo>
                  <a:cubicBezTo>
                    <a:pt x="15848" y="15044"/>
                    <a:pt x="15462" y="15430"/>
                    <a:pt x="14980" y="15430"/>
                  </a:cubicBezTo>
                  <a:lnTo>
                    <a:pt x="1415" y="15430"/>
                  </a:lnTo>
                  <a:cubicBezTo>
                    <a:pt x="933" y="15430"/>
                    <a:pt x="547" y="15044"/>
                    <a:pt x="547" y="14562"/>
                  </a:cubicBezTo>
                  <a:lnTo>
                    <a:pt x="547" y="8165"/>
                  </a:lnTo>
                  <a:cubicBezTo>
                    <a:pt x="547" y="6076"/>
                    <a:pt x="1415" y="4147"/>
                    <a:pt x="2797" y="2765"/>
                  </a:cubicBezTo>
                  <a:cubicBezTo>
                    <a:pt x="4179" y="1383"/>
                    <a:pt x="6076" y="515"/>
                    <a:pt x="8197" y="515"/>
                  </a:cubicBezTo>
                  <a:close/>
                  <a:moveTo>
                    <a:pt x="8197" y="1"/>
                  </a:moveTo>
                  <a:cubicBezTo>
                    <a:pt x="3665" y="1"/>
                    <a:pt x="0" y="3665"/>
                    <a:pt x="0" y="8165"/>
                  </a:cubicBezTo>
                  <a:lnTo>
                    <a:pt x="0" y="14562"/>
                  </a:lnTo>
                  <a:cubicBezTo>
                    <a:pt x="0" y="15334"/>
                    <a:pt x="643" y="15976"/>
                    <a:pt x="1415" y="15976"/>
                  </a:cubicBezTo>
                  <a:lnTo>
                    <a:pt x="14980" y="15976"/>
                  </a:lnTo>
                  <a:cubicBezTo>
                    <a:pt x="15751" y="15976"/>
                    <a:pt x="16362" y="15334"/>
                    <a:pt x="16362" y="14562"/>
                  </a:cubicBezTo>
                  <a:lnTo>
                    <a:pt x="16362" y="8165"/>
                  </a:lnTo>
                  <a:cubicBezTo>
                    <a:pt x="16362" y="3665"/>
                    <a:pt x="12698" y="1"/>
                    <a:pt x="81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3633;p64">
              <a:extLst>
                <a:ext uri="{FF2B5EF4-FFF2-40B4-BE49-F238E27FC236}">
                  <a16:creationId xmlns:a16="http://schemas.microsoft.com/office/drawing/2014/main" id="{AE279ED3-0870-EAFA-3F05-6779481DC01F}"/>
                </a:ext>
              </a:extLst>
            </p:cNvPr>
            <p:cNvSpPr/>
            <p:nvPr/>
          </p:nvSpPr>
          <p:spPr>
            <a:xfrm>
              <a:off x="3784250" y="990300"/>
              <a:ext cx="432375" cy="365650"/>
            </a:xfrm>
            <a:custGeom>
              <a:avLst/>
              <a:gdLst/>
              <a:ahLst/>
              <a:cxnLst/>
              <a:rect l="l" t="t" r="r" b="b"/>
              <a:pathLst>
                <a:path w="17295" h="14626" extrusionOk="0">
                  <a:moveTo>
                    <a:pt x="1" y="0"/>
                  </a:moveTo>
                  <a:lnTo>
                    <a:pt x="1" y="14626"/>
                  </a:lnTo>
                  <a:lnTo>
                    <a:pt x="17295" y="14626"/>
                  </a:lnTo>
                  <a:lnTo>
                    <a:pt x="1729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3634;p64">
              <a:extLst>
                <a:ext uri="{FF2B5EF4-FFF2-40B4-BE49-F238E27FC236}">
                  <a16:creationId xmlns:a16="http://schemas.microsoft.com/office/drawing/2014/main" id="{9616E3F0-F48F-A25E-CFC2-CAE9B2E87CC7}"/>
                </a:ext>
              </a:extLst>
            </p:cNvPr>
            <p:cNvSpPr/>
            <p:nvPr/>
          </p:nvSpPr>
          <p:spPr>
            <a:xfrm>
              <a:off x="3777825" y="983875"/>
              <a:ext cx="446025" cy="378525"/>
            </a:xfrm>
            <a:custGeom>
              <a:avLst/>
              <a:gdLst/>
              <a:ahLst/>
              <a:cxnLst/>
              <a:rect l="l" t="t" r="r" b="b"/>
              <a:pathLst>
                <a:path w="17841" h="15141" extrusionOk="0">
                  <a:moveTo>
                    <a:pt x="17294" y="547"/>
                  </a:moveTo>
                  <a:lnTo>
                    <a:pt x="17294" y="14626"/>
                  </a:lnTo>
                  <a:lnTo>
                    <a:pt x="547" y="14626"/>
                  </a:lnTo>
                  <a:lnTo>
                    <a:pt x="547" y="547"/>
                  </a:lnTo>
                  <a:close/>
                  <a:moveTo>
                    <a:pt x="258" y="0"/>
                  </a:moveTo>
                  <a:cubicBezTo>
                    <a:pt x="194" y="0"/>
                    <a:pt x="129" y="32"/>
                    <a:pt x="97" y="97"/>
                  </a:cubicBezTo>
                  <a:cubicBezTo>
                    <a:pt x="33" y="129"/>
                    <a:pt x="1" y="193"/>
                    <a:pt x="1" y="257"/>
                  </a:cubicBezTo>
                  <a:lnTo>
                    <a:pt x="1" y="14883"/>
                  </a:lnTo>
                  <a:cubicBezTo>
                    <a:pt x="1" y="14947"/>
                    <a:pt x="33" y="15012"/>
                    <a:pt x="97" y="15076"/>
                  </a:cubicBezTo>
                  <a:cubicBezTo>
                    <a:pt x="129" y="15108"/>
                    <a:pt x="194" y="15140"/>
                    <a:pt x="258" y="15140"/>
                  </a:cubicBezTo>
                  <a:lnTo>
                    <a:pt x="17552" y="15140"/>
                  </a:lnTo>
                  <a:cubicBezTo>
                    <a:pt x="17616" y="15140"/>
                    <a:pt x="17712" y="15108"/>
                    <a:pt x="17744" y="15076"/>
                  </a:cubicBezTo>
                  <a:cubicBezTo>
                    <a:pt x="17809" y="15012"/>
                    <a:pt x="17841" y="14947"/>
                    <a:pt x="17841" y="14883"/>
                  </a:cubicBezTo>
                  <a:lnTo>
                    <a:pt x="17841" y="257"/>
                  </a:lnTo>
                  <a:cubicBezTo>
                    <a:pt x="17841" y="193"/>
                    <a:pt x="17809" y="129"/>
                    <a:pt x="17744" y="97"/>
                  </a:cubicBezTo>
                  <a:cubicBezTo>
                    <a:pt x="17712" y="32"/>
                    <a:pt x="17616" y="0"/>
                    <a:pt x="17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3635;p64">
              <a:extLst>
                <a:ext uri="{FF2B5EF4-FFF2-40B4-BE49-F238E27FC236}">
                  <a16:creationId xmlns:a16="http://schemas.microsoft.com/office/drawing/2014/main" id="{0F57B69B-9AD9-35D8-B79F-F37E9D105B12}"/>
                </a:ext>
              </a:extLst>
            </p:cNvPr>
            <p:cNvSpPr/>
            <p:nvPr/>
          </p:nvSpPr>
          <p:spPr>
            <a:xfrm>
              <a:off x="3951400" y="1095575"/>
              <a:ext cx="94050" cy="171175"/>
            </a:xfrm>
            <a:custGeom>
              <a:avLst/>
              <a:gdLst/>
              <a:ahLst/>
              <a:cxnLst/>
              <a:rect l="l" t="t" r="r" b="b"/>
              <a:pathLst>
                <a:path w="3762" h="6847" extrusionOk="0">
                  <a:moveTo>
                    <a:pt x="1897" y="0"/>
                  </a:moveTo>
                  <a:cubicBezTo>
                    <a:pt x="837" y="0"/>
                    <a:pt x="1" y="836"/>
                    <a:pt x="1" y="1865"/>
                  </a:cubicBezTo>
                  <a:cubicBezTo>
                    <a:pt x="1" y="2572"/>
                    <a:pt x="419" y="3215"/>
                    <a:pt x="997" y="3536"/>
                  </a:cubicBezTo>
                  <a:lnTo>
                    <a:pt x="676" y="6847"/>
                  </a:lnTo>
                  <a:lnTo>
                    <a:pt x="3087" y="6847"/>
                  </a:lnTo>
                  <a:lnTo>
                    <a:pt x="2797" y="3536"/>
                  </a:lnTo>
                  <a:cubicBezTo>
                    <a:pt x="3376" y="3215"/>
                    <a:pt x="3762" y="2572"/>
                    <a:pt x="3762" y="1865"/>
                  </a:cubicBezTo>
                  <a:cubicBezTo>
                    <a:pt x="3762" y="836"/>
                    <a:pt x="2926" y="0"/>
                    <a:pt x="18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3636;p64">
              <a:extLst>
                <a:ext uri="{FF2B5EF4-FFF2-40B4-BE49-F238E27FC236}">
                  <a16:creationId xmlns:a16="http://schemas.microsoft.com/office/drawing/2014/main" id="{DFB7F0DB-DE23-488E-503A-E0A9D767538B}"/>
                </a:ext>
              </a:extLst>
            </p:cNvPr>
            <p:cNvSpPr/>
            <p:nvPr/>
          </p:nvSpPr>
          <p:spPr>
            <a:xfrm>
              <a:off x="3944975" y="1088325"/>
              <a:ext cx="107725" cy="184875"/>
            </a:xfrm>
            <a:custGeom>
              <a:avLst/>
              <a:gdLst/>
              <a:ahLst/>
              <a:cxnLst/>
              <a:rect l="l" t="t" r="r" b="b"/>
              <a:pathLst>
                <a:path w="4309" h="7395" extrusionOk="0">
                  <a:moveTo>
                    <a:pt x="2154" y="547"/>
                  </a:moveTo>
                  <a:cubicBezTo>
                    <a:pt x="3022" y="547"/>
                    <a:pt x="3762" y="1255"/>
                    <a:pt x="3762" y="2155"/>
                  </a:cubicBezTo>
                  <a:cubicBezTo>
                    <a:pt x="3762" y="2765"/>
                    <a:pt x="3408" y="3312"/>
                    <a:pt x="2926" y="3569"/>
                  </a:cubicBezTo>
                  <a:lnTo>
                    <a:pt x="2765" y="3665"/>
                  </a:lnTo>
                  <a:lnTo>
                    <a:pt x="3054" y="6880"/>
                  </a:lnTo>
                  <a:lnTo>
                    <a:pt x="1222" y="6880"/>
                  </a:lnTo>
                  <a:lnTo>
                    <a:pt x="1544" y="3665"/>
                  </a:lnTo>
                  <a:lnTo>
                    <a:pt x="1383" y="3569"/>
                  </a:lnTo>
                  <a:cubicBezTo>
                    <a:pt x="869" y="3312"/>
                    <a:pt x="547" y="2765"/>
                    <a:pt x="547" y="2155"/>
                  </a:cubicBezTo>
                  <a:cubicBezTo>
                    <a:pt x="547" y="1255"/>
                    <a:pt x="1254" y="547"/>
                    <a:pt x="2154" y="547"/>
                  </a:cubicBezTo>
                  <a:close/>
                  <a:moveTo>
                    <a:pt x="2154" y="1"/>
                  </a:moveTo>
                  <a:cubicBezTo>
                    <a:pt x="965" y="1"/>
                    <a:pt x="1" y="965"/>
                    <a:pt x="1" y="2155"/>
                  </a:cubicBezTo>
                  <a:cubicBezTo>
                    <a:pt x="1" y="2929"/>
                    <a:pt x="387" y="3592"/>
                    <a:pt x="980" y="3967"/>
                  </a:cubicBezTo>
                  <a:lnTo>
                    <a:pt x="980" y="3967"/>
                  </a:lnTo>
                  <a:lnTo>
                    <a:pt x="644" y="7394"/>
                  </a:lnTo>
                  <a:lnTo>
                    <a:pt x="3665" y="7394"/>
                  </a:lnTo>
                  <a:lnTo>
                    <a:pt x="3327" y="3948"/>
                  </a:lnTo>
                  <a:lnTo>
                    <a:pt x="3327" y="3948"/>
                  </a:lnTo>
                  <a:cubicBezTo>
                    <a:pt x="3908" y="3570"/>
                    <a:pt x="4308" y="2916"/>
                    <a:pt x="4308" y="2155"/>
                  </a:cubicBezTo>
                  <a:cubicBezTo>
                    <a:pt x="4308" y="965"/>
                    <a:pt x="3344" y="1"/>
                    <a:pt x="21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3637;p64">
              <a:extLst>
                <a:ext uri="{FF2B5EF4-FFF2-40B4-BE49-F238E27FC236}">
                  <a16:creationId xmlns:a16="http://schemas.microsoft.com/office/drawing/2014/main" id="{D91CB9C4-0C7F-6E90-A3BC-82E7F5162E9F}"/>
                </a:ext>
              </a:extLst>
            </p:cNvPr>
            <p:cNvSpPr/>
            <p:nvPr/>
          </p:nvSpPr>
          <p:spPr>
            <a:xfrm>
              <a:off x="5385850" y="2484200"/>
              <a:ext cx="396200" cy="386575"/>
            </a:xfrm>
            <a:custGeom>
              <a:avLst/>
              <a:gdLst/>
              <a:ahLst/>
              <a:cxnLst/>
              <a:rect l="l" t="t" r="r" b="b"/>
              <a:pathLst>
                <a:path w="15848" h="15463" extrusionOk="0">
                  <a:moveTo>
                    <a:pt x="7908" y="2283"/>
                  </a:moveTo>
                  <a:cubicBezTo>
                    <a:pt x="11026" y="2283"/>
                    <a:pt x="13566" y="4823"/>
                    <a:pt x="13566" y="7941"/>
                  </a:cubicBezTo>
                  <a:lnTo>
                    <a:pt x="13566" y="13212"/>
                  </a:lnTo>
                  <a:lnTo>
                    <a:pt x="2251" y="13212"/>
                  </a:lnTo>
                  <a:lnTo>
                    <a:pt x="2251" y="7941"/>
                  </a:lnTo>
                  <a:cubicBezTo>
                    <a:pt x="2251" y="4823"/>
                    <a:pt x="4790" y="2283"/>
                    <a:pt x="7908" y="2283"/>
                  </a:cubicBezTo>
                  <a:close/>
                  <a:moveTo>
                    <a:pt x="7908" y="1"/>
                  </a:moveTo>
                  <a:cubicBezTo>
                    <a:pt x="3569" y="1"/>
                    <a:pt x="1" y="3569"/>
                    <a:pt x="1" y="7941"/>
                  </a:cubicBezTo>
                  <a:lnTo>
                    <a:pt x="1" y="14337"/>
                  </a:lnTo>
                  <a:cubicBezTo>
                    <a:pt x="1" y="14948"/>
                    <a:pt x="515" y="15462"/>
                    <a:pt x="1126" y="15462"/>
                  </a:cubicBezTo>
                  <a:lnTo>
                    <a:pt x="14723" y="15462"/>
                  </a:lnTo>
                  <a:cubicBezTo>
                    <a:pt x="15334" y="15462"/>
                    <a:pt x="15848" y="14948"/>
                    <a:pt x="15848" y="14337"/>
                  </a:cubicBezTo>
                  <a:lnTo>
                    <a:pt x="15848" y="7941"/>
                  </a:lnTo>
                  <a:cubicBezTo>
                    <a:pt x="15848" y="3569"/>
                    <a:pt x="12280" y="1"/>
                    <a:pt x="790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3638;p64">
              <a:extLst>
                <a:ext uri="{FF2B5EF4-FFF2-40B4-BE49-F238E27FC236}">
                  <a16:creationId xmlns:a16="http://schemas.microsoft.com/office/drawing/2014/main" id="{8068037A-D440-6A22-B1AA-8CD15DB071AE}"/>
                </a:ext>
              </a:extLst>
            </p:cNvPr>
            <p:cNvSpPr/>
            <p:nvPr/>
          </p:nvSpPr>
          <p:spPr>
            <a:xfrm>
              <a:off x="5379425" y="2477775"/>
              <a:ext cx="409050" cy="399425"/>
            </a:xfrm>
            <a:custGeom>
              <a:avLst/>
              <a:gdLst/>
              <a:ahLst/>
              <a:cxnLst/>
              <a:rect l="l" t="t" r="r" b="b"/>
              <a:pathLst>
                <a:path w="16362" h="15977" extrusionOk="0">
                  <a:moveTo>
                    <a:pt x="8165" y="2797"/>
                  </a:moveTo>
                  <a:cubicBezTo>
                    <a:pt x="9676" y="2797"/>
                    <a:pt x="11026" y="3408"/>
                    <a:pt x="11990" y="4372"/>
                  </a:cubicBezTo>
                  <a:cubicBezTo>
                    <a:pt x="12955" y="5369"/>
                    <a:pt x="13565" y="6687"/>
                    <a:pt x="13565" y="8198"/>
                  </a:cubicBezTo>
                  <a:lnTo>
                    <a:pt x="13565" y="13180"/>
                  </a:lnTo>
                  <a:lnTo>
                    <a:pt x="2797" y="13180"/>
                  </a:lnTo>
                  <a:lnTo>
                    <a:pt x="2797" y="8198"/>
                  </a:lnTo>
                  <a:cubicBezTo>
                    <a:pt x="2797" y="6687"/>
                    <a:pt x="3376" y="5369"/>
                    <a:pt x="4372" y="4372"/>
                  </a:cubicBezTo>
                  <a:cubicBezTo>
                    <a:pt x="5336" y="3408"/>
                    <a:pt x="6687" y="2797"/>
                    <a:pt x="8165" y="2797"/>
                  </a:cubicBezTo>
                  <a:close/>
                  <a:moveTo>
                    <a:pt x="8165" y="2251"/>
                  </a:moveTo>
                  <a:cubicBezTo>
                    <a:pt x="4919" y="2251"/>
                    <a:pt x="2251" y="4919"/>
                    <a:pt x="2251" y="8198"/>
                  </a:cubicBezTo>
                  <a:lnTo>
                    <a:pt x="2251" y="13469"/>
                  </a:lnTo>
                  <a:cubicBezTo>
                    <a:pt x="2251" y="13534"/>
                    <a:pt x="2283" y="13598"/>
                    <a:pt x="2315" y="13630"/>
                  </a:cubicBezTo>
                  <a:cubicBezTo>
                    <a:pt x="2379" y="13694"/>
                    <a:pt x="2443" y="13726"/>
                    <a:pt x="2508" y="13726"/>
                  </a:cubicBezTo>
                  <a:lnTo>
                    <a:pt x="13823" y="13726"/>
                  </a:lnTo>
                  <a:cubicBezTo>
                    <a:pt x="13919" y="13726"/>
                    <a:pt x="13983" y="13694"/>
                    <a:pt x="14015" y="13630"/>
                  </a:cubicBezTo>
                  <a:cubicBezTo>
                    <a:pt x="14080" y="13598"/>
                    <a:pt x="14112" y="13534"/>
                    <a:pt x="14112" y="13469"/>
                  </a:cubicBezTo>
                  <a:lnTo>
                    <a:pt x="14112" y="8198"/>
                  </a:lnTo>
                  <a:cubicBezTo>
                    <a:pt x="14112" y="4919"/>
                    <a:pt x="11444" y="2251"/>
                    <a:pt x="8165" y="2251"/>
                  </a:cubicBezTo>
                  <a:close/>
                  <a:moveTo>
                    <a:pt x="8165" y="547"/>
                  </a:moveTo>
                  <a:cubicBezTo>
                    <a:pt x="10287" y="547"/>
                    <a:pt x="12183" y="1383"/>
                    <a:pt x="13598" y="2797"/>
                  </a:cubicBezTo>
                  <a:cubicBezTo>
                    <a:pt x="14980" y="4180"/>
                    <a:pt x="15816" y="6076"/>
                    <a:pt x="15816" y="8198"/>
                  </a:cubicBezTo>
                  <a:lnTo>
                    <a:pt x="15816" y="14594"/>
                  </a:lnTo>
                  <a:cubicBezTo>
                    <a:pt x="15816" y="15044"/>
                    <a:pt x="15430" y="15430"/>
                    <a:pt x="14980" y="15430"/>
                  </a:cubicBezTo>
                  <a:lnTo>
                    <a:pt x="1383" y="15430"/>
                  </a:lnTo>
                  <a:cubicBezTo>
                    <a:pt x="901" y="15430"/>
                    <a:pt x="515" y="15044"/>
                    <a:pt x="515" y="14594"/>
                  </a:cubicBezTo>
                  <a:lnTo>
                    <a:pt x="515" y="8198"/>
                  </a:lnTo>
                  <a:cubicBezTo>
                    <a:pt x="515" y="6076"/>
                    <a:pt x="1383" y="4180"/>
                    <a:pt x="2765" y="2797"/>
                  </a:cubicBezTo>
                  <a:cubicBezTo>
                    <a:pt x="4147" y="1383"/>
                    <a:pt x="6076" y="547"/>
                    <a:pt x="8165" y="547"/>
                  </a:cubicBezTo>
                  <a:close/>
                  <a:moveTo>
                    <a:pt x="8165" y="1"/>
                  </a:moveTo>
                  <a:cubicBezTo>
                    <a:pt x="3665" y="1"/>
                    <a:pt x="0" y="3665"/>
                    <a:pt x="0" y="8198"/>
                  </a:cubicBezTo>
                  <a:lnTo>
                    <a:pt x="0" y="14594"/>
                  </a:lnTo>
                  <a:cubicBezTo>
                    <a:pt x="0" y="15366"/>
                    <a:pt x="611" y="15977"/>
                    <a:pt x="1383" y="15977"/>
                  </a:cubicBezTo>
                  <a:lnTo>
                    <a:pt x="14980" y="15977"/>
                  </a:lnTo>
                  <a:cubicBezTo>
                    <a:pt x="15751" y="15977"/>
                    <a:pt x="16362" y="15366"/>
                    <a:pt x="16362" y="14594"/>
                  </a:cubicBezTo>
                  <a:lnTo>
                    <a:pt x="16362" y="8198"/>
                  </a:lnTo>
                  <a:cubicBezTo>
                    <a:pt x="16362" y="3665"/>
                    <a:pt x="12698" y="1"/>
                    <a:pt x="81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3639;p64">
              <a:extLst>
                <a:ext uri="{FF2B5EF4-FFF2-40B4-BE49-F238E27FC236}">
                  <a16:creationId xmlns:a16="http://schemas.microsoft.com/office/drawing/2014/main" id="{FB05302B-8513-5C98-E534-2F55B789B9AE}"/>
                </a:ext>
              </a:extLst>
            </p:cNvPr>
            <p:cNvSpPr/>
            <p:nvPr/>
          </p:nvSpPr>
          <p:spPr>
            <a:xfrm>
              <a:off x="5364950" y="2793600"/>
              <a:ext cx="432375" cy="364875"/>
            </a:xfrm>
            <a:custGeom>
              <a:avLst/>
              <a:gdLst/>
              <a:ahLst/>
              <a:cxnLst/>
              <a:rect l="l" t="t" r="r" b="b"/>
              <a:pathLst>
                <a:path w="17295" h="14595" extrusionOk="0">
                  <a:moveTo>
                    <a:pt x="1" y="1"/>
                  </a:moveTo>
                  <a:lnTo>
                    <a:pt x="1" y="14594"/>
                  </a:lnTo>
                  <a:lnTo>
                    <a:pt x="17295" y="14594"/>
                  </a:lnTo>
                  <a:lnTo>
                    <a:pt x="172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3640;p64">
              <a:extLst>
                <a:ext uri="{FF2B5EF4-FFF2-40B4-BE49-F238E27FC236}">
                  <a16:creationId xmlns:a16="http://schemas.microsoft.com/office/drawing/2014/main" id="{1E08E123-3D7E-A898-23B8-78BA2D2D0B0A}"/>
                </a:ext>
              </a:extLst>
            </p:cNvPr>
            <p:cNvSpPr/>
            <p:nvPr/>
          </p:nvSpPr>
          <p:spPr>
            <a:xfrm>
              <a:off x="5358525" y="2787175"/>
              <a:ext cx="445225" cy="378525"/>
            </a:xfrm>
            <a:custGeom>
              <a:avLst/>
              <a:gdLst/>
              <a:ahLst/>
              <a:cxnLst/>
              <a:rect l="l" t="t" r="r" b="b"/>
              <a:pathLst>
                <a:path w="17809" h="15141" extrusionOk="0">
                  <a:moveTo>
                    <a:pt x="17262" y="515"/>
                  </a:moveTo>
                  <a:lnTo>
                    <a:pt x="17262" y="14594"/>
                  </a:lnTo>
                  <a:lnTo>
                    <a:pt x="515" y="14594"/>
                  </a:lnTo>
                  <a:lnTo>
                    <a:pt x="515" y="515"/>
                  </a:lnTo>
                  <a:close/>
                  <a:moveTo>
                    <a:pt x="258" y="0"/>
                  </a:moveTo>
                  <a:cubicBezTo>
                    <a:pt x="194" y="0"/>
                    <a:pt x="129" y="0"/>
                    <a:pt x="65" y="65"/>
                  </a:cubicBezTo>
                  <a:cubicBezTo>
                    <a:pt x="33" y="129"/>
                    <a:pt x="1" y="193"/>
                    <a:pt x="1" y="258"/>
                  </a:cubicBezTo>
                  <a:lnTo>
                    <a:pt x="1" y="14851"/>
                  </a:lnTo>
                  <a:cubicBezTo>
                    <a:pt x="1" y="14948"/>
                    <a:pt x="33" y="15012"/>
                    <a:pt x="65" y="15044"/>
                  </a:cubicBezTo>
                  <a:cubicBezTo>
                    <a:pt x="129" y="15108"/>
                    <a:pt x="194" y="15140"/>
                    <a:pt x="258" y="15140"/>
                  </a:cubicBezTo>
                  <a:lnTo>
                    <a:pt x="17552" y="15140"/>
                  </a:lnTo>
                  <a:cubicBezTo>
                    <a:pt x="17616" y="15140"/>
                    <a:pt x="17680" y="15108"/>
                    <a:pt x="17744" y="15044"/>
                  </a:cubicBezTo>
                  <a:cubicBezTo>
                    <a:pt x="17777" y="15012"/>
                    <a:pt x="17809" y="14948"/>
                    <a:pt x="17809" y="14851"/>
                  </a:cubicBezTo>
                  <a:lnTo>
                    <a:pt x="17809" y="258"/>
                  </a:lnTo>
                  <a:cubicBezTo>
                    <a:pt x="17809" y="193"/>
                    <a:pt x="17777" y="129"/>
                    <a:pt x="17744" y="65"/>
                  </a:cubicBezTo>
                  <a:cubicBezTo>
                    <a:pt x="17680" y="0"/>
                    <a:pt x="17616" y="0"/>
                    <a:pt x="17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3641;p64">
              <a:extLst>
                <a:ext uri="{FF2B5EF4-FFF2-40B4-BE49-F238E27FC236}">
                  <a16:creationId xmlns:a16="http://schemas.microsoft.com/office/drawing/2014/main" id="{4CA21A58-D5CA-269E-4A3C-BD5FE5029168}"/>
                </a:ext>
              </a:extLst>
            </p:cNvPr>
            <p:cNvSpPr/>
            <p:nvPr/>
          </p:nvSpPr>
          <p:spPr>
            <a:xfrm>
              <a:off x="5532100" y="2898075"/>
              <a:ext cx="94050" cy="171200"/>
            </a:xfrm>
            <a:custGeom>
              <a:avLst/>
              <a:gdLst/>
              <a:ahLst/>
              <a:cxnLst/>
              <a:rect l="l" t="t" r="r" b="b"/>
              <a:pathLst>
                <a:path w="3762" h="6848" extrusionOk="0">
                  <a:moveTo>
                    <a:pt x="1865" y="0"/>
                  </a:moveTo>
                  <a:cubicBezTo>
                    <a:pt x="837" y="0"/>
                    <a:pt x="1" y="836"/>
                    <a:pt x="1" y="1897"/>
                  </a:cubicBezTo>
                  <a:cubicBezTo>
                    <a:pt x="1" y="2604"/>
                    <a:pt x="387" y="3215"/>
                    <a:pt x="965" y="3536"/>
                  </a:cubicBezTo>
                  <a:lnTo>
                    <a:pt x="676" y="6847"/>
                  </a:lnTo>
                  <a:lnTo>
                    <a:pt x="3087" y="6847"/>
                  </a:lnTo>
                  <a:lnTo>
                    <a:pt x="2765" y="3536"/>
                  </a:lnTo>
                  <a:cubicBezTo>
                    <a:pt x="3344" y="3215"/>
                    <a:pt x="3762" y="2604"/>
                    <a:pt x="3762" y="1897"/>
                  </a:cubicBezTo>
                  <a:cubicBezTo>
                    <a:pt x="3762" y="836"/>
                    <a:pt x="2926" y="0"/>
                    <a:pt x="18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3642;p64">
              <a:extLst>
                <a:ext uri="{FF2B5EF4-FFF2-40B4-BE49-F238E27FC236}">
                  <a16:creationId xmlns:a16="http://schemas.microsoft.com/office/drawing/2014/main" id="{008792A4-68F0-5564-577B-EDC6736E21B3}"/>
                </a:ext>
              </a:extLst>
            </p:cNvPr>
            <p:cNvSpPr/>
            <p:nvPr/>
          </p:nvSpPr>
          <p:spPr>
            <a:xfrm>
              <a:off x="5524875" y="2891650"/>
              <a:ext cx="107700" cy="184850"/>
            </a:xfrm>
            <a:custGeom>
              <a:avLst/>
              <a:gdLst/>
              <a:ahLst/>
              <a:cxnLst/>
              <a:rect l="l" t="t" r="r" b="b"/>
              <a:pathLst>
                <a:path w="4308" h="7394" extrusionOk="0">
                  <a:moveTo>
                    <a:pt x="2154" y="514"/>
                  </a:moveTo>
                  <a:cubicBezTo>
                    <a:pt x="3054" y="514"/>
                    <a:pt x="3762" y="1254"/>
                    <a:pt x="3762" y="2154"/>
                  </a:cubicBezTo>
                  <a:cubicBezTo>
                    <a:pt x="3762" y="2765"/>
                    <a:pt x="3440" y="3279"/>
                    <a:pt x="2926" y="3568"/>
                  </a:cubicBezTo>
                  <a:lnTo>
                    <a:pt x="2765" y="3632"/>
                  </a:lnTo>
                  <a:lnTo>
                    <a:pt x="3086" y="6847"/>
                  </a:lnTo>
                  <a:lnTo>
                    <a:pt x="1254" y="6847"/>
                  </a:lnTo>
                  <a:lnTo>
                    <a:pt x="1544" y="3632"/>
                  </a:lnTo>
                  <a:lnTo>
                    <a:pt x="1383" y="3568"/>
                  </a:lnTo>
                  <a:cubicBezTo>
                    <a:pt x="901" y="3279"/>
                    <a:pt x="547" y="2765"/>
                    <a:pt x="547" y="2154"/>
                  </a:cubicBezTo>
                  <a:cubicBezTo>
                    <a:pt x="547" y="1254"/>
                    <a:pt x="1286" y="514"/>
                    <a:pt x="2154" y="514"/>
                  </a:cubicBezTo>
                  <a:close/>
                  <a:moveTo>
                    <a:pt x="2154" y="0"/>
                  </a:moveTo>
                  <a:cubicBezTo>
                    <a:pt x="965" y="0"/>
                    <a:pt x="1" y="964"/>
                    <a:pt x="1" y="2154"/>
                  </a:cubicBezTo>
                  <a:cubicBezTo>
                    <a:pt x="1" y="2896"/>
                    <a:pt x="412" y="3555"/>
                    <a:pt x="981" y="3931"/>
                  </a:cubicBezTo>
                  <a:lnTo>
                    <a:pt x="981" y="3931"/>
                  </a:lnTo>
                  <a:lnTo>
                    <a:pt x="644" y="7393"/>
                  </a:lnTo>
                  <a:lnTo>
                    <a:pt x="3665" y="7393"/>
                  </a:lnTo>
                  <a:lnTo>
                    <a:pt x="3328" y="3934"/>
                  </a:lnTo>
                  <a:lnTo>
                    <a:pt x="3328" y="3934"/>
                  </a:lnTo>
                  <a:cubicBezTo>
                    <a:pt x="3922" y="3560"/>
                    <a:pt x="4308" y="2898"/>
                    <a:pt x="4308" y="2154"/>
                  </a:cubicBezTo>
                  <a:cubicBezTo>
                    <a:pt x="4308" y="964"/>
                    <a:pt x="3344" y="0"/>
                    <a:pt x="21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3643;p64">
              <a:extLst>
                <a:ext uri="{FF2B5EF4-FFF2-40B4-BE49-F238E27FC236}">
                  <a16:creationId xmlns:a16="http://schemas.microsoft.com/office/drawing/2014/main" id="{D48C2857-94FE-769A-E865-E25E39A451BA}"/>
                </a:ext>
              </a:extLst>
            </p:cNvPr>
            <p:cNvSpPr/>
            <p:nvPr/>
          </p:nvSpPr>
          <p:spPr>
            <a:xfrm>
              <a:off x="2205975" y="2484200"/>
              <a:ext cx="396200" cy="386575"/>
            </a:xfrm>
            <a:custGeom>
              <a:avLst/>
              <a:gdLst/>
              <a:ahLst/>
              <a:cxnLst/>
              <a:rect l="l" t="t" r="r" b="b"/>
              <a:pathLst>
                <a:path w="15848" h="15463" extrusionOk="0">
                  <a:moveTo>
                    <a:pt x="7940" y="2283"/>
                  </a:moveTo>
                  <a:cubicBezTo>
                    <a:pt x="11058" y="2283"/>
                    <a:pt x="13597" y="4823"/>
                    <a:pt x="13597" y="7941"/>
                  </a:cubicBezTo>
                  <a:lnTo>
                    <a:pt x="13597" y="13212"/>
                  </a:lnTo>
                  <a:lnTo>
                    <a:pt x="2283" y="13212"/>
                  </a:lnTo>
                  <a:lnTo>
                    <a:pt x="2283" y="7941"/>
                  </a:lnTo>
                  <a:cubicBezTo>
                    <a:pt x="2283" y="4823"/>
                    <a:pt x="4822" y="2283"/>
                    <a:pt x="7940" y="2283"/>
                  </a:cubicBezTo>
                  <a:close/>
                  <a:moveTo>
                    <a:pt x="7940" y="1"/>
                  </a:moveTo>
                  <a:cubicBezTo>
                    <a:pt x="3568" y="1"/>
                    <a:pt x="0" y="3569"/>
                    <a:pt x="0" y="7941"/>
                  </a:cubicBezTo>
                  <a:lnTo>
                    <a:pt x="0" y="14337"/>
                  </a:lnTo>
                  <a:cubicBezTo>
                    <a:pt x="0" y="14948"/>
                    <a:pt x="515" y="15462"/>
                    <a:pt x="1158" y="15462"/>
                  </a:cubicBezTo>
                  <a:lnTo>
                    <a:pt x="14722" y="15462"/>
                  </a:lnTo>
                  <a:cubicBezTo>
                    <a:pt x="15333" y="15462"/>
                    <a:pt x="15848" y="14948"/>
                    <a:pt x="15848" y="14337"/>
                  </a:cubicBezTo>
                  <a:lnTo>
                    <a:pt x="15848" y="7941"/>
                  </a:lnTo>
                  <a:cubicBezTo>
                    <a:pt x="15848" y="3569"/>
                    <a:pt x="12312" y="1"/>
                    <a:pt x="794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3644;p64">
              <a:extLst>
                <a:ext uri="{FF2B5EF4-FFF2-40B4-BE49-F238E27FC236}">
                  <a16:creationId xmlns:a16="http://schemas.microsoft.com/office/drawing/2014/main" id="{D90031B5-6EBD-60C4-A0DB-26A4E8B034F1}"/>
                </a:ext>
              </a:extLst>
            </p:cNvPr>
            <p:cNvSpPr/>
            <p:nvPr/>
          </p:nvSpPr>
          <p:spPr>
            <a:xfrm>
              <a:off x="2199550" y="2477775"/>
              <a:ext cx="409050" cy="399425"/>
            </a:xfrm>
            <a:custGeom>
              <a:avLst/>
              <a:gdLst/>
              <a:ahLst/>
              <a:cxnLst/>
              <a:rect l="l" t="t" r="r" b="b"/>
              <a:pathLst>
                <a:path w="16362" h="15977" extrusionOk="0">
                  <a:moveTo>
                    <a:pt x="8197" y="2797"/>
                  </a:moveTo>
                  <a:cubicBezTo>
                    <a:pt x="9676" y="2797"/>
                    <a:pt x="11026" y="3408"/>
                    <a:pt x="11990" y="4372"/>
                  </a:cubicBezTo>
                  <a:cubicBezTo>
                    <a:pt x="12986" y="5369"/>
                    <a:pt x="13597" y="6687"/>
                    <a:pt x="13597" y="8198"/>
                  </a:cubicBezTo>
                  <a:lnTo>
                    <a:pt x="13597" y="13180"/>
                  </a:lnTo>
                  <a:lnTo>
                    <a:pt x="2797" y="13180"/>
                  </a:lnTo>
                  <a:lnTo>
                    <a:pt x="2797" y="8198"/>
                  </a:lnTo>
                  <a:cubicBezTo>
                    <a:pt x="2797" y="6687"/>
                    <a:pt x="3407" y="5369"/>
                    <a:pt x="4372" y="4372"/>
                  </a:cubicBezTo>
                  <a:cubicBezTo>
                    <a:pt x="5368" y="3408"/>
                    <a:pt x="6718" y="2797"/>
                    <a:pt x="8197" y="2797"/>
                  </a:cubicBezTo>
                  <a:close/>
                  <a:moveTo>
                    <a:pt x="8197" y="2251"/>
                  </a:moveTo>
                  <a:cubicBezTo>
                    <a:pt x="4918" y="2251"/>
                    <a:pt x="2250" y="4919"/>
                    <a:pt x="2250" y="8198"/>
                  </a:cubicBezTo>
                  <a:lnTo>
                    <a:pt x="2250" y="13469"/>
                  </a:lnTo>
                  <a:cubicBezTo>
                    <a:pt x="2250" y="13534"/>
                    <a:pt x="2282" y="13598"/>
                    <a:pt x="2347" y="13630"/>
                  </a:cubicBezTo>
                  <a:cubicBezTo>
                    <a:pt x="2379" y="13694"/>
                    <a:pt x="2475" y="13726"/>
                    <a:pt x="2540" y="13726"/>
                  </a:cubicBezTo>
                  <a:lnTo>
                    <a:pt x="13854" y="13726"/>
                  </a:lnTo>
                  <a:cubicBezTo>
                    <a:pt x="13919" y="13726"/>
                    <a:pt x="13983" y="13694"/>
                    <a:pt x="14047" y="13630"/>
                  </a:cubicBezTo>
                  <a:cubicBezTo>
                    <a:pt x="14079" y="13598"/>
                    <a:pt x="14112" y="13534"/>
                    <a:pt x="14112" y="13469"/>
                  </a:cubicBezTo>
                  <a:lnTo>
                    <a:pt x="14112" y="8198"/>
                  </a:lnTo>
                  <a:cubicBezTo>
                    <a:pt x="14112" y="4919"/>
                    <a:pt x="11476" y="2251"/>
                    <a:pt x="8197" y="2251"/>
                  </a:cubicBezTo>
                  <a:close/>
                  <a:moveTo>
                    <a:pt x="8197" y="547"/>
                  </a:moveTo>
                  <a:cubicBezTo>
                    <a:pt x="10286" y="547"/>
                    <a:pt x="12215" y="1383"/>
                    <a:pt x="13597" y="2797"/>
                  </a:cubicBezTo>
                  <a:cubicBezTo>
                    <a:pt x="14979" y="4180"/>
                    <a:pt x="15847" y="6076"/>
                    <a:pt x="15847" y="8198"/>
                  </a:cubicBezTo>
                  <a:lnTo>
                    <a:pt x="15847" y="14594"/>
                  </a:lnTo>
                  <a:cubicBezTo>
                    <a:pt x="15847" y="15044"/>
                    <a:pt x="15462" y="15430"/>
                    <a:pt x="14979" y="15430"/>
                  </a:cubicBezTo>
                  <a:lnTo>
                    <a:pt x="1415" y="15430"/>
                  </a:lnTo>
                  <a:cubicBezTo>
                    <a:pt x="932" y="15430"/>
                    <a:pt x="547" y="15044"/>
                    <a:pt x="547" y="14594"/>
                  </a:cubicBezTo>
                  <a:lnTo>
                    <a:pt x="547" y="8198"/>
                  </a:lnTo>
                  <a:cubicBezTo>
                    <a:pt x="547" y="6076"/>
                    <a:pt x="1382" y="4180"/>
                    <a:pt x="2797" y="2797"/>
                  </a:cubicBezTo>
                  <a:cubicBezTo>
                    <a:pt x="4179" y="1383"/>
                    <a:pt x="6075" y="547"/>
                    <a:pt x="8197" y="547"/>
                  </a:cubicBezTo>
                  <a:close/>
                  <a:moveTo>
                    <a:pt x="8197" y="1"/>
                  </a:moveTo>
                  <a:cubicBezTo>
                    <a:pt x="3665" y="1"/>
                    <a:pt x="0" y="3665"/>
                    <a:pt x="0" y="8198"/>
                  </a:cubicBezTo>
                  <a:lnTo>
                    <a:pt x="0" y="14594"/>
                  </a:lnTo>
                  <a:cubicBezTo>
                    <a:pt x="0" y="15366"/>
                    <a:pt x="643" y="15977"/>
                    <a:pt x="1415" y="15977"/>
                  </a:cubicBezTo>
                  <a:lnTo>
                    <a:pt x="14979" y="15977"/>
                  </a:lnTo>
                  <a:cubicBezTo>
                    <a:pt x="15751" y="15977"/>
                    <a:pt x="16362" y="15366"/>
                    <a:pt x="16362" y="14594"/>
                  </a:cubicBezTo>
                  <a:lnTo>
                    <a:pt x="16362" y="8198"/>
                  </a:lnTo>
                  <a:cubicBezTo>
                    <a:pt x="16362" y="3665"/>
                    <a:pt x="12697" y="1"/>
                    <a:pt x="81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3645;p64">
              <a:extLst>
                <a:ext uri="{FF2B5EF4-FFF2-40B4-BE49-F238E27FC236}">
                  <a16:creationId xmlns:a16="http://schemas.microsoft.com/office/drawing/2014/main" id="{FC1EE751-0964-3AF5-CF3A-7B2821067AFE}"/>
                </a:ext>
              </a:extLst>
            </p:cNvPr>
            <p:cNvSpPr/>
            <p:nvPr/>
          </p:nvSpPr>
          <p:spPr>
            <a:xfrm>
              <a:off x="2185075" y="2793600"/>
              <a:ext cx="432375" cy="364875"/>
            </a:xfrm>
            <a:custGeom>
              <a:avLst/>
              <a:gdLst/>
              <a:ahLst/>
              <a:cxnLst/>
              <a:rect l="l" t="t" r="r" b="b"/>
              <a:pathLst>
                <a:path w="17295" h="14595" extrusionOk="0">
                  <a:moveTo>
                    <a:pt x="1" y="1"/>
                  </a:moveTo>
                  <a:lnTo>
                    <a:pt x="1" y="14594"/>
                  </a:lnTo>
                  <a:lnTo>
                    <a:pt x="17294" y="14594"/>
                  </a:lnTo>
                  <a:lnTo>
                    <a:pt x="1729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3646;p64">
              <a:extLst>
                <a:ext uri="{FF2B5EF4-FFF2-40B4-BE49-F238E27FC236}">
                  <a16:creationId xmlns:a16="http://schemas.microsoft.com/office/drawing/2014/main" id="{E2EA3675-70C1-1E01-FCFC-1BF4A8F9A2F5}"/>
                </a:ext>
              </a:extLst>
            </p:cNvPr>
            <p:cNvSpPr/>
            <p:nvPr/>
          </p:nvSpPr>
          <p:spPr>
            <a:xfrm>
              <a:off x="2178650" y="2787175"/>
              <a:ext cx="446025" cy="378525"/>
            </a:xfrm>
            <a:custGeom>
              <a:avLst/>
              <a:gdLst/>
              <a:ahLst/>
              <a:cxnLst/>
              <a:rect l="l" t="t" r="r" b="b"/>
              <a:pathLst>
                <a:path w="17841" h="15141" extrusionOk="0">
                  <a:moveTo>
                    <a:pt x="17294" y="515"/>
                  </a:moveTo>
                  <a:lnTo>
                    <a:pt x="17294" y="14594"/>
                  </a:lnTo>
                  <a:lnTo>
                    <a:pt x="547" y="14594"/>
                  </a:lnTo>
                  <a:lnTo>
                    <a:pt x="547" y="515"/>
                  </a:lnTo>
                  <a:close/>
                  <a:moveTo>
                    <a:pt x="258" y="0"/>
                  </a:moveTo>
                  <a:cubicBezTo>
                    <a:pt x="193" y="0"/>
                    <a:pt x="129" y="0"/>
                    <a:pt x="97" y="65"/>
                  </a:cubicBezTo>
                  <a:cubicBezTo>
                    <a:pt x="33" y="129"/>
                    <a:pt x="0" y="193"/>
                    <a:pt x="0" y="258"/>
                  </a:cubicBezTo>
                  <a:lnTo>
                    <a:pt x="0" y="14851"/>
                  </a:lnTo>
                  <a:cubicBezTo>
                    <a:pt x="0" y="14948"/>
                    <a:pt x="33" y="15012"/>
                    <a:pt x="97" y="15044"/>
                  </a:cubicBezTo>
                  <a:cubicBezTo>
                    <a:pt x="129" y="15108"/>
                    <a:pt x="193" y="15140"/>
                    <a:pt x="258" y="15140"/>
                  </a:cubicBezTo>
                  <a:lnTo>
                    <a:pt x="17551" y="15140"/>
                  </a:lnTo>
                  <a:cubicBezTo>
                    <a:pt x="17616" y="15140"/>
                    <a:pt x="17712" y="15108"/>
                    <a:pt x="17744" y="15044"/>
                  </a:cubicBezTo>
                  <a:cubicBezTo>
                    <a:pt x="17808" y="15012"/>
                    <a:pt x="17841" y="14948"/>
                    <a:pt x="17841" y="14851"/>
                  </a:cubicBezTo>
                  <a:lnTo>
                    <a:pt x="17841" y="258"/>
                  </a:lnTo>
                  <a:cubicBezTo>
                    <a:pt x="17841" y="193"/>
                    <a:pt x="17808" y="129"/>
                    <a:pt x="17744" y="65"/>
                  </a:cubicBezTo>
                  <a:cubicBezTo>
                    <a:pt x="17712" y="0"/>
                    <a:pt x="17616" y="0"/>
                    <a:pt x="175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3647;p64">
              <a:extLst>
                <a:ext uri="{FF2B5EF4-FFF2-40B4-BE49-F238E27FC236}">
                  <a16:creationId xmlns:a16="http://schemas.microsoft.com/office/drawing/2014/main" id="{B8694456-357D-EB5D-D861-3CF757ABF23F}"/>
                </a:ext>
              </a:extLst>
            </p:cNvPr>
            <p:cNvSpPr/>
            <p:nvPr/>
          </p:nvSpPr>
          <p:spPr>
            <a:xfrm>
              <a:off x="2352225" y="2898075"/>
              <a:ext cx="94050" cy="171200"/>
            </a:xfrm>
            <a:custGeom>
              <a:avLst/>
              <a:gdLst/>
              <a:ahLst/>
              <a:cxnLst/>
              <a:rect l="l" t="t" r="r" b="b"/>
              <a:pathLst>
                <a:path w="3762" h="6848" extrusionOk="0">
                  <a:moveTo>
                    <a:pt x="1897" y="0"/>
                  </a:moveTo>
                  <a:cubicBezTo>
                    <a:pt x="836" y="0"/>
                    <a:pt x="1" y="836"/>
                    <a:pt x="1" y="1897"/>
                  </a:cubicBezTo>
                  <a:cubicBezTo>
                    <a:pt x="1" y="2604"/>
                    <a:pt x="418" y="3215"/>
                    <a:pt x="997" y="3536"/>
                  </a:cubicBezTo>
                  <a:lnTo>
                    <a:pt x="676" y="6847"/>
                  </a:lnTo>
                  <a:lnTo>
                    <a:pt x="3086" y="6847"/>
                  </a:lnTo>
                  <a:lnTo>
                    <a:pt x="2765" y="3536"/>
                  </a:lnTo>
                  <a:cubicBezTo>
                    <a:pt x="3376" y="3215"/>
                    <a:pt x="3761" y="2604"/>
                    <a:pt x="3761" y="1897"/>
                  </a:cubicBezTo>
                  <a:cubicBezTo>
                    <a:pt x="3761" y="836"/>
                    <a:pt x="2926" y="0"/>
                    <a:pt x="18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3648;p64">
              <a:extLst>
                <a:ext uri="{FF2B5EF4-FFF2-40B4-BE49-F238E27FC236}">
                  <a16:creationId xmlns:a16="http://schemas.microsoft.com/office/drawing/2014/main" id="{D045D8A1-008F-3EEB-3D0C-2C35D3ADFE7E}"/>
                </a:ext>
              </a:extLst>
            </p:cNvPr>
            <p:cNvSpPr/>
            <p:nvPr/>
          </p:nvSpPr>
          <p:spPr>
            <a:xfrm>
              <a:off x="2345800" y="2891650"/>
              <a:ext cx="107700" cy="184850"/>
            </a:xfrm>
            <a:custGeom>
              <a:avLst/>
              <a:gdLst/>
              <a:ahLst/>
              <a:cxnLst/>
              <a:rect l="l" t="t" r="r" b="b"/>
              <a:pathLst>
                <a:path w="4308" h="7394" extrusionOk="0">
                  <a:moveTo>
                    <a:pt x="2154" y="514"/>
                  </a:moveTo>
                  <a:cubicBezTo>
                    <a:pt x="3022" y="514"/>
                    <a:pt x="3761" y="1254"/>
                    <a:pt x="3761" y="2154"/>
                  </a:cubicBezTo>
                  <a:cubicBezTo>
                    <a:pt x="3761" y="2765"/>
                    <a:pt x="3408" y="3279"/>
                    <a:pt x="2926" y="3568"/>
                  </a:cubicBezTo>
                  <a:lnTo>
                    <a:pt x="2765" y="3632"/>
                  </a:lnTo>
                  <a:lnTo>
                    <a:pt x="3054" y="6847"/>
                  </a:lnTo>
                  <a:lnTo>
                    <a:pt x="1222" y="6847"/>
                  </a:lnTo>
                  <a:lnTo>
                    <a:pt x="1543" y="3632"/>
                  </a:lnTo>
                  <a:lnTo>
                    <a:pt x="1383" y="3568"/>
                  </a:lnTo>
                  <a:cubicBezTo>
                    <a:pt x="868" y="3279"/>
                    <a:pt x="515" y="2765"/>
                    <a:pt x="515" y="2154"/>
                  </a:cubicBezTo>
                  <a:cubicBezTo>
                    <a:pt x="547" y="1254"/>
                    <a:pt x="1254" y="514"/>
                    <a:pt x="2154" y="514"/>
                  </a:cubicBezTo>
                  <a:close/>
                  <a:moveTo>
                    <a:pt x="2154" y="0"/>
                  </a:moveTo>
                  <a:cubicBezTo>
                    <a:pt x="965" y="0"/>
                    <a:pt x="0" y="964"/>
                    <a:pt x="0" y="2154"/>
                  </a:cubicBezTo>
                  <a:cubicBezTo>
                    <a:pt x="0" y="2898"/>
                    <a:pt x="387" y="3560"/>
                    <a:pt x="980" y="3934"/>
                  </a:cubicBezTo>
                  <a:lnTo>
                    <a:pt x="980" y="3934"/>
                  </a:lnTo>
                  <a:lnTo>
                    <a:pt x="643" y="7393"/>
                  </a:lnTo>
                  <a:lnTo>
                    <a:pt x="3633" y="7393"/>
                  </a:lnTo>
                  <a:lnTo>
                    <a:pt x="3325" y="3916"/>
                  </a:lnTo>
                  <a:lnTo>
                    <a:pt x="3325" y="3916"/>
                  </a:lnTo>
                  <a:cubicBezTo>
                    <a:pt x="3907" y="3539"/>
                    <a:pt x="4308" y="2886"/>
                    <a:pt x="4308" y="2154"/>
                  </a:cubicBezTo>
                  <a:cubicBezTo>
                    <a:pt x="4308" y="964"/>
                    <a:pt x="3343" y="0"/>
                    <a:pt x="21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3649;p64">
              <a:extLst>
                <a:ext uri="{FF2B5EF4-FFF2-40B4-BE49-F238E27FC236}">
                  <a16:creationId xmlns:a16="http://schemas.microsoft.com/office/drawing/2014/main" id="{8DF22AC7-D370-CBFD-DC23-30F3C4844C20}"/>
                </a:ext>
              </a:extLst>
            </p:cNvPr>
            <p:cNvSpPr/>
            <p:nvPr/>
          </p:nvSpPr>
          <p:spPr>
            <a:xfrm>
              <a:off x="5929100" y="2603650"/>
              <a:ext cx="129400" cy="472250"/>
            </a:xfrm>
            <a:custGeom>
              <a:avLst/>
              <a:gdLst/>
              <a:ahLst/>
              <a:cxnLst/>
              <a:rect l="l" t="t" r="r" b="b"/>
              <a:pathLst>
                <a:path w="5176" h="18890" extrusionOk="0">
                  <a:moveTo>
                    <a:pt x="4071" y="0"/>
                  </a:moveTo>
                  <a:cubicBezTo>
                    <a:pt x="3836" y="0"/>
                    <a:pt x="3604" y="89"/>
                    <a:pt x="3440" y="270"/>
                  </a:cubicBezTo>
                  <a:cubicBezTo>
                    <a:pt x="1286" y="2520"/>
                    <a:pt x="0" y="5959"/>
                    <a:pt x="32" y="9431"/>
                  </a:cubicBezTo>
                  <a:cubicBezTo>
                    <a:pt x="65" y="12967"/>
                    <a:pt x="1382" y="16406"/>
                    <a:pt x="3633" y="18624"/>
                  </a:cubicBezTo>
                  <a:cubicBezTo>
                    <a:pt x="3809" y="18801"/>
                    <a:pt x="4034" y="18889"/>
                    <a:pt x="4259" y="18889"/>
                  </a:cubicBezTo>
                  <a:cubicBezTo>
                    <a:pt x="4484" y="18889"/>
                    <a:pt x="4709" y="18801"/>
                    <a:pt x="4886" y="18624"/>
                  </a:cubicBezTo>
                  <a:cubicBezTo>
                    <a:pt x="5079" y="18431"/>
                    <a:pt x="5175" y="18206"/>
                    <a:pt x="5175" y="17981"/>
                  </a:cubicBezTo>
                  <a:cubicBezTo>
                    <a:pt x="5143" y="17724"/>
                    <a:pt x="5079" y="17499"/>
                    <a:pt x="4886" y="17338"/>
                  </a:cubicBezTo>
                  <a:cubicBezTo>
                    <a:pt x="2990" y="15442"/>
                    <a:pt x="1865" y="12484"/>
                    <a:pt x="1832" y="9431"/>
                  </a:cubicBezTo>
                  <a:cubicBezTo>
                    <a:pt x="1832" y="6377"/>
                    <a:pt x="2893" y="3452"/>
                    <a:pt x="4725" y="1523"/>
                  </a:cubicBezTo>
                  <a:cubicBezTo>
                    <a:pt x="5079" y="1170"/>
                    <a:pt x="5079" y="591"/>
                    <a:pt x="4693" y="237"/>
                  </a:cubicBezTo>
                  <a:cubicBezTo>
                    <a:pt x="4521" y="81"/>
                    <a:pt x="4295" y="0"/>
                    <a:pt x="407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3650;p64">
              <a:extLst>
                <a:ext uri="{FF2B5EF4-FFF2-40B4-BE49-F238E27FC236}">
                  <a16:creationId xmlns:a16="http://schemas.microsoft.com/office/drawing/2014/main" id="{6D98F4E8-EBD0-FC75-80B4-FA6756B062EE}"/>
                </a:ext>
              </a:extLst>
            </p:cNvPr>
            <p:cNvSpPr/>
            <p:nvPr/>
          </p:nvSpPr>
          <p:spPr>
            <a:xfrm>
              <a:off x="6023125" y="2663900"/>
              <a:ext cx="100475" cy="350100"/>
            </a:xfrm>
            <a:custGeom>
              <a:avLst/>
              <a:gdLst/>
              <a:ahLst/>
              <a:cxnLst/>
              <a:rect l="l" t="t" r="r" b="b"/>
              <a:pathLst>
                <a:path w="4019" h="14004" extrusionOk="0">
                  <a:moveTo>
                    <a:pt x="3009" y="0"/>
                  </a:moveTo>
                  <a:cubicBezTo>
                    <a:pt x="2752" y="0"/>
                    <a:pt x="2497" y="116"/>
                    <a:pt x="2315" y="335"/>
                  </a:cubicBezTo>
                  <a:cubicBezTo>
                    <a:pt x="804" y="2135"/>
                    <a:pt x="0" y="4513"/>
                    <a:pt x="0" y="6989"/>
                  </a:cubicBezTo>
                  <a:cubicBezTo>
                    <a:pt x="32" y="9528"/>
                    <a:pt x="900" y="11875"/>
                    <a:pt x="2443" y="13675"/>
                  </a:cubicBezTo>
                  <a:cubicBezTo>
                    <a:pt x="2621" y="13888"/>
                    <a:pt x="2868" y="14003"/>
                    <a:pt x="3119" y="14003"/>
                  </a:cubicBezTo>
                  <a:cubicBezTo>
                    <a:pt x="3321" y="14003"/>
                    <a:pt x="3525" y="13929"/>
                    <a:pt x="3697" y="13771"/>
                  </a:cubicBezTo>
                  <a:cubicBezTo>
                    <a:pt x="3922" y="13610"/>
                    <a:pt x="4018" y="13353"/>
                    <a:pt x="4018" y="13096"/>
                  </a:cubicBezTo>
                  <a:cubicBezTo>
                    <a:pt x="4018" y="12871"/>
                    <a:pt x="3954" y="12678"/>
                    <a:pt x="3793" y="12517"/>
                  </a:cubicBezTo>
                  <a:cubicBezTo>
                    <a:pt x="2540" y="11039"/>
                    <a:pt x="1832" y="9078"/>
                    <a:pt x="1832" y="6989"/>
                  </a:cubicBezTo>
                  <a:cubicBezTo>
                    <a:pt x="1800" y="4931"/>
                    <a:pt x="2475" y="2971"/>
                    <a:pt x="3697" y="1460"/>
                  </a:cubicBezTo>
                  <a:cubicBezTo>
                    <a:pt x="4018" y="1074"/>
                    <a:pt x="3954" y="528"/>
                    <a:pt x="3568" y="206"/>
                  </a:cubicBezTo>
                  <a:cubicBezTo>
                    <a:pt x="3401" y="67"/>
                    <a:pt x="3205" y="0"/>
                    <a:pt x="30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651;p64">
              <a:extLst>
                <a:ext uri="{FF2B5EF4-FFF2-40B4-BE49-F238E27FC236}">
                  <a16:creationId xmlns:a16="http://schemas.microsoft.com/office/drawing/2014/main" id="{3AE66839-8E10-E10D-5AD8-3D8991A525C2}"/>
                </a:ext>
              </a:extLst>
            </p:cNvPr>
            <p:cNvSpPr/>
            <p:nvPr/>
          </p:nvSpPr>
          <p:spPr>
            <a:xfrm>
              <a:off x="6109100" y="2725025"/>
              <a:ext cx="81200" cy="228850"/>
            </a:xfrm>
            <a:custGeom>
              <a:avLst/>
              <a:gdLst/>
              <a:ahLst/>
              <a:cxnLst/>
              <a:rect l="l" t="t" r="r" b="b"/>
              <a:pathLst>
                <a:path w="3248" h="9154" extrusionOk="0">
                  <a:moveTo>
                    <a:pt x="2175" y="1"/>
                  </a:moveTo>
                  <a:cubicBezTo>
                    <a:pt x="1908" y="1"/>
                    <a:pt x="1646" y="124"/>
                    <a:pt x="1479" y="365"/>
                  </a:cubicBezTo>
                  <a:cubicBezTo>
                    <a:pt x="515" y="1586"/>
                    <a:pt x="1" y="3033"/>
                    <a:pt x="1" y="4544"/>
                  </a:cubicBezTo>
                  <a:cubicBezTo>
                    <a:pt x="33" y="6087"/>
                    <a:pt x="579" y="7565"/>
                    <a:pt x="1640" y="8819"/>
                  </a:cubicBezTo>
                  <a:cubicBezTo>
                    <a:pt x="1822" y="9038"/>
                    <a:pt x="2088" y="9153"/>
                    <a:pt x="2354" y="9153"/>
                  </a:cubicBezTo>
                  <a:cubicBezTo>
                    <a:pt x="2556" y="9153"/>
                    <a:pt x="2759" y="9086"/>
                    <a:pt x="2926" y="8947"/>
                  </a:cubicBezTo>
                  <a:cubicBezTo>
                    <a:pt x="3119" y="8755"/>
                    <a:pt x="3247" y="8497"/>
                    <a:pt x="3247" y="8240"/>
                  </a:cubicBezTo>
                  <a:cubicBezTo>
                    <a:pt x="3247" y="8047"/>
                    <a:pt x="3151" y="7822"/>
                    <a:pt x="3022" y="7662"/>
                  </a:cubicBezTo>
                  <a:cubicBezTo>
                    <a:pt x="2251" y="6729"/>
                    <a:pt x="1833" y="5637"/>
                    <a:pt x="1833" y="4511"/>
                  </a:cubicBezTo>
                  <a:cubicBezTo>
                    <a:pt x="1801" y="3419"/>
                    <a:pt x="2186" y="2390"/>
                    <a:pt x="2894" y="1458"/>
                  </a:cubicBezTo>
                  <a:cubicBezTo>
                    <a:pt x="3215" y="1072"/>
                    <a:pt x="3151" y="493"/>
                    <a:pt x="2733" y="204"/>
                  </a:cubicBezTo>
                  <a:cubicBezTo>
                    <a:pt x="2569" y="68"/>
                    <a:pt x="2371" y="1"/>
                    <a:pt x="21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652;p64">
              <a:extLst>
                <a:ext uri="{FF2B5EF4-FFF2-40B4-BE49-F238E27FC236}">
                  <a16:creationId xmlns:a16="http://schemas.microsoft.com/office/drawing/2014/main" id="{7C982D3E-79EA-86D1-7345-3F2DFAE7218F}"/>
                </a:ext>
              </a:extLst>
            </p:cNvPr>
            <p:cNvSpPr/>
            <p:nvPr/>
          </p:nvSpPr>
          <p:spPr>
            <a:xfrm>
              <a:off x="1945600" y="2603650"/>
              <a:ext cx="128600" cy="472250"/>
            </a:xfrm>
            <a:custGeom>
              <a:avLst/>
              <a:gdLst/>
              <a:ahLst/>
              <a:cxnLst/>
              <a:rect l="l" t="t" r="r" b="b"/>
              <a:pathLst>
                <a:path w="5144" h="18890" extrusionOk="0">
                  <a:moveTo>
                    <a:pt x="1077" y="0"/>
                  </a:moveTo>
                  <a:cubicBezTo>
                    <a:pt x="849" y="0"/>
                    <a:pt x="623" y="81"/>
                    <a:pt x="451" y="237"/>
                  </a:cubicBezTo>
                  <a:cubicBezTo>
                    <a:pt x="97" y="591"/>
                    <a:pt x="97" y="1170"/>
                    <a:pt x="418" y="1523"/>
                  </a:cubicBezTo>
                  <a:cubicBezTo>
                    <a:pt x="2251" y="3452"/>
                    <a:pt x="3344" y="6377"/>
                    <a:pt x="3311" y="9431"/>
                  </a:cubicBezTo>
                  <a:cubicBezTo>
                    <a:pt x="3311" y="12484"/>
                    <a:pt x="2154" y="15442"/>
                    <a:pt x="258" y="17338"/>
                  </a:cubicBezTo>
                  <a:cubicBezTo>
                    <a:pt x="97" y="17499"/>
                    <a:pt x="1" y="17724"/>
                    <a:pt x="1" y="17981"/>
                  </a:cubicBezTo>
                  <a:cubicBezTo>
                    <a:pt x="1" y="18206"/>
                    <a:pt x="97" y="18431"/>
                    <a:pt x="258" y="18624"/>
                  </a:cubicBezTo>
                  <a:cubicBezTo>
                    <a:pt x="434" y="18801"/>
                    <a:pt x="668" y="18889"/>
                    <a:pt x="901" y="18889"/>
                  </a:cubicBezTo>
                  <a:cubicBezTo>
                    <a:pt x="1134" y="18889"/>
                    <a:pt x="1367" y="18801"/>
                    <a:pt x="1543" y="18624"/>
                  </a:cubicBezTo>
                  <a:cubicBezTo>
                    <a:pt x="3761" y="16406"/>
                    <a:pt x="5111" y="12967"/>
                    <a:pt x="5144" y="9431"/>
                  </a:cubicBezTo>
                  <a:cubicBezTo>
                    <a:pt x="5144" y="5959"/>
                    <a:pt x="3890" y="2520"/>
                    <a:pt x="1736" y="270"/>
                  </a:cubicBezTo>
                  <a:cubicBezTo>
                    <a:pt x="1555" y="89"/>
                    <a:pt x="1315" y="0"/>
                    <a:pt x="10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653;p64">
              <a:extLst>
                <a:ext uri="{FF2B5EF4-FFF2-40B4-BE49-F238E27FC236}">
                  <a16:creationId xmlns:a16="http://schemas.microsoft.com/office/drawing/2014/main" id="{A59F201F-63D7-F6CE-8997-E1503DEA463C}"/>
                </a:ext>
              </a:extLst>
            </p:cNvPr>
            <p:cNvSpPr/>
            <p:nvPr/>
          </p:nvSpPr>
          <p:spPr>
            <a:xfrm>
              <a:off x="1879700" y="2663900"/>
              <a:ext cx="101275" cy="350100"/>
            </a:xfrm>
            <a:custGeom>
              <a:avLst/>
              <a:gdLst/>
              <a:ahLst/>
              <a:cxnLst/>
              <a:rect l="l" t="t" r="r" b="b"/>
              <a:pathLst>
                <a:path w="4051" h="14004" extrusionOk="0">
                  <a:moveTo>
                    <a:pt x="1023" y="0"/>
                  </a:moveTo>
                  <a:cubicBezTo>
                    <a:pt x="820" y="0"/>
                    <a:pt x="617" y="67"/>
                    <a:pt x="451" y="206"/>
                  </a:cubicBezTo>
                  <a:cubicBezTo>
                    <a:pt x="65" y="528"/>
                    <a:pt x="33" y="1074"/>
                    <a:pt x="322" y="1460"/>
                  </a:cubicBezTo>
                  <a:cubicBezTo>
                    <a:pt x="1576" y="2971"/>
                    <a:pt x="2219" y="4931"/>
                    <a:pt x="2219" y="6989"/>
                  </a:cubicBezTo>
                  <a:cubicBezTo>
                    <a:pt x="2187" y="9078"/>
                    <a:pt x="1511" y="11039"/>
                    <a:pt x="226" y="12517"/>
                  </a:cubicBezTo>
                  <a:cubicBezTo>
                    <a:pt x="97" y="12678"/>
                    <a:pt x="33" y="12871"/>
                    <a:pt x="1" y="13096"/>
                  </a:cubicBezTo>
                  <a:cubicBezTo>
                    <a:pt x="1" y="13353"/>
                    <a:pt x="129" y="13610"/>
                    <a:pt x="322" y="13771"/>
                  </a:cubicBezTo>
                  <a:cubicBezTo>
                    <a:pt x="494" y="13929"/>
                    <a:pt x="705" y="14003"/>
                    <a:pt x="913" y="14003"/>
                  </a:cubicBezTo>
                  <a:cubicBezTo>
                    <a:pt x="1173" y="14003"/>
                    <a:pt x="1430" y="13888"/>
                    <a:pt x="1608" y="13675"/>
                  </a:cubicBezTo>
                  <a:cubicBezTo>
                    <a:pt x="3151" y="11875"/>
                    <a:pt x="4019" y="9528"/>
                    <a:pt x="4019" y="6989"/>
                  </a:cubicBezTo>
                  <a:cubicBezTo>
                    <a:pt x="4051" y="4513"/>
                    <a:pt x="3215" y="2135"/>
                    <a:pt x="1737" y="335"/>
                  </a:cubicBezTo>
                  <a:cubicBezTo>
                    <a:pt x="1554" y="116"/>
                    <a:pt x="1289" y="0"/>
                    <a:pt x="10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654;p64">
              <a:extLst>
                <a:ext uri="{FF2B5EF4-FFF2-40B4-BE49-F238E27FC236}">
                  <a16:creationId xmlns:a16="http://schemas.microsoft.com/office/drawing/2014/main" id="{71CF997E-ECB3-E0FC-E6A1-4FA6F01C0E76}"/>
                </a:ext>
              </a:extLst>
            </p:cNvPr>
            <p:cNvSpPr/>
            <p:nvPr/>
          </p:nvSpPr>
          <p:spPr>
            <a:xfrm>
              <a:off x="1813800" y="2725025"/>
              <a:ext cx="81200" cy="228850"/>
            </a:xfrm>
            <a:custGeom>
              <a:avLst/>
              <a:gdLst/>
              <a:ahLst/>
              <a:cxnLst/>
              <a:rect l="l" t="t" r="r" b="b"/>
              <a:pathLst>
                <a:path w="3248" h="9154" extrusionOk="0">
                  <a:moveTo>
                    <a:pt x="1057" y="1"/>
                  </a:moveTo>
                  <a:cubicBezTo>
                    <a:pt x="861" y="1"/>
                    <a:pt x="660" y="68"/>
                    <a:pt x="483" y="204"/>
                  </a:cubicBezTo>
                  <a:cubicBezTo>
                    <a:pt x="97" y="493"/>
                    <a:pt x="33" y="1072"/>
                    <a:pt x="322" y="1458"/>
                  </a:cubicBezTo>
                  <a:cubicBezTo>
                    <a:pt x="1062" y="2390"/>
                    <a:pt x="1415" y="3419"/>
                    <a:pt x="1415" y="4511"/>
                  </a:cubicBezTo>
                  <a:cubicBezTo>
                    <a:pt x="1415" y="5637"/>
                    <a:pt x="997" y="6729"/>
                    <a:pt x="194" y="7662"/>
                  </a:cubicBezTo>
                  <a:cubicBezTo>
                    <a:pt x="65" y="7822"/>
                    <a:pt x="1" y="8047"/>
                    <a:pt x="1" y="8240"/>
                  </a:cubicBezTo>
                  <a:cubicBezTo>
                    <a:pt x="1" y="8497"/>
                    <a:pt x="97" y="8755"/>
                    <a:pt x="322" y="8947"/>
                  </a:cubicBezTo>
                  <a:cubicBezTo>
                    <a:pt x="489" y="9086"/>
                    <a:pt x="692" y="9153"/>
                    <a:pt x="894" y="9153"/>
                  </a:cubicBezTo>
                  <a:cubicBezTo>
                    <a:pt x="1160" y="9153"/>
                    <a:pt x="1426" y="9038"/>
                    <a:pt x="1608" y="8819"/>
                  </a:cubicBezTo>
                  <a:cubicBezTo>
                    <a:pt x="2637" y="7565"/>
                    <a:pt x="3215" y="6087"/>
                    <a:pt x="3215" y="4544"/>
                  </a:cubicBezTo>
                  <a:cubicBezTo>
                    <a:pt x="3247" y="3033"/>
                    <a:pt x="2733" y="1586"/>
                    <a:pt x="1769" y="365"/>
                  </a:cubicBezTo>
                  <a:cubicBezTo>
                    <a:pt x="1584" y="124"/>
                    <a:pt x="1324" y="1"/>
                    <a:pt x="10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655;p64">
              <a:extLst>
                <a:ext uri="{FF2B5EF4-FFF2-40B4-BE49-F238E27FC236}">
                  <a16:creationId xmlns:a16="http://schemas.microsoft.com/office/drawing/2014/main" id="{5790AB2A-D7F1-4573-7A82-5415BB88741F}"/>
                </a:ext>
              </a:extLst>
            </p:cNvPr>
            <p:cNvSpPr/>
            <p:nvPr/>
          </p:nvSpPr>
          <p:spPr>
            <a:xfrm>
              <a:off x="3763375" y="496075"/>
              <a:ext cx="476550" cy="127800"/>
            </a:xfrm>
            <a:custGeom>
              <a:avLst/>
              <a:gdLst/>
              <a:ahLst/>
              <a:cxnLst/>
              <a:rect l="l" t="t" r="r" b="b"/>
              <a:pathLst>
                <a:path w="19062" h="5112" extrusionOk="0">
                  <a:moveTo>
                    <a:pt x="997" y="0"/>
                  </a:moveTo>
                  <a:cubicBezTo>
                    <a:pt x="772" y="0"/>
                    <a:pt x="547" y="65"/>
                    <a:pt x="354" y="258"/>
                  </a:cubicBezTo>
                  <a:cubicBezTo>
                    <a:pt x="0" y="611"/>
                    <a:pt x="0" y="1190"/>
                    <a:pt x="354" y="1543"/>
                  </a:cubicBezTo>
                  <a:cubicBezTo>
                    <a:pt x="2572" y="3761"/>
                    <a:pt x="6011" y="5111"/>
                    <a:pt x="9547" y="5111"/>
                  </a:cubicBezTo>
                  <a:cubicBezTo>
                    <a:pt x="9590" y="5112"/>
                    <a:pt x="9634" y="5112"/>
                    <a:pt x="9677" y="5112"/>
                  </a:cubicBezTo>
                  <a:cubicBezTo>
                    <a:pt x="13105" y="5112"/>
                    <a:pt x="16486" y="3863"/>
                    <a:pt x="18708" y="1736"/>
                  </a:cubicBezTo>
                  <a:cubicBezTo>
                    <a:pt x="19062" y="1383"/>
                    <a:pt x="19062" y="804"/>
                    <a:pt x="18740" y="450"/>
                  </a:cubicBezTo>
                  <a:cubicBezTo>
                    <a:pt x="18555" y="266"/>
                    <a:pt x="18309" y="169"/>
                    <a:pt x="18066" y="169"/>
                  </a:cubicBezTo>
                  <a:cubicBezTo>
                    <a:pt x="17843" y="169"/>
                    <a:pt x="17623" y="249"/>
                    <a:pt x="17455" y="418"/>
                  </a:cubicBezTo>
                  <a:cubicBezTo>
                    <a:pt x="15553" y="2224"/>
                    <a:pt x="12684" y="3312"/>
                    <a:pt x="9678" y="3312"/>
                  </a:cubicBezTo>
                  <a:cubicBezTo>
                    <a:pt x="9634" y="3312"/>
                    <a:pt x="9591" y="3312"/>
                    <a:pt x="9547" y="3311"/>
                  </a:cubicBezTo>
                  <a:cubicBezTo>
                    <a:pt x="6493" y="3279"/>
                    <a:pt x="3536" y="2154"/>
                    <a:pt x="1639" y="258"/>
                  </a:cubicBezTo>
                  <a:cubicBezTo>
                    <a:pt x="1479" y="65"/>
                    <a:pt x="1254" y="0"/>
                    <a:pt x="9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656;p64">
              <a:extLst>
                <a:ext uri="{FF2B5EF4-FFF2-40B4-BE49-F238E27FC236}">
                  <a16:creationId xmlns:a16="http://schemas.microsoft.com/office/drawing/2014/main" id="{D038A9B0-6BA4-C4C3-BC2B-90ADD7E6EE8F}"/>
                </a:ext>
              </a:extLst>
            </p:cNvPr>
            <p:cNvSpPr/>
            <p:nvPr/>
          </p:nvSpPr>
          <p:spPr>
            <a:xfrm>
              <a:off x="3824450" y="430175"/>
              <a:ext cx="356025" cy="100475"/>
            </a:xfrm>
            <a:custGeom>
              <a:avLst/>
              <a:gdLst/>
              <a:ahLst/>
              <a:cxnLst/>
              <a:rect l="l" t="t" r="r" b="b"/>
              <a:pathLst>
                <a:path w="14241" h="4019" extrusionOk="0">
                  <a:moveTo>
                    <a:pt x="1029" y="1"/>
                  </a:moveTo>
                  <a:cubicBezTo>
                    <a:pt x="772" y="1"/>
                    <a:pt x="514" y="97"/>
                    <a:pt x="354" y="322"/>
                  </a:cubicBezTo>
                  <a:cubicBezTo>
                    <a:pt x="0" y="708"/>
                    <a:pt x="64" y="1286"/>
                    <a:pt x="450" y="1608"/>
                  </a:cubicBezTo>
                  <a:cubicBezTo>
                    <a:pt x="2250" y="3151"/>
                    <a:pt x="4597" y="3986"/>
                    <a:pt x="7136" y="4019"/>
                  </a:cubicBezTo>
                  <a:cubicBezTo>
                    <a:pt x="9611" y="4019"/>
                    <a:pt x="11990" y="3215"/>
                    <a:pt x="13790" y="1736"/>
                  </a:cubicBezTo>
                  <a:cubicBezTo>
                    <a:pt x="14176" y="1415"/>
                    <a:pt x="14240" y="836"/>
                    <a:pt x="13919" y="451"/>
                  </a:cubicBezTo>
                  <a:cubicBezTo>
                    <a:pt x="13736" y="232"/>
                    <a:pt x="13481" y="116"/>
                    <a:pt x="13224" y="116"/>
                  </a:cubicBezTo>
                  <a:cubicBezTo>
                    <a:pt x="13028" y="116"/>
                    <a:pt x="12832" y="183"/>
                    <a:pt x="12665" y="322"/>
                  </a:cubicBezTo>
                  <a:cubicBezTo>
                    <a:pt x="11154" y="1543"/>
                    <a:pt x="9193" y="2219"/>
                    <a:pt x="7136" y="2219"/>
                  </a:cubicBezTo>
                  <a:cubicBezTo>
                    <a:pt x="5047" y="2186"/>
                    <a:pt x="3086" y="1479"/>
                    <a:pt x="1607" y="226"/>
                  </a:cubicBezTo>
                  <a:cubicBezTo>
                    <a:pt x="1447" y="65"/>
                    <a:pt x="1254" y="1"/>
                    <a:pt x="102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57;p64">
              <a:extLst>
                <a:ext uri="{FF2B5EF4-FFF2-40B4-BE49-F238E27FC236}">
                  <a16:creationId xmlns:a16="http://schemas.microsoft.com/office/drawing/2014/main" id="{68A6C294-BBC0-D7B7-DD49-21A43856A6F8}"/>
                </a:ext>
              </a:extLst>
            </p:cNvPr>
            <p:cNvSpPr/>
            <p:nvPr/>
          </p:nvSpPr>
          <p:spPr>
            <a:xfrm>
              <a:off x="3884700" y="363475"/>
              <a:ext cx="234700" cy="81200"/>
            </a:xfrm>
            <a:custGeom>
              <a:avLst/>
              <a:gdLst/>
              <a:ahLst/>
              <a:cxnLst/>
              <a:rect l="l" t="t" r="r" b="b"/>
              <a:pathLst>
                <a:path w="9388" h="3248" extrusionOk="0">
                  <a:moveTo>
                    <a:pt x="1030" y="1"/>
                  </a:moveTo>
                  <a:cubicBezTo>
                    <a:pt x="772" y="1"/>
                    <a:pt x="515" y="129"/>
                    <a:pt x="322" y="322"/>
                  </a:cubicBezTo>
                  <a:cubicBezTo>
                    <a:pt x="1" y="708"/>
                    <a:pt x="65" y="1286"/>
                    <a:pt x="451" y="1608"/>
                  </a:cubicBezTo>
                  <a:cubicBezTo>
                    <a:pt x="1705" y="2669"/>
                    <a:pt x="3183" y="3247"/>
                    <a:pt x="4726" y="3247"/>
                  </a:cubicBezTo>
                  <a:cubicBezTo>
                    <a:pt x="6237" y="3247"/>
                    <a:pt x="7683" y="2733"/>
                    <a:pt x="8905" y="1768"/>
                  </a:cubicBezTo>
                  <a:cubicBezTo>
                    <a:pt x="9323" y="1479"/>
                    <a:pt x="9387" y="901"/>
                    <a:pt x="9066" y="515"/>
                  </a:cubicBezTo>
                  <a:cubicBezTo>
                    <a:pt x="8895" y="287"/>
                    <a:pt x="8624" y="161"/>
                    <a:pt x="8351" y="161"/>
                  </a:cubicBezTo>
                  <a:cubicBezTo>
                    <a:pt x="8161" y="161"/>
                    <a:pt x="7970" y="222"/>
                    <a:pt x="7812" y="354"/>
                  </a:cubicBezTo>
                  <a:cubicBezTo>
                    <a:pt x="6880" y="1061"/>
                    <a:pt x="5851" y="1447"/>
                    <a:pt x="4758" y="1447"/>
                  </a:cubicBezTo>
                  <a:cubicBezTo>
                    <a:pt x="3633" y="1415"/>
                    <a:pt x="2540" y="997"/>
                    <a:pt x="1608" y="226"/>
                  </a:cubicBezTo>
                  <a:cubicBezTo>
                    <a:pt x="1447" y="97"/>
                    <a:pt x="1222" y="33"/>
                    <a:pt x="10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658;p64">
              <a:extLst>
                <a:ext uri="{FF2B5EF4-FFF2-40B4-BE49-F238E27FC236}">
                  <a16:creationId xmlns:a16="http://schemas.microsoft.com/office/drawing/2014/main" id="{E00D8637-BF41-4C01-8DFE-2FA88316DD2A}"/>
                </a:ext>
              </a:extLst>
            </p:cNvPr>
            <p:cNvSpPr/>
            <p:nvPr/>
          </p:nvSpPr>
          <p:spPr>
            <a:xfrm>
              <a:off x="1808175" y="3778825"/>
              <a:ext cx="4317825" cy="1350100"/>
            </a:xfrm>
            <a:custGeom>
              <a:avLst/>
              <a:gdLst/>
              <a:ahLst/>
              <a:cxnLst/>
              <a:rect l="l" t="t" r="r" b="b"/>
              <a:pathLst>
                <a:path w="172713" h="54004" extrusionOk="0">
                  <a:moveTo>
                    <a:pt x="86341" y="1"/>
                  </a:moveTo>
                  <a:cubicBezTo>
                    <a:pt x="38671" y="1"/>
                    <a:pt x="1" y="12087"/>
                    <a:pt x="1" y="27002"/>
                  </a:cubicBezTo>
                  <a:cubicBezTo>
                    <a:pt x="1" y="41917"/>
                    <a:pt x="38671" y="54003"/>
                    <a:pt x="86341" y="54003"/>
                  </a:cubicBezTo>
                  <a:cubicBezTo>
                    <a:pt x="134043" y="54003"/>
                    <a:pt x="172713" y="41917"/>
                    <a:pt x="172713" y="27002"/>
                  </a:cubicBezTo>
                  <a:cubicBezTo>
                    <a:pt x="172713" y="12087"/>
                    <a:pt x="134043" y="1"/>
                    <a:pt x="863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659;p64">
              <a:extLst>
                <a:ext uri="{FF2B5EF4-FFF2-40B4-BE49-F238E27FC236}">
                  <a16:creationId xmlns:a16="http://schemas.microsoft.com/office/drawing/2014/main" id="{37394864-C7BA-326C-81A3-173198C5A36F}"/>
                </a:ext>
              </a:extLst>
            </p:cNvPr>
            <p:cNvSpPr/>
            <p:nvPr/>
          </p:nvSpPr>
          <p:spPr>
            <a:xfrm>
              <a:off x="1808175" y="3778825"/>
              <a:ext cx="4317825" cy="1350100"/>
            </a:xfrm>
            <a:custGeom>
              <a:avLst/>
              <a:gdLst/>
              <a:ahLst/>
              <a:cxnLst/>
              <a:rect l="l" t="t" r="r" b="b"/>
              <a:pathLst>
                <a:path w="172713" h="54004" extrusionOk="0">
                  <a:moveTo>
                    <a:pt x="86341" y="1"/>
                  </a:moveTo>
                  <a:cubicBezTo>
                    <a:pt x="38671" y="1"/>
                    <a:pt x="1" y="12087"/>
                    <a:pt x="1" y="27002"/>
                  </a:cubicBezTo>
                  <a:cubicBezTo>
                    <a:pt x="1" y="41917"/>
                    <a:pt x="38671" y="54003"/>
                    <a:pt x="86341" y="54003"/>
                  </a:cubicBezTo>
                  <a:cubicBezTo>
                    <a:pt x="134043" y="54003"/>
                    <a:pt x="172713" y="41917"/>
                    <a:pt x="172713" y="27002"/>
                  </a:cubicBezTo>
                  <a:cubicBezTo>
                    <a:pt x="172713" y="12087"/>
                    <a:pt x="134043" y="1"/>
                    <a:pt x="863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660;p64">
              <a:extLst>
                <a:ext uri="{FF2B5EF4-FFF2-40B4-BE49-F238E27FC236}">
                  <a16:creationId xmlns:a16="http://schemas.microsoft.com/office/drawing/2014/main" id="{90AAC6E3-3838-F9E4-60B2-24C9381CC52B}"/>
                </a:ext>
              </a:extLst>
            </p:cNvPr>
            <p:cNvSpPr/>
            <p:nvPr/>
          </p:nvSpPr>
          <p:spPr>
            <a:xfrm>
              <a:off x="2021950" y="3784450"/>
              <a:ext cx="3933700" cy="1195000"/>
            </a:xfrm>
            <a:custGeom>
              <a:avLst/>
              <a:gdLst/>
              <a:ahLst/>
              <a:cxnLst/>
              <a:rect l="l" t="t" r="r" b="b"/>
              <a:pathLst>
                <a:path w="157348" h="47800" extrusionOk="0">
                  <a:moveTo>
                    <a:pt x="78658" y="1"/>
                  </a:moveTo>
                  <a:cubicBezTo>
                    <a:pt x="35230" y="1"/>
                    <a:pt x="0" y="10705"/>
                    <a:pt x="0" y="23916"/>
                  </a:cubicBezTo>
                  <a:cubicBezTo>
                    <a:pt x="0" y="37095"/>
                    <a:pt x="35230" y="47800"/>
                    <a:pt x="78658" y="47800"/>
                  </a:cubicBezTo>
                  <a:cubicBezTo>
                    <a:pt x="122117" y="47800"/>
                    <a:pt x="157347" y="37095"/>
                    <a:pt x="157347" y="23916"/>
                  </a:cubicBezTo>
                  <a:cubicBezTo>
                    <a:pt x="157347" y="10705"/>
                    <a:pt x="122117" y="1"/>
                    <a:pt x="786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3661;p64">
              <a:extLst>
                <a:ext uri="{FF2B5EF4-FFF2-40B4-BE49-F238E27FC236}">
                  <a16:creationId xmlns:a16="http://schemas.microsoft.com/office/drawing/2014/main" id="{7F3DB230-3AC1-E21F-7709-6749EAFAD023}"/>
                </a:ext>
              </a:extLst>
            </p:cNvPr>
            <p:cNvSpPr/>
            <p:nvPr/>
          </p:nvSpPr>
          <p:spPr>
            <a:xfrm>
              <a:off x="2014700" y="3778025"/>
              <a:ext cx="3948175" cy="1207850"/>
            </a:xfrm>
            <a:custGeom>
              <a:avLst/>
              <a:gdLst/>
              <a:ahLst/>
              <a:cxnLst/>
              <a:rect l="l" t="t" r="r" b="b"/>
              <a:pathLst>
                <a:path w="157927" h="48314" extrusionOk="0">
                  <a:moveTo>
                    <a:pt x="78948" y="515"/>
                  </a:moveTo>
                  <a:cubicBezTo>
                    <a:pt x="100677" y="515"/>
                    <a:pt x="120317" y="3183"/>
                    <a:pt x="134525" y="7522"/>
                  </a:cubicBezTo>
                  <a:cubicBezTo>
                    <a:pt x="141629" y="9676"/>
                    <a:pt x="147351" y="12248"/>
                    <a:pt x="151305" y="15076"/>
                  </a:cubicBezTo>
                  <a:cubicBezTo>
                    <a:pt x="153298" y="16491"/>
                    <a:pt x="154808" y="17969"/>
                    <a:pt x="155837" y="19480"/>
                  </a:cubicBezTo>
                  <a:cubicBezTo>
                    <a:pt x="156866" y="21023"/>
                    <a:pt x="157380" y="22566"/>
                    <a:pt x="157380" y="24173"/>
                  </a:cubicBezTo>
                  <a:cubicBezTo>
                    <a:pt x="157380" y="25748"/>
                    <a:pt x="156866" y="27291"/>
                    <a:pt x="155837" y="28834"/>
                  </a:cubicBezTo>
                  <a:cubicBezTo>
                    <a:pt x="154037" y="31502"/>
                    <a:pt x="150726" y="34009"/>
                    <a:pt x="146129" y="36324"/>
                  </a:cubicBezTo>
                  <a:cubicBezTo>
                    <a:pt x="132404" y="43171"/>
                    <a:pt x="107460" y="47799"/>
                    <a:pt x="78948" y="47799"/>
                  </a:cubicBezTo>
                  <a:cubicBezTo>
                    <a:pt x="57250" y="47799"/>
                    <a:pt x="37610" y="45131"/>
                    <a:pt x="23402" y="40792"/>
                  </a:cubicBezTo>
                  <a:cubicBezTo>
                    <a:pt x="16298" y="38638"/>
                    <a:pt x="10544" y="36067"/>
                    <a:pt x="6623" y="33238"/>
                  </a:cubicBezTo>
                  <a:cubicBezTo>
                    <a:pt x="4630" y="31824"/>
                    <a:pt x="3119" y="30345"/>
                    <a:pt x="2090" y="28834"/>
                  </a:cubicBezTo>
                  <a:cubicBezTo>
                    <a:pt x="1062" y="27291"/>
                    <a:pt x="547" y="25748"/>
                    <a:pt x="547" y="24173"/>
                  </a:cubicBezTo>
                  <a:cubicBezTo>
                    <a:pt x="547" y="22566"/>
                    <a:pt x="1062" y="21023"/>
                    <a:pt x="2090" y="19480"/>
                  </a:cubicBezTo>
                  <a:cubicBezTo>
                    <a:pt x="3890" y="16812"/>
                    <a:pt x="7201" y="14305"/>
                    <a:pt x="11798" y="11990"/>
                  </a:cubicBezTo>
                  <a:cubicBezTo>
                    <a:pt x="25524" y="5144"/>
                    <a:pt x="50468" y="515"/>
                    <a:pt x="78948" y="515"/>
                  </a:cubicBezTo>
                  <a:close/>
                  <a:moveTo>
                    <a:pt x="78948" y="1"/>
                  </a:moveTo>
                  <a:cubicBezTo>
                    <a:pt x="57218" y="1"/>
                    <a:pt x="37513" y="2669"/>
                    <a:pt x="23241" y="7008"/>
                  </a:cubicBezTo>
                  <a:cubicBezTo>
                    <a:pt x="16105" y="9162"/>
                    <a:pt x="10319" y="11765"/>
                    <a:pt x="6301" y="14626"/>
                  </a:cubicBezTo>
                  <a:cubicBezTo>
                    <a:pt x="4308" y="16073"/>
                    <a:pt x="2733" y="17584"/>
                    <a:pt x="1640" y="19191"/>
                  </a:cubicBezTo>
                  <a:cubicBezTo>
                    <a:pt x="580" y="20766"/>
                    <a:pt x="1" y="22437"/>
                    <a:pt x="1" y="24173"/>
                  </a:cubicBezTo>
                  <a:cubicBezTo>
                    <a:pt x="1" y="25877"/>
                    <a:pt x="580" y="27548"/>
                    <a:pt x="1640" y="29123"/>
                  </a:cubicBezTo>
                  <a:cubicBezTo>
                    <a:pt x="3537" y="31920"/>
                    <a:pt x="6912" y="34492"/>
                    <a:pt x="11541" y="36774"/>
                  </a:cubicBezTo>
                  <a:cubicBezTo>
                    <a:pt x="25427" y="43717"/>
                    <a:pt x="50403" y="48314"/>
                    <a:pt x="78948" y="48314"/>
                  </a:cubicBezTo>
                  <a:cubicBezTo>
                    <a:pt x="100709" y="48314"/>
                    <a:pt x="120414" y="45646"/>
                    <a:pt x="134686" y="41306"/>
                  </a:cubicBezTo>
                  <a:cubicBezTo>
                    <a:pt x="141822" y="39153"/>
                    <a:pt x="147608" y="36549"/>
                    <a:pt x="151626" y="33688"/>
                  </a:cubicBezTo>
                  <a:cubicBezTo>
                    <a:pt x="153619" y="32241"/>
                    <a:pt x="155194" y="30731"/>
                    <a:pt x="156287" y="29123"/>
                  </a:cubicBezTo>
                  <a:cubicBezTo>
                    <a:pt x="157348" y="27548"/>
                    <a:pt x="157926" y="25877"/>
                    <a:pt x="157926" y="24173"/>
                  </a:cubicBezTo>
                  <a:cubicBezTo>
                    <a:pt x="157926" y="22437"/>
                    <a:pt x="157348" y="20766"/>
                    <a:pt x="156287" y="19191"/>
                  </a:cubicBezTo>
                  <a:cubicBezTo>
                    <a:pt x="154390" y="16394"/>
                    <a:pt x="151015" y="13823"/>
                    <a:pt x="146386" y="11540"/>
                  </a:cubicBezTo>
                  <a:cubicBezTo>
                    <a:pt x="132500" y="4597"/>
                    <a:pt x="107524" y="1"/>
                    <a:pt x="789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3662;p64">
              <a:extLst>
                <a:ext uri="{FF2B5EF4-FFF2-40B4-BE49-F238E27FC236}">
                  <a16:creationId xmlns:a16="http://schemas.microsoft.com/office/drawing/2014/main" id="{C14B9638-EB2A-4ED0-FF22-AB878F81C9E2}"/>
                </a:ext>
              </a:extLst>
            </p:cNvPr>
            <p:cNvSpPr/>
            <p:nvPr/>
          </p:nvSpPr>
          <p:spPr>
            <a:xfrm>
              <a:off x="2234900" y="3729000"/>
              <a:ext cx="3507775" cy="1013375"/>
            </a:xfrm>
            <a:custGeom>
              <a:avLst/>
              <a:gdLst/>
              <a:ahLst/>
              <a:cxnLst/>
              <a:rect l="l" t="t" r="r" b="b"/>
              <a:pathLst>
                <a:path w="140311" h="40535" extrusionOk="0">
                  <a:moveTo>
                    <a:pt x="70140" y="1"/>
                  </a:moveTo>
                  <a:cubicBezTo>
                    <a:pt x="31406" y="1"/>
                    <a:pt x="1" y="9098"/>
                    <a:pt x="1" y="20284"/>
                  </a:cubicBezTo>
                  <a:cubicBezTo>
                    <a:pt x="1" y="31470"/>
                    <a:pt x="31406" y="40535"/>
                    <a:pt x="70140" y="40535"/>
                  </a:cubicBezTo>
                  <a:cubicBezTo>
                    <a:pt x="108906" y="40535"/>
                    <a:pt x="140311" y="31470"/>
                    <a:pt x="140311" y="20284"/>
                  </a:cubicBezTo>
                  <a:cubicBezTo>
                    <a:pt x="140311" y="9098"/>
                    <a:pt x="108906" y="1"/>
                    <a:pt x="701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3663;p64">
              <a:extLst>
                <a:ext uri="{FF2B5EF4-FFF2-40B4-BE49-F238E27FC236}">
                  <a16:creationId xmlns:a16="http://schemas.microsoft.com/office/drawing/2014/main" id="{4BCDD34E-0F5A-E0D4-258C-0C28A880F788}"/>
                </a:ext>
              </a:extLst>
            </p:cNvPr>
            <p:cNvSpPr/>
            <p:nvPr/>
          </p:nvSpPr>
          <p:spPr>
            <a:xfrm>
              <a:off x="2228475" y="3722575"/>
              <a:ext cx="3520625" cy="1027050"/>
            </a:xfrm>
            <a:custGeom>
              <a:avLst/>
              <a:gdLst/>
              <a:ahLst/>
              <a:cxnLst/>
              <a:rect l="l" t="t" r="r" b="b"/>
              <a:pathLst>
                <a:path w="140825" h="41082" extrusionOk="0">
                  <a:moveTo>
                    <a:pt x="70087" y="547"/>
                  </a:moveTo>
                  <a:cubicBezTo>
                    <a:pt x="70190" y="547"/>
                    <a:pt x="70293" y="547"/>
                    <a:pt x="70397" y="547"/>
                  </a:cubicBezTo>
                  <a:cubicBezTo>
                    <a:pt x="89780" y="547"/>
                    <a:pt x="107298" y="2797"/>
                    <a:pt x="119931" y="6462"/>
                  </a:cubicBezTo>
                  <a:cubicBezTo>
                    <a:pt x="126263" y="8294"/>
                    <a:pt x="131407" y="10480"/>
                    <a:pt x="134910" y="12858"/>
                  </a:cubicBezTo>
                  <a:cubicBezTo>
                    <a:pt x="136646" y="14048"/>
                    <a:pt x="138028" y="15333"/>
                    <a:pt x="138928" y="16587"/>
                  </a:cubicBezTo>
                  <a:cubicBezTo>
                    <a:pt x="139828" y="17873"/>
                    <a:pt x="140311" y="19191"/>
                    <a:pt x="140311" y="20541"/>
                  </a:cubicBezTo>
                  <a:cubicBezTo>
                    <a:pt x="140311" y="21859"/>
                    <a:pt x="139828" y="23177"/>
                    <a:pt x="138928" y="24463"/>
                  </a:cubicBezTo>
                  <a:cubicBezTo>
                    <a:pt x="137321" y="26713"/>
                    <a:pt x="134364" y="28866"/>
                    <a:pt x="130282" y="30795"/>
                  </a:cubicBezTo>
                  <a:cubicBezTo>
                    <a:pt x="118067" y="36613"/>
                    <a:pt x="95823" y="40535"/>
                    <a:pt x="70397" y="40535"/>
                  </a:cubicBezTo>
                  <a:cubicBezTo>
                    <a:pt x="51046" y="40535"/>
                    <a:pt x="33527" y="38253"/>
                    <a:pt x="20862" y="34620"/>
                  </a:cubicBezTo>
                  <a:cubicBezTo>
                    <a:pt x="14562" y="32788"/>
                    <a:pt x="9419" y="30602"/>
                    <a:pt x="5915" y="28191"/>
                  </a:cubicBezTo>
                  <a:cubicBezTo>
                    <a:pt x="4147" y="27002"/>
                    <a:pt x="2797" y="25748"/>
                    <a:pt x="1897" y="24463"/>
                  </a:cubicBezTo>
                  <a:cubicBezTo>
                    <a:pt x="997" y="23177"/>
                    <a:pt x="515" y="21859"/>
                    <a:pt x="515" y="20541"/>
                  </a:cubicBezTo>
                  <a:cubicBezTo>
                    <a:pt x="515" y="19191"/>
                    <a:pt x="997" y="17873"/>
                    <a:pt x="1897" y="16587"/>
                  </a:cubicBezTo>
                  <a:cubicBezTo>
                    <a:pt x="3472" y="14369"/>
                    <a:pt x="6461" y="12215"/>
                    <a:pt x="10512" y="10255"/>
                  </a:cubicBezTo>
                  <a:cubicBezTo>
                    <a:pt x="22709" y="4460"/>
                    <a:pt x="44822" y="547"/>
                    <a:pt x="70087" y="547"/>
                  </a:cubicBezTo>
                  <a:close/>
                  <a:moveTo>
                    <a:pt x="70397" y="1"/>
                  </a:moveTo>
                  <a:cubicBezTo>
                    <a:pt x="51013" y="1"/>
                    <a:pt x="33463" y="2251"/>
                    <a:pt x="20733" y="5947"/>
                  </a:cubicBezTo>
                  <a:cubicBezTo>
                    <a:pt x="14369" y="7780"/>
                    <a:pt x="9194" y="9965"/>
                    <a:pt x="5626" y="12408"/>
                  </a:cubicBezTo>
                  <a:cubicBezTo>
                    <a:pt x="3826" y="13662"/>
                    <a:pt x="2411" y="14948"/>
                    <a:pt x="1447" y="16298"/>
                  </a:cubicBezTo>
                  <a:cubicBezTo>
                    <a:pt x="515" y="17648"/>
                    <a:pt x="0" y="19062"/>
                    <a:pt x="0" y="20541"/>
                  </a:cubicBezTo>
                  <a:cubicBezTo>
                    <a:pt x="0" y="21987"/>
                    <a:pt x="515" y="23434"/>
                    <a:pt x="1447" y="24784"/>
                  </a:cubicBezTo>
                  <a:cubicBezTo>
                    <a:pt x="3151" y="27131"/>
                    <a:pt x="6172" y="29316"/>
                    <a:pt x="10287" y="31277"/>
                  </a:cubicBezTo>
                  <a:cubicBezTo>
                    <a:pt x="22662" y="37160"/>
                    <a:pt x="44938" y="41081"/>
                    <a:pt x="70397" y="41081"/>
                  </a:cubicBezTo>
                  <a:cubicBezTo>
                    <a:pt x="89812" y="41081"/>
                    <a:pt x="107363" y="38799"/>
                    <a:pt x="120092" y="35135"/>
                  </a:cubicBezTo>
                  <a:cubicBezTo>
                    <a:pt x="126456" y="33270"/>
                    <a:pt x="131632" y="31084"/>
                    <a:pt x="135200" y="28641"/>
                  </a:cubicBezTo>
                  <a:cubicBezTo>
                    <a:pt x="137000" y="27420"/>
                    <a:pt x="138414" y="26134"/>
                    <a:pt x="139378" y="24784"/>
                  </a:cubicBezTo>
                  <a:cubicBezTo>
                    <a:pt x="140311" y="23434"/>
                    <a:pt x="140825" y="21987"/>
                    <a:pt x="140825" y="20541"/>
                  </a:cubicBezTo>
                  <a:cubicBezTo>
                    <a:pt x="140825" y="19062"/>
                    <a:pt x="140311" y="17648"/>
                    <a:pt x="139378" y="16298"/>
                  </a:cubicBezTo>
                  <a:cubicBezTo>
                    <a:pt x="137675" y="13919"/>
                    <a:pt x="134653" y="11733"/>
                    <a:pt x="130539" y="9772"/>
                  </a:cubicBezTo>
                  <a:cubicBezTo>
                    <a:pt x="118163" y="3890"/>
                    <a:pt x="95855" y="1"/>
                    <a:pt x="703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3664;p64">
              <a:extLst>
                <a:ext uri="{FF2B5EF4-FFF2-40B4-BE49-F238E27FC236}">
                  <a16:creationId xmlns:a16="http://schemas.microsoft.com/office/drawing/2014/main" id="{E59A2AF4-6DA1-99F9-A751-0F3195AC03A3}"/>
                </a:ext>
              </a:extLst>
            </p:cNvPr>
            <p:cNvSpPr/>
            <p:nvPr/>
          </p:nvSpPr>
          <p:spPr>
            <a:xfrm>
              <a:off x="2389200" y="3774000"/>
              <a:ext cx="3199200" cy="890425"/>
            </a:xfrm>
            <a:custGeom>
              <a:avLst/>
              <a:gdLst/>
              <a:ahLst/>
              <a:cxnLst/>
              <a:rect l="l" t="t" r="r" b="b"/>
              <a:pathLst>
                <a:path w="127968" h="35617" extrusionOk="0">
                  <a:moveTo>
                    <a:pt x="63968" y="1"/>
                  </a:moveTo>
                  <a:cubicBezTo>
                    <a:pt x="28641" y="1"/>
                    <a:pt x="0" y="7973"/>
                    <a:pt x="0" y="17809"/>
                  </a:cubicBezTo>
                  <a:cubicBezTo>
                    <a:pt x="0" y="27645"/>
                    <a:pt x="28641" y="35617"/>
                    <a:pt x="63968" y="35617"/>
                  </a:cubicBezTo>
                  <a:cubicBezTo>
                    <a:pt x="99326" y="35617"/>
                    <a:pt x="127967" y="27645"/>
                    <a:pt x="127967" y="17809"/>
                  </a:cubicBezTo>
                  <a:cubicBezTo>
                    <a:pt x="127967" y="7973"/>
                    <a:pt x="99326" y="1"/>
                    <a:pt x="639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3665;p64">
              <a:extLst>
                <a:ext uri="{FF2B5EF4-FFF2-40B4-BE49-F238E27FC236}">
                  <a16:creationId xmlns:a16="http://schemas.microsoft.com/office/drawing/2014/main" id="{FD27D2A9-FFA0-6104-7023-1ABAE7EBD5F7}"/>
                </a:ext>
              </a:extLst>
            </p:cNvPr>
            <p:cNvSpPr/>
            <p:nvPr/>
          </p:nvSpPr>
          <p:spPr>
            <a:xfrm>
              <a:off x="2381950" y="3766775"/>
              <a:ext cx="3213675" cy="904900"/>
            </a:xfrm>
            <a:custGeom>
              <a:avLst/>
              <a:gdLst/>
              <a:ahLst/>
              <a:cxnLst/>
              <a:rect l="l" t="t" r="r" b="b"/>
              <a:pathLst>
                <a:path w="128547" h="36196" extrusionOk="0">
                  <a:moveTo>
                    <a:pt x="64258" y="547"/>
                  </a:moveTo>
                  <a:cubicBezTo>
                    <a:pt x="81937" y="547"/>
                    <a:pt x="97913" y="2540"/>
                    <a:pt x="109453" y="5754"/>
                  </a:cubicBezTo>
                  <a:cubicBezTo>
                    <a:pt x="115206" y="7362"/>
                    <a:pt x="119899" y="9290"/>
                    <a:pt x="123082" y="11380"/>
                  </a:cubicBezTo>
                  <a:cubicBezTo>
                    <a:pt x="124689" y="12440"/>
                    <a:pt x="125910" y="13533"/>
                    <a:pt x="126746" y="14658"/>
                  </a:cubicBezTo>
                  <a:cubicBezTo>
                    <a:pt x="127582" y="15783"/>
                    <a:pt x="128000" y="16941"/>
                    <a:pt x="128000" y="18098"/>
                  </a:cubicBezTo>
                  <a:cubicBezTo>
                    <a:pt x="128000" y="19255"/>
                    <a:pt x="127582" y="20412"/>
                    <a:pt x="126746" y="21537"/>
                  </a:cubicBezTo>
                  <a:cubicBezTo>
                    <a:pt x="125300" y="23498"/>
                    <a:pt x="122600" y="25395"/>
                    <a:pt x="118903" y="27098"/>
                  </a:cubicBezTo>
                  <a:cubicBezTo>
                    <a:pt x="107717" y="32209"/>
                    <a:pt x="87434" y="35649"/>
                    <a:pt x="64258" y="35649"/>
                  </a:cubicBezTo>
                  <a:cubicBezTo>
                    <a:pt x="46610" y="35649"/>
                    <a:pt x="30635" y="33656"/>
                    <a:pt x="19095" y="30441"/>
                  </a:cubicBezTo>
                  <a:cubicBezTo>
                    <a:pt x="13309" y="28834"/>
                    <a:pt x="8648" y="26905"/>
                    <a:pt x="5465" y="24816"/>
                  </a:cubicBezTo>
                  <a:cubicBezTo>
                    <a:pt x="3858" y="23755"/>
                    <a:pt x="2637" y="22662"/>
                    <a:pt x="1801" y="21537"/>
                  </a:cubicBezTo>
                  <a:cubicBezTo>
                    <a:pt x="965" y="20412"/>
                    <a:pt x="547" y="19255"/>
                    <a:pt x="547" y="18098"/>
                  </a:cubicBezTo>
                  <a:cubicBezTo>
                    <a:pt x="547" y="16941"/>
                    <a:pt x="965" y="15783"/>
                    <a:pt x="1801" y="14658"/>
                  </a:cubicBezTo>
                  <a:cubicBezTo>
                    <a:pt x="3248" y="12698"/>
                    <a:pt x="5948" y="10801"/>
                    <a:pt x="9644" y="9097"/>
                  </a:cubicBezTo>
                  <a:cubicBezTo>
                    <a:pt x="20830" y="3986"/>
                    <a:pt x="41114" y="547"/>
                    <a:pt x="64258" y="547"/>
                  </a:cubicBezTo>
                  <a:close/>
                  <a:moveTo>
                    <a:pt x="64258" y="1"/>
                  </a:moveTo>
                  <a:cubicBezTo>
                    <a:pt x="46578" y="1"/>
                    <a:pt x="30570" y="1993"/>
                    <a:pt x="18966" y="5240"/>
                  </a:cubicBezTo>
                  <a:cubicBezTo>
                    <a:pt x="13148" y="6847"/>
                    <a:pt x="8455" y="8776"/>
                    <a:pt x="5176" y="10930"/>
                  </a:cubicBezTo>
                  <a:cubicBezTo>
                    <a:pt x="3537" y="12023"/>
                    <a:pt x="2251" y="13148"/>
                    <a:pt x="1351" y="14337"/>
                  </a:cubicBezTo>
                  <a:cubicBezTo>
                    <a:pt x="483" y="15526"/>
                    <a:pt x="1" y="16812"/>
                    <a:pt x="1" y="18098"/>
                  </a:cubicBezTo>
                  <a:cubicBezTo>
                    <a:pt x="1" y="19384"/>
                    <a:pt x="483" y="20637"/>
                    <a:pt x="1351" y="21859"/>
                  </a:cubicBezTo>
                  <a:cubicBezTo>
                    <a:pt x="2894" y="23948"/>
                    <a:pt x="5658" y="25845"/>
                    <a:pt x="9419" y="27580"/>
                  </a:cubicBezTo>
                  <a:cubicBezTo>
                    <a:pt x="20734" y="32756"/>
                    <a:pt x="41049" y="36195"/>
                    <a:pt x="64258" y="36195"/>
                  </a:cubicBezTo>
                  <a:cubicBezTo>
                    <a:pt x="81969" y="36195"/>
                    <a:pt x="97977" y="34170"/>
                    <a:pt x="109581" y="30956"/>
                  </a:cubicBezTo>
                  <a:cubicBezTo>
                    <a:pt x="115399" y="29348"/>
                    <a:pt x="120092" y="27420"/>
                    <a:pt x="123371" y="25266"/>
                  </a:cubicBezTo>
                  <a:cubicBezTo>
                    <a:pt x="125010" y="24173"/>
                    <a:pt x="126296" y="23048"/>
                    <a:pt x="127164" y="21859"/>
                  </a:cubicBezTo>
                  <a:cubicBezTo>
                    <a:pt x="128064" y="20637"/>
                    <a:pt x="128546" y="19384"/>
                    <a:pt x="128546" y="18098"/>
                  </a:cubicBezTo>
                  <a:cubicBezTo>
                    <a:pt x="128546" y="16812"/>
                    <a:pt x="128064" y="15526"/>
                    <a:pt x="127164" y="14337"/>
                  </a:cubicBezTo>
                  <a:cubicBezTo>
                    <a:pt x="125653" y="12248"/>
                    <a:pt x="122889" y="10351"/>
                    <a:pt x="119096" y="8615"/>
                  </a:cubicBezTo>
                  <a:cubicBezTo>
                    <a:pt x="107813" y="3440"/>
                    <a:pt x="87498" y="1"/>
                    <a:pt x="642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3666;p64">
              <a:extLst>
                <a:ext uri="{FF2B5EF4-FFF2-40B4-BE49-F238E27FC236}">
                  <a16:creationId xmlns:a16="http://schemas.microsoft.com/office/drawing/2014/main" id="{6714599A-6F82-0A7B-6D8C-CA50879A6B8C}"/>
                </a:ext>
              </a:extLst>
            </p:cNvPr>
            <p:cNvSpPr/>
            <p:nvPr/>
          </p:nvSpPr>
          <p:spPr>
            <a:xfrm>
              <a:off x="2410075" y="3918650"/>
              <a:ext cx="3157425" cy="745775"/>
            </a:xfrm>
            <a:custGeom>
              <a:avLst/>
              <a:gdLst/>
              <a:ahLst/>
              <a:cxnLst/>
              <a:rect l="l" t="t" r="r" b="b"/>
              <a:pathLst>
                <a:path w="126297" h="29831" extrusionOk="0">
                  <a:moveTo>
                    <a:pt x="63133" y="1"/>
                  </a:moveTo>
                  <a:cubicBezTo>
                    <a:pt x="31342" y="1"/>
                    <a:pt x="4983" y="6462"/>
                    <a:pt x="1" y="14916"/>
                  </a:cubicBezTo>
                  <a:cubicBezTo>
                    <a:pt x="4983" y="23370"/>
                    <a:pt x="31342" y="29831"/>
                    <a:pt x="63133" y="29831"/>
                  </a:cubicBezTo>
                  <a:cubicBezTo>
                    <a:pt x="94955" y="29831"/>
                    <a:pt x="121314" y="23370"/>
                    <a:pt x="126296" y="14916"/>
                  </a:cubicBezTo>
                  <a:cubicBezTo>
                    <a:pt x="121314" y="6462"/>
                    <a:pt x="94955" y="1"/>
                    <a:pt x="631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3667;p64">
              <a:extLst>
                <a:ext uri="{FF2B5EF4-FFF2-40B4-BE49-F238E27FC236}">
                  <a16:creationId xmlns:a16="http://schemas.microsoft.com/office/drawing/2014/main" id="{BA7DBFEE-1C06-15BC-042F-8AEF6922D8C2}"/>
                </a:ext>
              </a:extLst>
            </p:cNvPr>
            <p:cNvSpPr/>
            <p:nvPr/>
          </p:nvSpPr>
          <p:spPr>
            <a:xfrm>
              <a:off x="2402050" y="3911425"/>
              <a:ext cx="3173475" cy="760250"/>
            </a:xfrm>
            <a:custGeom>
              <a:avLst/>
              <a:gdLst/>
              <a:ahLst/>
              <a:cxnLst/>
              <a:rect l="l" t="t" r="r" b="b"/>
              <a:pathLst>
                <a:path w="126939" h="30410" extrusionOk="0">
                  <a:moveTo>
                    <a:pt x="63454" y="547"/>
                  </a:moveTo>
                  <a:cubicBezTo>
                    <a:pt x="79365" y="547"/>
                    <a:pt x="93862" y="2154"/>
                    <a:pt x="105048" y="4822"/>
                  </a:cubicBezTo>
                  <a:cubicBezTo>
                    <a:pt x="110609" y="6172"/>
                    <a:pt x="115367" y="7747"/>
                    <a:pt x="118999" y="9547"/>
                  </a:cubicBezTo>
                  <a:cubicBezTo>
                    <a:pt x="122586" y="11278"/>
                    <a:pt x="125095" y="13224"/>
                    <a:pt x="126315" y="15205"/>
                  </a:cubicBezTo>
                  <a:lnTo>
                    <a:pt x="126315" y="15205"/>
                  </a:lnTo>
                  <a:cubicBezTo>
                    <a:pt x="125095" y="17186"/>
                    <a:pt x="122586" y="19132"/>
                    <a:pt x="118999" y="20862"/>
                  </a:cubicBezTo>
                  <a:cubicBezTo>
                    <a:pt x="108070" y="26230"/>
                    <a:pt x="87273" y="29863"/>
                    <a:pt x="63454" y="29863"/>
                  </a:cubicBezTo>
                  <a:cubicBezTo>
                    <a:pt x="47574" y="29863"/>
                    <a:pt x="33045" y="28256"/>
                    <a:pt x="21891" y="25588"/>
                  </a:cubicBezTo>
                  <a:cubicBezTo>
                    <a:pt x="16330" y="24237"/>
                    <a:pt x="11573" y="22662"/>
                    <a:pt x="7940" y="20862"/>
                  </a:cubicBezTo>
                  <a:cubicBezTo>
                    <a:pt x="4353" y="19132"/>
                    <a:pt x="1844" y="17186"/>
                    <a:pt x="624" y="15205"/>
                  </a:cubicBezTo>
                  <a:lnTo>
                    <a:pt x="624" y="15205"/>
                  </a:lnTo>
                  <a:cubicBezTo>
                    <a:pt x="1844" y="13224"/>
                    <a:pt x="4353" y="11278"/>
                    <a:pt x="7940" y="9547"/>
                  </a:cubicBezTo>
                  <a:cubicBezTo>
                    <a:pt x="18869" y="4179"/>
                    <a:pt x="39635" y="547"/>
                    <a:pt x="63454" y="547"/>
                  </a:cubicBezTo>
                  <a:close/>
                  <a:moveTo>
                    <a:pt x="63454" y="1"/>
                  </a:moveTo>
                  <a:cubicBezTo>
                    <a:pt x="47542" y="1"/>
                    <a:pt x="32981" y="1640"/>
                    <a:pt x="21762" y="4308"/>
                  </a:cubicBezTo>
                  <a:cubicBezTo>
                    <a:pt x="16169" y="5658"/>
                    <a:pt x="11380" y="7265"/>
                    <a:pt x="7683" y="9065"/>
                  </a:cubicBezTo>
                  <a:cubicBezTo>
                    <a:pt x="4019" y="10865"/>
                    <a:pt x="1383" y="12890"/>
                    <a:pt x="97" y="15076"/>
                  </a:cubicBezTo>
                  <a:lnTo>
                    <a:pt x="1" y="15205"/>
                  </a:lnTo>
                  <a:lnTo>
                    <a:pt x="97" y="15333"/>
                  </a:lnTo>
                  <a:cubicBezTo>
                    <a:pt x="1383" y="17519"/>
                    <a:pt x="4019" y="19544"/>
                    <a:pt x="7683" y="21344"/>
                  </a:cubicBezTo>
                  <a:cubicBezTo>
                    <a:pt x="18773" y="26777"/>
                    <a:pt x="39602" y="30409"/>
                    <a:pt x="63454" y="30409"/>
                  </a:cubicBezTo>
                  <a:cubicBezTo>
                    <a:pt x="79397" y="30409"/>
                    <a:pt x="93959" y="28770"/>
                    <a:pt x="105177" y="26102"/>
                  </a:cubicBezTo>
                  <a:cubicBezTo>
                    <a:pt x="110770" y="24752"/>
                    <a:pt x="115560" y="23145"/>
                    <a:pt x="119256" y="21344"/>
                  </a:cubicBezTo>
                  <a:cubicBezTo>
                    <a:pt x="122921" y="19544"/>
                    <a:pt x="125557" y="17519"/>
                    <a:pt x="126842" y="15333"/>
                  </a:cubicBezTo>
                  <a:lnTo>
                    <a:pt x="126939" y="15205"/>
                  </a:lnTo>
                  <a:lnTo>
                    <a:pt x="126842" y="15076"/>
                  </a:lnTo>
                  <a:cubicBezTo>
                    <a:pt x="125557" y="12890"/>
                    <a:pt x="122921" y="10865"/>
                    <a:pt x="119256" y="9065"/>
                  </a:cubicBezTo>
                  <a:cubicBezTo>
                    <a:pt x="108166" y="3633"/>
                    <a:pt x="87337" y="33"/>
                    <a:pt x="63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3668;p64">
              <a:extLst>
                <a:ext uri="{FF2B5EF4-FFF2-40B4-BE49-F238E27FC236}">
                  <a16:creationId xmlns:a16="http://schemas.microsoft.com/office/drawing/2014/main" id="{1C3385DE-2DA3-8836-EA2D-4AEC655E6009}"/>
                </a:ext>
              </a:extLst>
            </p:cNvPr>
            <p:cNvSpPr/>
            <p:nvPr/>
          </p:nvSpPr>
          <p:spPr>
            <a:xfrm>
              <a:off x="2373925" y="4551900"/>
              <a:ext cx="108500" cy="94850"/>
            </a:xfrm>
            <a:custGeom>
              <a:avLst/>
              <a:gdLst/>
              <a:ahLst/>
              <a:cxnLst/>
              <a:rect l="l" t="t" r="r" b="b"/>
              <a:pathLst>
                <a:path w="4340" h="3794" extrusionOk="0">
                  <a:moveTo>
                    <a:pt x="2186" y="1"/>
                  </a:moveTo>
                  <a:cubicBezTo>
                    <a:pt x="997" y="1"/>
                    <a:pt x="0" y="869"/>
                    <a:pt x="0" y="1897"/>
                  </a:cubicBezTo>
                  <a:cubicBezTo>
                    <a:pt x="0" y="2958"/>
                    <a:pt x="997" y="3794"/>
                    <a:pt x="2186" y="3794"/>
                  </a:cubicBezTo>
                  <a:cubicBezTo>
                    <a:pt x="3376" y="3794"/>
                    <a:pt x="4340" y="2958"/>
                    <a:pt x="4340" y="1897"/>
                  </a:cubicBezTo>
                  <a:cubicBezTo>
                    <a:pt x="4340" y="869"/>
                    <a:pt x="3376" y="1"/>
                    <a:pt x="21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3669;p64">
              <a:extLst>
                <a:ext uri="{FF2B5EF4-FFF2-40B4-BE49-F238E27FC236}">
                  <a16:creationId xmlns:a16="http://schemas.microsoft.com/office/drawing/2014/main" id="{9A888770-DED9-C2C2-EE63-35777F5B5354}"/>
                </a:ext>
              </a:extLst>
            </p:cNvPr>
            <p:cNvSpPr/>
            <p:nvPr/>
          </p:nvSpPr>
          <p:spPr>
            <a:xfrm>
              <a:off x="2367500" y="4545475"/>
              <a:ext cx="121375" cy="108525"/>
            </a:xfrm>
            <a:custGeom>
              <a:avLst/>
              <a:gdLst/>
              <a:ahLst/>
              <a:cxnLst/>
              <a:rect l="l" t="t" r="r" b="b"/>
              <a:pathLst>
                <a:path w="4855" h="4341" extrusionOk="0">
                  <a:moveTo>
                    <a:pt x="2443" y="547"/>
                  </a:moveTo>
                  <a:cubicBezTo>
                    <a:pt x="2958" y="547"/>
                    <a:pt x="3440" y="740"/>
                    <a:pt x="3793" y="1029"/>
                  </a:cubicBezTo>
                  <a:cubicBezTo>
                    <a:pt x="4147" y="1318"/>
                    <a:pt x="4340" y="1736"/>
                    <a:pt x="4340" y="2154"/>
                  </a:cubicBezTo>
                  <a:cubicBezTo>
                    <a:pt x="4340" y="2604"/>
                    <a:pt x="4147" y="2990"/>
                    <a:pt x="3793" y="3311"/>
                  </a:cubicBezTo>
                  <a:cubicBezTo>
                    <a:pt x="3440" y="3601"/>
                    <a:pt x="2958" y="3794"/>
                    <a:pt x="2443" y="3794"/>
                  </a:cubicBezTo>
                  <a:cubicBezTo>
                    <a:pt x="1897" y="3794"/>
                    <a:pt x="1415" y="3601"/>
                    <a:pt x="1093" y="3311"/>
                  </a:cubicBezTo>
                  <a:cubicBezTo>
                    <a:pt x="740" y="2990"/>
                    <a:pt x="547" y="2604"/>
                    <a:pt x="547" y="2154"/>
                  </a:cubicBezTo>
                  <a:cubicBezTo>
                    <a:pt x="547" y="1736"/>
                    <a:pt x="740" y="1318"/>
                    <a:pt x="1093" y="1029"/>
                  </a:cubicBezTo>
                  <a:cubicBezTo>
                    <a:pt x="1415" y="740"/>
                    <a:pt x="1897" y="547"/>
                    <a:pt x="2443" y="547"/>
                  </a:cubicBezTo>
                  <a:close/>
                  <a:moveTo>
                    <a:pt x="2443" y="1"/>
                  </a:moveTo>
                  <a:cubicBezTo>
                    <a:pt x="1768" y="1"/>
                    <a:pt x="1158" y="226"/>
                    <a:pt x="740" y="611"/>
                  </a:cubicBezTo>
                  <a:cubicBezTo>
                    <a:pt x="290" y="997"/>
                    <a:pt x="0" y="1543"/>
                    <a:pt x="0" y="2154"/>
                  </a:cubicBezTo>
                  <a:cubicBezTo>
                    <a:pt x="0" y="2765"/>
                    <a:pt x="290" y="3311"/>
                    <a:pt x="740" y="3697"/>
                  </a:cubicBezTo>
                  <a:cubicBezTo>
                    <a:pt x="1158" y="4083"/>
                    <a:pt x="1768" y="4340"/>
                    <a:pt x="2443" y="4340"/>
                  </a:cubicBezTo>
                  <a:cubicBezTo>
                    <a:pt x="3086" y="4340"/>
                    <a:pt x="3697" y="4083"/>
                    <a:pt x="4147" y="3697"/>
                  </a:cubicBezTo>
                  <a:cubicBezTo>
                    <a:pt x="4597" y="3311"/>
                    <a:pt x="4854" y="2765"/>
                    <a:pt x="4854" y="2154"/>
                  </a:cubicBezTo>
                  <a:cubicBezTo>
                    <a:pt x="4854" y="1543"/>
                    <a:pt x="4597" y="997"/>
                    <a:pt x="4147" y="611"/>
                  </a:cubicBezTo>
                  <a:cubicBezTo>
                    <a:pt x="3697" y="226"/>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3670;p64">
              <a:extLst>
                <a:ext uri="{FF2B5EF4-FFF2-40B4-BE49-F238E27FC236}">
                  <a16:creationId xmlns:a16="http://schemas.microsoft.com/office/drawing/2014/main" id="{BC02A624-2EDF-5D58-E046-A4C6F1C734FE}"/>
                </a:ext>
              </a:extLst>
            </p:cNvPr>
            <p:cNvSpPr/>
            <p:nvPr/>
          </p:nvSpPr>
          <p:spPr>
            <a:xfrm>
              <a:off x="3153425" y="4759225"/>
              <a:ext cx="108525" cy="94875"/>
            </a:xfrm>
            <a:custGeom>
              <a:avLst/>
              <a:gdLst/>
              <a:ahLst/>
              <a:cxnLst/>
              <a:rect l="l" t="t" r="r" b="b"/>
              <a:pathLst>
                <a:path w="4341" h="3795" extrusionOk="0">
                  <a:moveTo>
                    <a:pt x="2186" y="1"/>
                  </a:moveTo>
                  <a:cubicBezTo>
                    <a:pt x="965" y="1"/>
                    <a:pt x="1" y="837"/>
                    <a:pt x="1" y="1897"/>
                  </a:cubicBezTo>
                  <a:cubicBezTo>
                    <a:pt x="1" y="2926"/>
                    <a:pt x="965" y="3794"/>
                    <a:pt x="2186" y="3794"/>
                  </a:cubicBezTo>
                  <a:cubicBezTo>
                    <a:pt x="3376" y="3794"/>
                    <a:pt x="4340" y="2926"/>
                    <a:pt x="4340" y="1897"/>
                  </a:cubicBezTo>
                  <a:cubicBezTo>
                    <a:pt x="4340" y="837"/>
                    <a:pt x="3376" y="1"/>
                    <a:pt x="21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3671;p64">
              <a:extLst>
                <a:ext uri="{FF2B5EF4-FFF2-40B4-BE49-F238E27FC236}">
                  <a16:creationId xmlns:a16="http://schemas.microsoft.com/office/drawing/2014/main" id="{F867E6F5-4580-EE5F-348F-D906F4526BCA}"/>
                </a:ext>
              </a:extLst>
            </p:cNvPr>
            <p:cNvSpPr/>
            <p:nvPr/>
          </p:nvSpPr>
          <p:spPr>
            <a:xfrm>
              <a:off x="3147000" y="4752000"/>
              <a:ext cx="121375" cy="108525"/>
            </a:xfrm>
            <a:custGeom>
              <a:avLst/>
              <a:gdLst/>
              <a:ahLst/>
              <a:cxnLst/>
              <a:rect l="l" t="t" r="r" b="b"/>
              <a:pathLst>
                <a:path w="4855" h="4341" extrusionOk="0">
                  <a:moveTo>
                    <a:pt x="2443" y="547"/>
                  </a:moveTo>
                  <a:cubicBezTo>
                    <a:pt x="2958" y="547"/>
                    <a:pt x="3440" y="740"/>
                    <a:pt x="3793" y="1029"/>
                  </a:cubicBezTo>
                  <a:cubicBezTo>
                    <a:pt x="4115" y="1351"/>
                    <a:pt x="4340" y="1736"/>
                    <a:pt x="4340" y="2186"/>
                  </a:cubicBezTo>
                  <a:cubicBezTo>
                    <a:pt x="4340" y="2604"/>
                    <a:pt x="4115" y="3022"/>
                    <a:pt x="3793" y="3312"/>
                  </a:cubicBezTo>
                  <a:cubicBezTo>
                    <a:pt x="3440" y="3601"/>
                    <a:pt x="2958" y="3794"/>
                    <a:pt x="2443" y="3794"/>
                  </a:cubicBezTo>
                  <a:cubicBezTo>
                    <a:pt x="1897" y="3794"/>
                    <a:pt x="1415" y="3601"/>
                    <a:pt x="1061" y="3312"/>
                  </a:cubicBezTo>
                  <a:cubicBezTo>
                    <a:pt x="740" y="3022"/>
                    <a:pt x="547" y="2604"/>
                    <a:pt x="547" y="2186"/>
                  </a:cubicBezTo>
                  <a:cubicBezTo>
                    <a:pt x="547" y="1736"/>
                    <a:pt x="740" y="1351"/>
                    <a:pt x="1061" y="1029"/>
                  </a:cubicBezTo>
                  <a:cubicBezTo>
                    <a:pt x="1415" y="740"/>
                    <a:pt x="1897" y="547"/>
                    <a:pt x="2443" y="547"/>
                  </a:cubicBezTo>
                  <a:close/>
                  <a:moveTo>
                    <a:pt x="2443" y="1"/>
                  </a:moveTo>
                  <a:cubicBezTo>
                    <a:pt x="1768" y="1"/>
                    <a:pt x="1158" y="258"/>
                    <a:pt x="708" y="644"/>
                  </a:cubicBezTo>
                  <a:cubicBezTo>
                    <a:pt x="290" y="1029"/>
                    <a:pt x="0" y="1576"/>
                    <a:pt x="0" y="2186"/>
                  </a:cubicBezTo>
                  <a:cubicBezTo>
                    <a:pt x="0" y="2797"/>
                    <a:pt x="290" y="3344"/>
                    <a:pt x="708" y="3729"/>
                  </a:cubicBezTo>
                  <a:cubicBezTo>
                    <a:pt x="1158" y="4115"/>
                    <a:pt x="1768" y="4340"/>
                    <a:pt x="2443" y="4340"/>
                  </a:cubicBezTo>
                  <a:cubicBezTo>
                    <a:pt x="3086" y="4340"/>
                    <a:pt x="3697" y="4115"/>
                    <a:pt x="4147" y="3729"/>
                  </a:cubicBezTo>
                  <a:cubicBezTo>
                    <a:pt x="4565" y="3344"/>
                    <a:pt x="4854" y="2797"/>
                    <a:pt x="4854" y="2186"/>
                  </a:cubicBezTo>
                  <a:cubicBezTo>
                    <a:pt x="4854" y="1576"/>
                    <a:pt x="4565" y="1029"/>
                    <a:pt x="4147" y="644"/>
                  </a:cubicBezTo>
                  <a:cubicBezTo>
                    <a:pt x="3697" y="258"/>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3672;p64">
              <a:extLst>
                <a:ext uri="{FF2B5EF4-FFF2-40B4-BE49-F238E27FC236}">
                  <a16:creationId xmlns:a16="http://schemas.microsoft.com/office/drawing/2014/main" id="{4E494D35-854F-E9FB-0454-95A02D29B991}"/>
                </a:ext>
              </a:extLst>
            </p:cNvPr>
            <p:cNvSpPr/>
            <p:nvPr/>
          </p:nvSpPr>
          <p:spPr>
            <a:xfrm>
              <a:off x="4080800" y="4793000"/>
              <a:ext cx="108500" cy="94850"/>
            </a:xfrm>
            <a:custGeom>
              <a:avLst/>
              <a:gdLst/>
              <a:ahLst/>
              <a:cxnLst/>
              <a:rect l="l" t="t" r="r" b="b"/>
              <a:pathLst>
                <a:path w="4340" h="3794" extrusionOk="0">
                  <a:moveTo>
                    <a:pt x="2186" y="0"/>
                  </a:moveTo>
                  <a:cubicBezTo>
                    <a:pt x="964" y="0"/>
                    <a:pt x="0" y="836"/>
                    <a:pt x="0" y="1897"/>
                  </a:cubicBezTo>
                  <a:cubicBezTo>
                    <a:pt x="0" y="2925"/>
                    <a:pt x="964" y="3793"/>
                    <a:pt x="2186" y="3793"/>
                  </a:cubicBezTo>
                  <a:cubicBezTo>
                    <a:pt x="3375" y="3793"/>
                    <a:pt x="4340" y="2925"/>
                    <a:pt x="4340" y="1897"/>
                  </a:cubicBezTo>
                  <a:cubicBezTo>
                    <a:pt x="4340" y="836"/>
                    <a:pt x="3375" y="0"/>
                    <a:pt x="21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3673;p64">
              <a:extLst>
                <a:ext uri="{FF2B5EF4-FFF2-40B4-BE49-F238E27FC236}">
                  <a16:creationId xmlns:a16="http://schemas.microsoft.com/office/drawing/2014/main" id="{778565D9-7DBE-7779-27C8-C87FF85969C3}"/>
                </a:ext>
              </a:extLst>
            </p:cNvPr>
            <p:cNvSpPr/>
            <p:nvPr/>
          </p:nvSpPr>
          <p:spPr>
            <a:xfrm>
              <a:off x="4074375" y="4786550"/>
              <a:ext cx="121350" cy="107725"/>
            </a:xfrm>
            <a:custGeom>
              <a:avLst/>
              <a:gdLst/>
              <a:ahLst/>
              <a:cxnLst/>
              <a:rect l="l" t="t" r="r" b="b"/>
              <a:pathLst>
                <a:path w="4854" h="4309" extrusionOk="0">
                  <a:moveTo>
                    <a:pt x="2443" y="515"/>
                  </a:moveTo>
                  <a:cubicBezTo>
                    <a:pt x="2957" y="515"/>
                    <a:pt x="3439" y="708"/>
                    <a:pt x="3793" y="997"/>
                  </a:cubicBezTo>
                  <a:cubicBezTo>
                    <a:pt x="4114" y="1319"/>
                    <a:pt x="4339" y="1705"/>
                    <a:pt x="4339" y="2155"/>
                  </a:cubicBezTo>
                  <a:cubicBezTo>
                    <a:pt x="4339" y="2605"/>
                    <a:pt x="4114" y="2990"/>
                    <a:pt x="3793" y="3280"/>
                  </a:cubicBezTo>
                  <a:cubicBezTo>
                    <a:pt x="3439" y="3601"/>
                    <a:pt x="2957" y="3794"/>
                    <a:pt x="2443" y="3794"/>
                  </a:cubicBezTo>
                  <a:cubicBezTo>
                    <a:pt x="1897" y="3794"/>
                    <a:pt x="1414" y="3601"/>
                    <a:pt x="1061" y="3280"/>
                  </a:cubicBezTo>
                  <a:cubicBezTo>
                    <a:pt x="739" y="2990"/>
                    <a:pt x="514" y="2605"/>
                    <a:pt x="514" y="2155"/>
                  </a:cubicBezTo>
                  <a:cubicBezTo>
                    <a:pt x="514" y="1705"/>
                    <a:pt x="739" y="1319"/>
                    <a:pt x="1061" y="997"/>
                  </a:cubicBezTo>
                  <a:cubicBezTo>
                    <a:pt x="1414" y="708"/>
                    <a:pt x="1897" y="515"/>
                    <a:pt x="2443" y="515"/>
                  </a:cubicBezTo>
                  <a:close/>
                  <a:moveTo>
                    <a:pt x="2443" y="1"/>
                  </a:moveTo>
                  <a:cubicBezTo>
                    <a:pt x="1768" y="1"/>
                    <a:pt x="1157" y="226"/>
                    <a:pt x="707" y="612"/>
                  </a:cubicBezTo>
                  <a:cubicBezTo>
                    <a:pt x="289" y="997"/>
                    <a:pt x="0" y="1544"/>
                    <a:pt x="0" y="2155"/>
                  </a:cubicBezTo>
                  <a:cubicBezTo>
                    <a:pt x="0" y="2765"/>
                    <a:pt x="289" y="3312"/>
                    <a:pt x="707" y="3697"/>
                  </a:cubicBezTo>
                  <a:cubicBezTo>
                    <a:pt x="1157" y="4083"/>
                    <a:pt x="1768" y="4308"/>
                    <a:pt x="2443" y="4308"/>
                  </a:cubicBezTo>
                  <a:cubicBezTo>
                    <a:pt x="3086" y="4308"/>
                    <a:pt x="3697" y="4083"/>
                    <a:pt x="4147" y="3697"/>
                  </a:cubicBezTo>
                  <a:cubicBezTo>
                    <a:pt x="4565" y="3312"/>
                    <a:pt x="4854" y="2765"/>
                    <a:pt x="4854" y="2155"/>
                  </a:cubicBezTo>
                  <a:cubicBezTo>
                    <a:pt x="4854" y="1544"/>
                    <a:pt x="4565" y="997"/>
                    <a:pt x="4147" y="612"/>
                  </a:cubicBezTo>
                  <a:cubicBezTo>
                    <a:pt x="3697" y="226"/>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3674;p64">
              <a:extLst>
                <a:ext uri="{FF2B5EF4-FFF2-40B4-BE49-F238E27FC236}">
                  <a16:creationId xmlns:a16="http://schemas.microsoft.com/office/drawing/2014/main" id="{FA47C77C-D2F8-414F-47CD-8A93CBA19801}"/>
                </a:ext>
              </a:extLst>
            </p:cNvPr>
            <p:cNvSpPr/>
            <p:nvPr/>
          </p:nvSpPr>
          <p:spPr>
            <a:xfrm>
              <a:off x="5001725" y="4711825"/>
              <a:ext cx="107700" cy="94850"/>
            </a:xfrm>
            <a:custGeom>
              <a:avLst/>
              <a:gdLst/>
              <a:ahLst/>
              <a:cxnLst/>
              <a:rect l="l" t="t" r="r" b="b"/>
              <a:pathLst>
                <a:path w="4308" h="3794" extrusionOk="0">
                  <a:moveTo>
                    <a:pt x="2154" y="0"/>
                  </a:moveTo>
                  <a:cubicBezTo>
                    <a:pt x="965" y="0"/>
                    <a:pt x="1" y="836"/>
                    <a:pt x="1" y="1897"/>
                  </a:cubicBezTo>
                  <a:cubicBezTo>
                    <a:pt x="1" y="2926"/>
                    <a:pt x="965" y="3793"/>
                    <a:pt x="2154" y="3793"/>
                  </a:cubicBezTo>
                  <a:cubicBezTo>
                    <a:pt x="3344" y="3793"/>
                    <a:pt x="4308" y="2926"/>
                    <a:pt x="4308" y="1897"/>
                  </a:cubicBezTo>
                  <a:cubicBezTo>
                    <a:pt x="4308" y="836"/>
                    <a:pt x="3344" y="0"/>
                    <a:pt x="21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3675;p64">
              <a:extLst>
                <a:ext uri="{FF2B5EF4-FFF2-40B4-BE49-F238E27FC236}">
                  <a16:creationId xmlns:a16="http://schemas.microsoft.com/office/drawing/2014/main" id="{5865C636-9F3B-512A-0720-861379417E4E}"/>
                </a:ext>
              </a:extLst>
            </p:cNvPr>
            <p:cNvSpPr/>
            <p:nvPr/>
          </p:nvSpPr>
          <p:spPr>
            <a:xfrm>
              <a:off x="4994500" y="4705400"/>
              <a:ext cx="122175" cy="107700"/>
            </a:xfrm>
            <a:custGeom>
              <a:avLst/>
              <a:gdLst/>
              <a:ahLst/>
              <a:cxnLst/>
              <a:rect l="l" t="t" r="r" b="b"/>
              <a:pathLst>
                <a:path w="4887" h="4308" extrusionOk="0">
                  <a:moveTo>
                    <a:pt x="2443" y="515"/>
                  </a:moveTo>
                  <a:cubicBezTo>
                    <a:pt x="2990" y="515"/>
                    <a:pt x="3472" y="707"/>
                    <a:pt x="3793" y="997"/>
                  </a:cubicBezTo>
                  <a:cubicBezTo>
                    <a:pt x="4147" y="1318"/>
                    <a:pt x="4340" y="1704"/>
                    <a:pt x="4340" y="2154"/>
                  </a:cubicBezTo>
                  <a:cubicBezTo>
                    <a:pt x="4340" y="2572"/>
                    <a:pt x="4147" y="2990"/>
                    <a:pt x="3793" y="3279"/>
                  </a:cubicBezTo>
                  <a:cubicBezTo>
                    <a:pt x="3472" y="3600"/>
                    <a:pt x="2990" y="3761"/>
                    <a:pt x="2443" y="3761"/>
                  </a:cubicBezTo>
                  <a:cubicBezTo>
                    <a:pt x="1897" y="3761"/>
                    <a:pt x="1415" y="3600"/>
                    <a:pt x="1093" y="3279"/>
                  </a:cubicBezTo>
                  <a:cubicBezTo>
                    <a:pt x="740" y="2990"/>
                    <a:pt x="547" y="2572"/>
                    <a:pt x="547" y="2154"/>
                  </a:cubicBezTo>
                  <a:cubicBezTo>
                    <a:pt x="547" y="1704"/>
                    <a:pt x="740" y="1318"/>
                    <a:pt x="1093" y="997"/>
                  </a:cubicBezTo>
                  <a:cubicBezTo>
                    <a:pt x="1415" y="707"/>
                    <a:pt x="1897" y="515"/>
                    <a:pt x="2443" y="515"/>
                  </a:cubicBezTo>
                  <a:close/>
                  <a:moveTo>
                    <a:pt x="2443" y="0"/>
                  </a:moveTo>
                  <a:cubicBezTo>
                    <a:pt x="1768" y="0"/>
                    <a:pt x="1190" y="225"/>
                    <a:pt x="740" y="611"/>
                  </a:cubicBezTo>
                  <a:cubicBezTo>
                    <a:pt x="290" y="997"/>
                    <a:pt x="0" y="1543"/>
                    <a:pt x="0" y="2154"/>
                  </a:cubicBezTo>
                  <a:cubicBezTo>
                    <a:pt x="0" y="2765"/>
                    <a:pt x="290" y="3311"/>
                    <a:pt x="740" y="3697"/>
                  </a:cubicBezTo>
                  <a:cubicBezTo>
                    <a:pt x="1190" y="4083"/>
                    <a:pt x="1768" y="4308"/>
                    <a:pt x="2443" y="4308"/>
                  </a:cubicBezTo>
                  <a:cubicBezTo>
                    <a:pt x="3118" y="4308"/>
                    <a:pt x="3697" y="4083"/>
                    <a:pt x="4147" y="3697"/>
                  </a:cubicBezTo>
                  <a:cubicBezTo>
                    <a:pt x="4597" y="3311"/>
                    <a:pt x="4886" y="2765"/>
                    <a:pt x="4886" y="2154"/>
                  </a:cubicBezTo>
                  <a:cubicBezTo>
                    <a:pt x="4886" y="1543"/>
                    <a:pt x="4597" y="997"/>
                    <a:pt x="4147" y="611"/>
                  </a:cubicBezTo>
                  <a:cubicBezTo>
                    <a:pt x="3697" y="225"/>
                    <a:pt x="3118"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3676;p64">
              <a:extLst>
                <a:ext uri="{FF2B5EF4-FFF2-40B4-BE49-F238E27FC236}">
                  <a16:creationId xmlns:a16="http://schemas.microsoft.com/office/drawing/2014/main" id="{8267FEFA-BCFE-3B53-75AB-D121C80944E7}"/>
                </a:ext>
              </a:extLst>
            </p:cNvPr>
            <p:cNvSpPr/>
            <p:nvPr/>
          </p:nvSpPr>
          <p:spPr>
            <a:xfrm>
              <a:off x="5597200" y="4494850"/>
              <a:ext cx="108525" cy="94850"/>
            </a:xfrm>
            <a:custGeom>
              <a:avLst/>
              <a:gdLst/>
              <a:ahLst/>
              <a:cxnLst/>
              <a:rect l="l" t="t" r="r" b="b"/>
              <a:pathLst>
                <a:path w="4341" h="3794" extrusionOk="0">
                  <a:moveTo>
                    <a:pt x="2154" y="0"/>
                  </a:moveTo>
                  <a:cubicBezTo>
                    <a:pt x="965" y="0"/>
                    <a:pt x="1" y="868"/>
                    <a:pt x="1" y="1897"/>
                  </a:cubicBezTo>
                  <a:cubicBezTo>
                    <a:pt x="1" y="2958"/>
                    <a:pt x="965" y="3793"/>
                    <a:pt x="2154" y="3793"/>
                  </a:cubicBezTo>
                  <a:cubicBezTo>
                    <a:pt x="3344" y="3793"/>
                    <a:pt x="4340" y="2958"/>
                    <a:pt x="4340" y="1897"/>
                  </a:cubicBezTo>
                  <a:cubicBezTo>
                    <a:pt x="4340" y="868"/>
                    <a:pt x="3344" y="0"/>
                    <a:pt x="21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3677;p64">
              <a:extLst>
                <a:ext uri="{FF2B5EF4-FFF2-40B4-BE49-F238E27FC236}">
                  <a16:creationId xmlns:a16="http://schemas.microsoft.com/office/drawing/2014/main" id="{5AD0427C-9E47-9150-BE82-175DB32985E1}"/>
                </a:ext>
              </a:extLst>
            </p:cNvPr>
            <p:cNvSpPr/>
            <p:nvPr/>
          </p:nvSpPr>
          <p:spPr>
            <a:xfrm>
              <a:off x="5589975" y="4488425"/>
              <a:ext cx="122175" cy="108500"/>
            </a:xfrm>
            <a:custGeom>
              <a:avLst/>
              <a:gdLst/>
              <a:ahLst/>
              <a:cxnLst/>
              <a:rect l="l" t="t" r="r" b="b"/>
              <a:pathLst>
                <a:path w="4887" h="4340" extrusionOk="0">
                  <a:moveTo>
                    <a:pt x="2443" y="547"/>
                  </a:moveTo>
                  <a:cubicBezTo>
                    <a:pt x="2990" y="547"/>
                    <a:pt x="3472" y="740"/>
                    <a:pt x="3793" y="1029"/>
                  </a:cubicBezTo>
                  <a:cubicBezTo>
                    <a:pt x="4147" y="1318"/>
                    <a:pt x="4340" y="1736"/>
                    <a:pt x="4340" y="2154"/>
                  </a:cubicBezTo>
                  <a:cubicBezTo>
                    <a:pt x="4340" y="2604"/>
                    <a:pt x="4147" y="2990"/>
                    <a:pt x="3793" y="3311"/>
                  </a:cubicBezTo>
                  <a:cubicBezTo>
                    <a:pt x="3472" y="3600"/>
                    <a:pt x="2990" y="3793"/>
                    <a:pt x="2443" y="3793"/>
                  </a:cubicBezTo>
                  <a:cubicBezTo>
                    <a:pt x="1929" y="3793"/>
                    <a:pt x="1447" y="3600"/>
                    <a:pt x="1093" y="3311"/>
                  </a:cubicBezTo>
                  <a:cubicBezTo>
                    <a:pt x="740" y="2990"/>
                    <a:pt x="547" y="2604"/>
                    <a:pt x="547" y="2154"/>
                  </a:cubicBezTo>
                  <a:cubicBezTo>
                    <a:pt x="547" y="1736"/>
                    <a:pt x="740" y="1318"/>
                    <a:pt x="1093" y="1029"/>
                  </a:cubicBezTo>
                  <a:cubicBezTo>
                    <a:pt x="1447" y="740"/>
                    <a:pt x="1929" y="547"/>
                    <a:pt x="2443" y="547"/>
                  </a:cubicBezTo>
                  <a:close/>
                  <a:moveTo>
                    <a:pt x="2443" y="0"/>
                  </a:moveTo>
                  <a:cubicBezTo>
                    <a:pt x="1800" y="0"/>
                    <a:pt x="1190" y="225"/>
                    <a:pt x="740" y="611"/>
                  </a:cubicBezTo>
                  <a:cubicBezTo>
                    <a:pt x="290" y="997"/>
                    <a:pt x="0" y="1543"/>
                    <a:pt x="0" y="2154"/>
                  </a:cubicBezTo>
                  <a:cubicBezTo>
                    <a:pt x="0" y="2765"/>
                    <a:pt x="290" y="3311"/>
                    <a:pt x="740" y="3697"/>
                  </a:cubicBezTo>
                  <a:cubicBezTo>
                    <a:pt x="1190" y="4083"/>
                    <a:pt x="1800" y="4340"/>
                    <a:pt x="2443" y="4340"/>
                  </a:cubicBezTo>
                  <a:cubicBezTo>
                    <a:pt x="3118" y="4340"/>
                    <a:pt x="3729" y="4083"/>
                    <a:pt x="4147" y="3697"/>
                  </a:cubicBezTo>
                  <a:cubicBezTo>
                    <a:pt x="4597" y="3311"/>
                    <a:pt x="4886" y="2765"/>
                    <a:pt x="4886" y="2154"/>
                  </a:cubicBezTo>
                  <a:cubicBezTo>
                    <a:pt x="4886" y="1543"/>
                    <a:pt x="4597" y="997"/>
                    <a:pt x="4147" y="611"/>
                  </a:cubicBezTo>
                  <a:cubicBezTo>
                    <a:pt x="3729" y="225"/>
                    <a:pt x="3118"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3678;p64">
              <a:extLst>
                <a:ext uri="{FF2B5EF4-FFF2-40B4-BE49-F238E27FC236}">
                  <a16:creationId xmlns:a16="http://schemas.microsoft.com/office/drawing/2014/main" id="{912967FA-9B97-70B0-3257-6E6ED854DED9}"/>
                </a:ext>
              </a:extLst>
            </p:cNvPr>
            <p:cNvSpPr/>
            <p:nvPr/>
          </p:nvSpPr>
          <p:spPr>
            <a:xfrm>
              <a:off x="5777200" y="4211900"/>
              <a:ext cx="125400" cy="83625"/>
            </a:xfrm>
            <a:custGeom>
              <a:avLst/>
              <a:gdLst/>
              <a:ahLst/>
              <a:cxnLst/>
              <a:rect l="l" t="t" r="r" b="b"/>
              <a:pathLst>
                <a:path w="5016" h="3345" extrusionOk="0">
                  <a:moveTo>
                    <a:pt x="1555" y="1"/>
                  </a:moveTo>
                  <a:cubicBezTo>
                    <a:pt x="995" y="1"/>
                    <a:pt x="545" y="187"/>
                    <a:pt x="355" y="550"/>
                  </a:cubicBezTo>
                  <a:cubicBezTo>
                    <a:pt x="1" y="1225"/>
                    <a:pt x="676" y="2286"/>
                    <a:pt x="1865" y="2897"/>
                  </a:cubicBezTo>
                  <a:cubicBezTo>
                    <a:pt x="2424" y="3198"/>
                    <a:pt x="2996" y="3344"/>
                    <a:pt x="3483" y="3344"/>
                  </a:cubicBezTo>
                  <a:cubicBezTo>
                    <a:pt x="4034" y="3344"/>
                    <a:pt x="4474" y="3158"/>
                    <a:pt x="4662" y="2800"/>
                  </a:cubicBezTo>
                  <a:cubicBezTo>
                    <a:pt x="5015" y="2093"/>
                    <a:pt x="4340" y="1032"/>
                    <a:pt x="3151" y="421"/>
                  </a:cubicBezTo>
                  <a:cubicBezTo>
                    <a:pt x="2601" y="139"/>
                    <a:pt x="2037" y="1"/>
                    <a:pt x="15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3679;p64">
              <a:extLst>
                <a:ext uri="{FF2B5EF4-FFF2-40B4-BE49-F238E27FC236}">
                  <a16:creationId xmlns:a16="http://schemas.microsoft.com/office/drawing/2014/main" id="{9BA288EA-3AE4-0561-7881-664082ED0062}"/>
                </a:ext>
              </a:extLst>
            </p:cNvPr>
            <p:cNvSpPr/>
            <p:nvPr/>
          </p:nvSpPr>
          <p:spPr>
            <a:xfrm>
              <a:off x="5777200" y="4204750"/>
              <a:ext cx="125400" cy="97250"/>
            </a:xfrm>
            <a:custGeom>
              <a:avLst/>
              <a:gdLst/>
              <a:ahLst/>
              <a:cxnLst/>
              <a:rect l="l" t="t" r="r" b="b"/>
              <a:pathLst>
                <a:path w="5016" h="3890" extrusionOk="0">
                  <a:moveTo>
                    <a:pt x="1544" y="547"/>
                  </a:moveTo>
                  <a:cubicBezTo>
                    <a:pt x="1994" y="547"/>
                    <a:pt x="2508" y="675"/>
                    <a:pt x="3023" y="965"/>
                  </a:cubicBezTo>
                  <a:cubicBezTo>
                    <a:pt x="3473" y="1190"/>
                    <a:pt x="3858" y="1479"/>
                    <a:pt x="4115" y="1800"/>
                  </a:cubicBezTo>
                  <a:cubicBezTo>
                    <a:pt x="4373" y="2122"/>
                    <a:pt x="4469" y="2443"/>
                    <a:pt x="4469" y="2668"/>
                  </a:cubicBezTo>
                  <a:cubicBezTo>
                    <a:pt x="4469" y="2765"/>
                    <a:pt x="4469" y="2861"/>
                    <a:pt x="4405" y="2958"/>
                  </a:cubicBezTo>
                  <a:cubicBezTo>
                    <a:pt x="4340" y="3086"/>
                    <a:pt x="4244" y="3183"/>
                    <a:pt x="4083" y="3247"/>
                  </a:cubicBezTo>
                  <a:cubicBezTo>
                    <a:pt x="3923" y="3311"/>
                    <a:pt x="3698" y="3375"/>
                    <a:pt x="3473" y="3375"/>
                  </a:cubicBezTo>
                  <a:cubicBezTo>
                    <a:pt x="3023" y="3375"/>
                    <a:pt x="2508" y="3215"/>
                    <a:pt x="1994" y="2958"/>
                  </a:cubicBezTo>
                  <a:cubicBezTo>
                    <a:pt x="1544" y="2733"/>
                    <a:pt x="1158" y="2411"/>
                    <a:pt x="901" y="2122"/>
                  </a:cubicBezTo>
                  <a:cubicBezTo>
                    <a:pt x="644" y="1800"/>
                    <a:pt x="515" y="1479"/>
                    <a:pt x="515" y="1254"/>
                  </a:cubicBezTo>
                  <a:cubicBezTo>
                    <a:pt x="547" y="1125"/>
                    <a:pt x="547" y="1029"/>
                    <a:pt x="612" y="965"/>
                  </a:cubicBezTo>
                  <a:cubicBezTo>
                    <a:pt x="676" y="836"/>
                    <a:pt x="772" y="740"/>
                    <a:pt x="933" y="675"/>
                  </a:cubicBezTo>
                  <a:cubicBezTo>
                    <a:pt x="1094" y="579"/>
                    <a:pt x="1319" y="547"/>
                    <a:pt x="1544" y="547"/>
                  </a:cubicBezTo>
                  <a:close/>
                  <a:moveTo>
                    <a:pt x="1544" y="0"/>
                  </a:moveTo>
                  <a:cubicBezTo>
                    <a:pt x="1255" y="0"/>
                    <a:pt x="965" y="65"/>
                    <a:pt x="708" y="193"/>
                  </a:cubicBezTo>
                  <a:cubicBezTo>
                    <a:pt x="451" y="290"/>
                    <a:pt x="258" y="482"/>
                    <a:pt x="130" y="707"/>
                  </a:cubicBezTo>
                  <a:cubicBezTo>
                    <a:pt x="33" y="868"/>
                    <a:pt x="1" y="1061"/>
                    <a:pt x="1" y="1254"/>
                  </a:cubicBezTo>
                  <a:cubicBezTo>
                    <a:pt x="1" y="1640"/>
                    <a:pt x="194" y="2058"/>
                    <a:pt x="483" y="2443"/>
                  </a:cubicBezTo>
                  <a:cubicBezTo>
                    <a:pt x="805" y="2829"/>
                    <a:pt x="1222" y="3150"/>
                    <a:pt x="1737" y="3440"/>
                  </a:cubicBezTo>
                  <a:cubicBezTo>
                    <a:pt x="2315" y="3729"/>
                    <a:pt x="2926" y="3890"/>
                    <a:pt x="3473" y="3890"/>
                  </a:cubicBezTo>
                  <a:cubicBezTo>
                    <a:pt x="3762" y="3890"/>
                    <a:pt x="4051" y="3858"/>
                    <a:pt x="4308" y="3729"/>
                  </a:cubicBezTo>
                  <a:cubicBezTo>
                    <a:pt x="4565" y="3633"/>
                    <a:pt x="4758" y="3440"/>
                    <a:pt x="4887" y="3183"/>
                  </a:cubicBezTo>
                  <a:cubicBezTo>
                    <a:pt x="4983" y="3022"/>
                    <a:pt x="5015" y="2861"/>
                    <a:pt x="5015" y="2668"/>
                  </a:cubicBezTo>
                  <a:cubicBezTo>
                    <a:pt x="5015" y="2250"/>
                    <a:pt x="4823" y="1832"/>
                    <a:pt x="4533" y="1479"/>
                  </a:cubicBezTo>
                  <a:cubicBezTo>
                    <a:pt x="4212" y="1093"/>
                    <a:pt x="3794" y="740"/>
                    <a:pt x="3280" y="482"/>
                  </a:cubicBezTo>
                  <a:cubicBezTo>
                    <a:pt x="2701" y="161"/>
                    <a:pt x="2090" y="32"/>
                    <a:pt x="15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3680;p64">
              <a:extLst>
                <a:ext uri="{FF2B5EF4-FFF2-40B4-BE49-F238E27FC236}">
                  <a16:creationId xmlns:a16="http://schemas.microsoft.com/office/drawing/2014/main" id="{CDE9F84D-E9A3-B1FC-5C8E-6AC69C8E9379}"/>
                </a:ext>
              </a:extLst>
            </p:cNvPr>
            <p:cNvSpPr/>
            <p:nvPr/>
          </p:nvSpPr>
          <p:spPr>
            <a:xfrm>
              <a:off x="2074975" y="4211900"/>
              <a:ext cx="125400" cy="83625"/>
            </a:xfrm>
            <a:custGeom>
              <a:avLst/>
              <a:gdLst/>
              <a:ahLst/>
              <a:cxnLst/>
              <a:rect l="l" t="t" r="r" b="b"/>
              <a:pathLst>
                <a:path w="5016" h="3345" extrusionOk="0">
                  <a:moveTo>
                    <a:pt x="3461" y="1"/>
                  </a:moveTo>
                  <a:cubicBezTo>
                    <a:pt x="2979" y="1"/>
                    <a:pt x="2415" y="139"/>
                    <a:pt x="1865" y="421"/>
                  </a:cubicBezTo>
                  <a:cubicBezTo>
                    <a:pt x="676" y="1032"/>
                    <a:pt x="1" y="2093"/>
                    <a:pt x="354" y="2800"/>
                  </a:cubicBezTo>
                  <a:cubicBezTo>
                    <a:pt x="542" y="3158"/>
                    <a:pt x="983" y="3344"/>
                    <a:pt x="1533" y="3344"/>
                  </a:cubicBezTo>
                  <a:cubicBezTo>
                    <a:pt x="2020" y="3344"/>
                    <a:pt x="2592" y="3198"/>
                    <a:pt x="3151" y="2897"/>
                  </a:cubicBezTo>
                  <a:cubicBezTo>
                    <a:pt x="4340" y="2286"/>
                    <a:pt x="5015" y="1225"/>
                    <a:pt x="4662" y="550"/>
                  </a:cubicBezTo>
                  <a:cubicBezTo>
                    <a:pt x="4472" y="187"/>
                    <a:pt x="4022" y="1"/>
                    <a:pt x="34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3681;p64">
              <a:extLst>
                <a:ext uri="{FF2B5EF4-FFF2-40B4-BE49-F238E27FC236}">
                  <a16:creationId xmlns:a16="http://schemas.microsoft.com/office/drawing/2014/main" id="{25052EC5-F1F7-B54C-E056-558A0A4CD6CD}"/>
                </a:ext>
              </a:extLst>
            </p:cNvPr>
            <p:cNvSpPr/>
            <p:nvPr/>
          </p:nvSpPr>
          <p:spPr>
            <a:xfrm>
              <a:off x="2074975" y="4204750"/>
              <a:ext cx="125400" cy="97250"/>
            </a:xfrm>
            <a:custGeom>
              <a:avLst/>
              <a:gdLst/>
              <a:ahLst/>
              <a:cxnLst/>
              <a:rect l="l" t="t" r="r" b="b"/>
              <a:pathLst>
                <a:path w="5016" h="3890" extrusionOk="0">
                  <a:moveTo>
                    <a:pt x="3472" y="547"/>
                  </a:moveTo>
                  <a:cubicBezTo>
                    <a:pt x="3697" y="547"/>
                    <a:pt x="3922" y="579"/>
                    <a:pt x="4083" y="675"/>
                  </a:cubicBezTo>
                  <a:cubicBezTo>
                    <a:pt x="4244" y="740"/>
                    <a:pt x="4340" y="836"/>
                    <a:pt x="4405" y="965"/>
                  </a:cubicBezTo>
                  <a:cubicBezTo>
                    <a:pt x="4469" y="1029"/>
                    <a:pt x="4469" y="1125"/>
                    <a:pt x="4469" y="1254"/>
                  </a:cubicBezTo>
                  <a:cubicBezTo>
                    <a:pt x="4469" y="1479"/>
                    <a:pt x="4372" y="1800"/>
                    <a:pt x="4115" y="2122"/>
                  </a:cubicBezTo>
                  <a:cubicBezTo>
                    <a:pt x="3858" y="2411"/>
                    <a:pt x="3472" y="2733"/>
                    <a:pt x="3022" y="2958"/>
                  </a:cubicBezTo>
                  <a:cubicBezTo>
                    <a:pt x="2508" y="3215"/>
                    <a:pt x="1994" y="3375"/>
                    <a:pt x="1544" y="3375"/>
                  </a:cubicBezTo>
                  <a:cubicBezTo>
                    <a:pt x="1319" y="3375"/>
                    <a:pt x="1094" y="3311"/>
                    <a:pt x="933" y="3247"/>
                  </a:cubicBezTo>
                  <a:cubicBezTo>
                    <a:pt x="772" y="3183"/>
                    <a:pt x="676" y="3086"/>
                    <a:pt x="612" y="2958"/>
                  </a:cubicBezTo>
                  <a:cubicBezTo>
                    <a:pt x="547" y="2861"/>
                    <a:pt x="515" y="2765"/>
                    <a:pt x="515" y="2668"/>
                  </a:cubicBezTo>
                  <a:cubicBezTo>
                    <a:pt x="515" y="2443"/>
                    <a:pt x="644" y="2122"/>
                    <a:pt x="901" y="1800"/>
                  </a:cubicBezTo>
                  <a:cubicBezTo>
                    <a:pt x="1158" y="1479"/>
                    <a:pt x="1544" y="1190"/>
                    <a:pt x="1994" y="965"/>
                  </a:cubicBezTo>
                  <a:cubicBezTo>
                    <a:pt x="2508" y="675"/>
                    <a:pt x="3022" y="547"/>
                    <a:pt x="3472" y="547"/>
                  </a:cubicBezTo>
                  <a:close/>
                  <a:moveTo>
                    <a:pt x="3472" y="0"/>
                  </a:moveTo>
                  <a:cubicBezTo>
                    <a:pt x="2926" y="32"/>
                    <a:pt x="2315" y="161"/>
                    <a:pt x="1737" y="482"/>
                  </a:cubicBezTo>
                  <a:cubicBezTo>
                    <a:pt x="1222" y="740"/>
                    <a:pt x="804" y="1093"/>
                    <a:pt x="483" y="1479"/>
                  </a:cubicBezTo>
                  <a:cubicBezTo>
                    <a:pt x="194" y="1832"/>
                    <a:pt x="1" y="2250"/>
                    <a:pt x="1" y="2668"/>
                  </a:cubicBezTo>
                  <a:cubicBezTo>
                    <a:pt x="1" y="2861"/>
                    <a:pt x="33" y="3022"/>
                    <a:pt x="129" y="3215"/>
                  </a:cubicBezTo>
                  <a:lnTo>
                    <a:pt x="129" y="3183"/>
                  </a:lnTo>
                  <a:cubicBezTo>
                    <a:pt x="258" y="3440"/>
                    <a:pt x="451" y="3633"/>
                    <a:pt x="708" y="3729"/>
                  </a:cubicBezTo>
                  <a:cubicBezTo>
                    <a:pt x="965" y="3858"/>
                    <a:pt x="1254" y="3890"/>
                    <a:pt x="1544" y="3890"/>
                  </a:cubicBezTo>
                  <a:cubicBezTo>
                    <a:pt x="2090" y="3890"/>
                    <a:pt x="2701" y="3729"/>
                    <a:pt x="3280" y="3440"/>
                  </a:cubicBezTo>
                  <a:cubicBezTo>
                    <a:pt x="3794" y="3150"/>
                    <a:pt x="4212" y="2829"/>
                    <a:pt x="4533" y="2443"/>
                  </a:cubicBezTo>
                  <a:cubicBezTo>
                    <a:pt x="4822" y="2058"/>
                    <a:pt x="5015" y="1640"/>
                    <a:pt x="5015" y="1254"/>
                  </a:cubicBezTo>
                  <a:cubicBezTo>
                    <a:pt x="5015" y="1061"/>
                    <a:pt x="4983" y="868"/>
                    <a:pt x="4887" y="707"/>
                  </a:cubicBezTo>
                  <a:cubicBezTo>
                    <a:pt x="4758" y="482"/>
                    <a:pt x="4565" y="290"/>
                    <a:pt x="4308" y="193"/>
                  </a:cubicBezTo>
                  <a:cubicBezTo>
                    <a:pt x="4051" y="65"/>
                    <a:pt x="3762" y="0"/>
                    <a:pt x="34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3682;p64">
              <a:extLst>
                <a:ext uri="{FF2B5EF4-FFF2-40B4-BE49-F238E27FC236}">
                  <a16:creationId xmlns:a16="http://schemas.microsoft.com/office/drawing/2014/main" id="{A87C825C-EE68-FA15-27E1-1E185C977120}"/>
                </a:ext>
              </a:extLst>
            </p:cNvPr>
            <p:cNvSpPr/>
            <p:nvPr/>
          </p:nvSpPr>
          <p:spPr>
            <a:xfrm>
              <a:off x="2379550" y="3664725"/>
              <a:ext cx="13675" cy="457275"/>
            </a:xfrm>
            <a:custGeom>
              <a:avLst/>
              <a:gdLst/>
              <a:ahLst/>
              <a:cxnLst/>
              <a:rect l="l" t="t" r="r" b="b"/>
              <a:pathLst>
                <a:path w="547" h="18291" extrusionOk="0">
                  <a:moveTo>
                    <a:pt x="1" y="0"/>
                  </a:moveTo>
                  <a:lnTo>
                    <a:pt x="1" y="18290"/>
                  </a:lnTo>
                  <a:lnTo>
                    <a:pt x="547" y="18290"/>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3683;p64">
              <a:extLst>
                <a:ext uri="{FF2B5EF4-FFF2-40B4-BE49-F238E27FC236}">
                  <a16:creationId xmlns:a16="http://schemas.microsoft.com/office/drawing/2014/main" id="{3F2239D2-27A7-F254-CEEE-2361E22BE383}"/>
                </a:ext>
              </a:extLst>
            </p:cNvPr>
            <p:cNvSpPr/>
            <p:nvPr/>
          </p:nvSpPr>
          <p:spPr>
            <a:xfrm>
              <a:off x="2675275" y="4226450"/>
              <a:ext cx="12875" cy="229050"/>
            </a:xfrm>
            <a:custGeom>
              <a:avLst/>
              <a:gdLst/>
              <a:ahLst/>
              <a:cxnLst/>
              <a:rect l="l" t="t" r="r" b="b"/>
              <a:pathLst>
                <a:path w="515" h="9162" extrusionOk="0">
                  <a:moveTo>
                    <a:pt x="1" y="0"/>
                  </a:moveTo>
                  <a:lnTo>
                    <a:pt x="1" y="9161"/>
                  </a:lnTo>
                  <a:lnTo>
                    <a:pt x="515" y="9161"/>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3684;p64">
              <a:extLst>
                <a:ext uri="{FF2B5EF4-FFF2-40B4-BE49-F238E27FC236}">
                  <a16:creationId xmlns:a16="http://schemas.microsoft.com/office/drawing/2014/main" id="{AACDD18F-E343-48E6-4077-2A98336F4B71}"/>
                </a:ext>
              </a:extLst>
            </p:cNvPr>
            <p:cNvSpPr/>
            <p:nvPr/>
          </p:nvSpPr>
          <p:spPr>
            <a:xfrm>
              <a:off x="2675275" y="3712925"/>
              <a:ext cx="12875" cy="456475"/>
            </a:xfrm>
            <a:custGeom>
              <a:avLst/>
              <a:gdLst/>
              <a:ahLst/>
              <a:cxnLst/>
              <a:rect l="l" t="t" r="r" b="b"/>
              <a:pathLst>
                <a:path w="515" h="18259" extrusionOk="0">
                  <a:moveTo>
                    <a:pt x="1" y="1"/>
                  </a:moveTo>
                  <a:lnTo>
                    <a:pt x="1" y="18259"/>
                  </a:lnTo>
                  <a:lnTo>
                    <a:pt x="515" y="18259"/>
                  </a:lnTo>
                  <a:lnTo>
                    <a:pt x="5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3685;p64">
              <a:extLst>
                <a:ext uri="{FF2B5EF4-FFF2-40B4-BE49-F238E27FC236}">
                  <a16:creationId xmlns:a16="http://schemas.microsoft.com/office/drawing/2014/main" id="{4793EAC5-4F3B-3B37-1D20-E178E65D670E}"/>
                </a:ext>
              </a:extLst>
            </p:cNvPr>
            <p:cNvSpPr/>
            <p:nvPr/>
          </p:nvSpPr>
          <p:spPr>
            <a:xfrm>
              <a:off x="5312725" y="4017500"/>
              <a:ext cx="12875" cy="456475"/>
            </a:xfrm>
            <a:custGeom>
              <a:avLst/>
              <a:gdLst/>
              <a:ahLst/>
              <a:cxnLst/>
              <a:rect l="l" t="t" r="r" b="b"/>
              <a:pathLst>
                <a:path w="515" h="18259" extrusionOk="0">
                  <a:moveTo>
                    <a:pt x="0" y="1"/>
                  </a:moveTo>
                  <a:lnTo>
                    <a:pt x="0" y="18259"/>
                  </a:lnTo>
                  <a:lnTo>
                    <a:pt x="515" y="18259"/>
                  </a:lnTo>
                  <a:lnTo>
                    <a:pt x="5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3686;p64">
              <a:extLst>
                <a:ext uri="{FF2B5EF4-FFF2-40B4-BE49-F238E27FC236}">
                  <a16:creationId xmlns:a16="http://schemas.microsoft.com/office/drawing/2014/main" id="{C98C39C4-0735-8D77-8328-CC73924A00F7}"/>
                </a:ext>
              </a:extLst>
            </p:cNvPr>
            <p:cNvSpPr/>
            <p:nvPr/>
          </p:nvSpPr>
          <p:spPr>
            <a:xfrm>
              <a:off x="5034675" y="3549000"/>
              <a:ext cx="13675" cy="1004525"/>
            </a:xfrm>
            <a:custGeom>
              <a:avLst/>
              <a:gdLst/>
              <a:ahLst/>
              <a:cxnLst/>
              <a:rect l="l" t="t" r="r" b="b"/>
              <a:pathLst>
                <a:path w="547" h="40181" extrusionOk="0">
                  <a:moveTo>
                    <a:pt x="1" y="0"/>
                  </a:moveTo>
                  <a:lnTo>
                    <a:pt x="1" y="40181"/>
                  </a:lnTo>
                  <a:lnTo>
                    <a:pt x="547" y="40181"/>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3687;p64">
              <a:extLst>
                <a:ext uri="{FF2B5EF4-FFF2-40B4-BE49-F238E27FC236}">
                  <a16:creationId xmlns:a16="http://schemas.microsoft.com/office/drawing/2014/main" id="{7525F04C-46DE-7E41-758E-50DCAAD2C2D7}"/>
                </a:ext>
              </a:extLst>
            </p:cNvPr>
            <p:cNvSpPr/>
            <p:nvPr/>
          </p:nvSpPr>
          <p:spPr>
            <a:xfrm>
              <a:off x="3883900" y="4445825"/>
              <a:ext cx="13700" cy="209775"/>
            </a:xfrm>
            <a:custGeom>
              <a:avLst/>
              <a:gdLst/>
              <a:ahLst/>
              <a:cxnLst/>
              <a:rect l="l" t="t" r="r" b="b"/>
              <a:pathLst>
                <a:path w="548" h="8391" extrusionOk="0">
                  <a:moveTo>
                    <a:pt x="1" y="1"/>
                  </a:moveTo>
                  <a:lnTo>
                    <a:pt x="1" y="8390"/>
                  </a:lnTo>
                  <a:lnTo>
                    <a:pt x="547" y="8390"/>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3688;p64">
              <a:extLst>
                <a:ext uri="{FF2B5EF4-FFF2-40B4-BE49-F238E27FC236}">
                  <a16:creationId xmlns:a16="http://schemas.microsoft.com/office/drawing/2014/main" id="{089635D4-E081-B255-CBC7-B2CD62ED12E6}"/>
                </a:ext>
              </a:extLst>
            </p:cNvPr>
            <p:cNvSpPr/>
            <p:nvPr/>
          </p:nvSpPr>
          <p:spPr>
            <a:xfrm>
              <a:off x="3005550" y="4067325"/>
              <a:ext cx="13700" cy="511925"/>
            </a:xfrm>
            <a:custGeom>
              <a:avLst/>
              <a:gdLst/>
              <a:ahLst/>
              <a:cxnLst/>
              <a:rect l="l" t="t" r="r" b="b"/>
              <a:pathLst>
                <a:path w="548" h="20477" extrusionOk="0">
                  <a:moveTo>
                    <a:pt x="1" y="1"/>
                  </a:moveTo>
                  <a:lnTo>
                    <a:pt x="1" y="20477"/>
                  </a:lnTo>
                  <a:lnTo>
                    <a:pt x="547" y="20477"/>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3689;p64">
              <a:extLst>
                <a:ext uri="{FF2B5EF4-FFF2-40B4-BE49-F238E27FC236}">
                  <a16:creationId xmlns:a16="http://schemas.microsoft.com/office/drawing/2014/main" id="{BC744B49-7B03-863A-7BAF-BDF9128486AB}"/>
                </a:ext>
              </a:extLst>
            </p:cNvPr>
            <p:cNvSpPr/>
            <p:nvPr/>
          </p:nvSpPr>
          <p:spPr>
            <a:xfrm>
              <a:off x="4566975" y="4538250"/>
              <a:ext cx="13675" cy="103675"/>
            </a:xfrm>
            <a:custGeom>
              <a:avLst/>
              <a:gdLst/>
              <a:ahLst/>
              <a:cxnLst/>
              <a:rect l="l" t="t" r="r" b="b"/>
              <a:pathLst>
                <a:path w="547" h="4147" extrusionOk="0">
                  <a:moveTo>
                    <a:pt x="1" y="0"/>
                  </a:moveTo>
                  <a:lnTo>
                    <a:pt x="1" y="4147"/>
                  </a:lnTo>
                  <a:lnTo>
                    <a:pt x="547" y="4147"/>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3690;p64">
              <a:extLst>
                <a:ext uri="{FF2B5EF4-FFF2-40B4-BE49-F238E27FC236}">
                  <a16:creationId xmlns:a16="http://schemas.microsoft.com/office/drawing/2014/main" id="{2BCD3B77-5F97-02EC-664D-87DDA2EE6CC4}"/>
                </a:ext>
              </a:extLst>
            </p:cNvPr>
            <p:cNvSpPr/>
            <p:nvPr/>
          </p:nvSpPr>
          <p:spPr>
            <a:xfrm>
              <a:off x="4566975" y="4294750"/>
              <a:ext cx="13675" cy="211375"/>
            </a:xfrm>
            <a:custGeom>
              <a:avLst/>
              <a:gdLst/>
              <a:ahLst/>
              <a:cxnLst/>
              <a:rect l="l" t="t" r="r" b="b"/>
              <a:pathLst>
                <a:path w="547" h="8455" extrusionOk="0">
                  <a:moveTo>
                    <a:pt x="1" y="0"/>
                  </a:moveTo>
                  <a:lnTo>
                    <a:pt x="1" y="8454"/>
                  </a:lnTo>
                  <a:lnTo>
                    <a:pt x="547" y="8454"/>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3691;p64">
              <a:extLst>
                <a:ext uri="{FF2B5EF4-FFF2-40B4-BE49-F238E27FC236}">
                  <a16:creationId xmlns:a16="http://schemas.microsoft.com/office/drawing/2014/main" id="{A6E5D291-1274-1FDF-E3EA-6974322CDF61}"/>
                </a:ext>
              </a:extLst>
            </p:cNvPr>
            <p:cNvSpPr/>
            <p:nvPr/>
          </p:nvSpPr>
          <p:spPr>
            <a:xfrm>
              <a:off x="3883900" y="4236075"/>
              <a:ext cx="13700" cy="114150"/>
            </a:xfrm>
            <a:custGeom>
              <a:avLst/>
              <a:gdLst/>
              <a:ahLst/>
              <a:cxnLst/>
              <a:rect l="l" t="t" r="r" b="b"/>
              <a:pathLst>
                <a:path w="548" h="4566" extrusionOk="0">
                  <a:moveTo>
                    <a:pt x="1" y="1"/>
                  </a:moveTo>
                  <a:lnTo>
                    <a:pt x="1" y="4565"/>
                  </a:lnTo>
                  <a:lnTo>
                    <a:pt x="547" y="4565"/>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3692;p64">
              <a:extLst>
                <a:ext uri="{FF2B5EF4-FFF2-40B4-BE49-F238E27FC236}">
                  <a16:creationId xmlns:a16="http://schemas.microsoft.com/office/drawing/2014/main" id="{3D467FC7-6D97-23D7-CF72-DD5E3C6F577D}"/>
                </a:ext>
              </a:extLst>
            </p:cNvPr>
            <p:cNvSpPr/>
            <p:nvPr/>
          </p:nvSpPr>
          <p:spPr>
            <a:xfrm>
              <a:off x="5312725" y="3703300"/>
              <a:ext cx="12875" cy="208950"/>
            </a:xfrm>
            <a:custGeom>
              <a:avLst/>
              <a:gdLst/>
              <a:ahLst/>
              <a:cxnLst/>
              <a:rect l="l" t="t" r="r" b="b"/>
              <a:pathLst>
                <a:path w="515" h="8358" extrusionOk="0">
                  <a:moveTo>
                    <a:pt x="0" y="0"/>
                  </a:moveTo>
                  <a:lnTo>
                    <a:pt x="0" y="8358"/>
                  </a:lnTo>
                  <a:lnTo>
                    <a:pt x="515" y="8358"/>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3693;p64">
              <a:extLst>
                <a:ext uri="{FF2B5EF4-FFF2-40B4-BE49-F238E27FC236}">
                  <a16:creationId xmlns:a16="http://schemas.microsoft.com/office/drawing/2014/main" id="{3987EA1A-4CA2-F799-B202-654A23FCD0D7}"/>
                </a:ext>
              </a:extLst>
            </p:cNvPr>
            <p:cNvSpPr/>
            <p:nvPr/>
          </p:nvSpPr>
          <p:spPr>
            <a:xfrm>
              <a:off x="5578725" y="3255675"/>
              <a:ext cx="13675" cy="1019000"/>
            </a:xfrm>
            <a:custGeom>
              <a:avLst/>
              <a:gdLst/>
              <a:ahLst/>
              <a:cxnLst/>
              <a:rect l="l" t="t" r="r" b="b"/>
              <a:pathLst>
                <a:path w="547" h="40760" extrusionOk="0">
                  <a:moveTo>
                    <a:pt x="0" y="1"/>
                  </a:moveTo>
                  <a:lnTo>
                    <a:pt x="0" y="40760"/>
                  </a:lnTo>
                  <a:lnTo>
                    <a:pt x="547" y="40760"/>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3694;p64">
              <a:extLst>
                <a:ext uri="{FF2B5EF4-FFF2-40B4-BE49-F238E27FC236}">
                  <a16:creationId xmlns:a16="http://schemas.microsoft.com/office/drawing/2014/main" id="{6A5FA389-F51B-B1A6-FE1F-65F46EA2A10E}"/>
                </a:ext>
              </a:extLst>
            </p:cNvPr>
            <p:cNvSpPr/>
            <p:nvPr/>
          </p:nvSpPr>
          <p:spPr>
            <a:xfrm>
              <a:off x="2379550" y="3351300"/>
              <a:ext cx="13675" cy="246750"/>
            </a:xfrm>
            <a:custGeom>
              <a:avLst/>
              <a:gdLst/>
              <a:ahLst/>
              <a:cxnLst/>
              <a:rect l="l" t="t" r="r" b="b"/>
              <a:pathLst>
                <a:path w="547" h="9870" extrusionOk="0">
                  <a:moveTo>
                    <a:pt x="1" y="1"/>
                  </a:moveTo>
                  <a:lnTo>
                    <a:pt x="1" y="9869"/>
                  </a:lnTo>
                  <a:lnTo>
                    <a:pt x="547" y="9869"/>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3695;p64">
              <a:extLst>
                <a:ext uri="{FF2B5EF4-FFF2-40B4-BE49-F238E27FC236}">
                  <a16:creationId xmlns:a16="http://schemas.microsoft.com/office/drawing/2014/main" id="{2FF35D85-9C4B-F8D9-CDD0-6D53EBACB329}"/>
                </a:ext>
              </a:extLst>
            </p:cNvPr>
            <p:cNvSpPr/>
            <p:nvPr/>
          </p:nvSpPr>
          <p:spPr>
            <a:xfrm>
              <a:off x="4804850" y="2847450"/>
              <a:ext cx="63500" cy="167975"/>
            </a:xfrm>
            <a:custGeom>
              <a:avLst/>
              <a:gdLst/>
              <a:ahLst/>
              <a:cxnLst/>
              <a:rect l="l" t="t" r="r" b="b"/>
              <a:pathLst>
                <a:path w="2540" h="6719" extrusionOk="0">
                  <a:moveTo>
                    <a:pt x="0" y="0"/>
                  </a:moveTo>
                  <a:lnTo>
                    <a:pt x="0"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3696;p64">
              <a:extLst>
                <a:ext uri="{FF2B5EF4-FFF2-40B4-BE49-F238E27FC236}">
                  <a16:creationId xmlns:a16="http://schemas.microsoft.com/office/drawing/2014/main" id="{E146021E-C00B-D632-34C2-53165862DCAB}"/>
                </a:ext>
              </a:extLst>
            </p:cNvPr>
            <p:cNvSpPr/>
            <p:nvPr/>
          </p:nvSpPr>
          <p:spPr>
            <a:xfrm>
              <a:off x="4797600" y="2840200"/>
              <a:ext cx="77175" cy="181650"/>
            </a:xfrm>
            <a:custGeom>
              <a:avLst/>
              <a:gdLst/>
              <a:ahLst/>
              <a:cxnLst/>
              <a:rect l="l" t="t" r="r" b="b"/>
              <a:pathLst>
                <a:path w="3087" h="7266" extrusionOk="0">
                  <a:moveTo>
                    <a:pt x="2540" y="547"/>
                  </a:moveTo>
                  <a:lnTo>
                    <a:pt x="2540" y="6751"/>
                  </a:lnTo>
                  <a:lnTo>
                    <a:pt x="547" y="6751"/>
                  </a:lnTo>
                  <a:lnTo>
                    <a:pt x="547" y="547"/>
                  </a:lnTo>
                  <a:close/>
                  <a:moveTo>
                    <a:pt x="1" y="1"/>
                  </a:moveTo>
                  <a:lnTo>
                    <a:pt x="1" y="7266"/>
                  </a:lnTo>
                  <a:lnTo>
                    <a:pt x="3087" y="7266"/>
                  </a:lnTo>
                  <a:lnTo>
                    <a:pt x="3087" y="7008"/>
                  </a:lnTo>
                  <a:lnTo>
                    <a:pt x="308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3697;p64">
              <a:extLst>
                <a:ext uri="{FF2B5EF4-FFF2-40B4-BE49-F238E27FC236}">
                  <a16:creationId xmlns:a16="http://schemas.microsoft.com/office/drawing/2014/main" id="{7F69B698-3BE0-A879-701D-A5F25B30B5AA}"/>
                </a:ext>
              </a:extLst>
            </p:cNvPr>
            <p:cNvSpPr/>
            <p:nvPr/>
          </p:nvSpPr>
          <p:spPr>
            <a:xfrm>
              <a:off x="3151025" y="1597825"/>
              <a:ext cx="1674725" cy="363250"/>
            </a:xfrm>
            <a:custGeom>
              <a:avLst/>
              <a:gdLst/>
              <a:ahLst/>
              <a:cxnLst/>
              <a:rect l="l" t="t" r="r" b="b"/>
              <a:pathLst>
                <a:path w="66989" h="14530" extrusionOk="0">
                  <a:moveTo>
                    <a:pt x="0" y="0"/>
                  </a:moveTo>
                  <a:lnTo>
                    <a:pt x="0" y="14530"/>
                  </a:lnTo>
                  <a:lnTo>
                    <a:pt x="66989" y="14530"/>
                  </a:lnTo>
                  <a:lnTo>
                    <a:pt x="6698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3698;p64">
              <a:extLst>
                <a:ext uri="{FF2B5EF4-FFF2-40B4-BE49-F238E27FC236}">
                  <a16:creationId xmlns:a16="http://schemas.microsoft.com/office/drawing/2014/main" id="{BABFA8F4-F084-C73C-0349-01321820210C}"/>
                </a:ext>
              </a:extLst>
            </p:cNvPr>
            <p:cNvSpPr/>
            <p:nvPr/>
          </p:nvSpPr>
          <p:spPr>
            <a:xfrm>
              <a:off x="3143775" y="1591400"/>
              <a:ext cx="1688425" cy="376100"/>
            </a:xfrm>
            <a:custGeom>
              <a:avLst/>
              <a:gdLst/>
              <a:ahLst/>
              <a:cxnLst/>
              <a:rect l="l" t="t" r="r" b="b"/>
              <a:pathLst>
                <a:path w="67537" h="15044" extrusionOk="0">
                  <a:moveTo>
                    <a:pt x="66990" y="547"/>
                  </a:moveTo>
                  <a:lnTo>
                    <a:pt x="66990" y="14498"/>
                  </a:lnTo>
                  <a:lnTo>
                    <a:pt x="547" y="14498"/>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3699;p64">
              <a:extLst>
                <a:ext uri="{FF2B5EF4-FFF2-40B4-BE49-F238E27FC236}">
                  <a16:creationId xmlns:a16="http://schemas.microsoft.com/office/drawing/2014/main" id="{DE3D0280-3719-D51F-F3C0-B0E1CDED9BFD}"/>
                </a:ext>
              </a:extLst>
            </p:cNvPr>
            <p:cNvSpPr/>
            <p:nvPr/>
          </p:nvSpPr>
          <p:spPr>
            <a:xfrm>
              <a:off x="4804850" y="38399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3700;p64">
              <a:extLst>
                <a:ext uri="{FF2B5EF4-FFF2-40B4-BE49-F238E27FC236}">
                  <a16:creationId xmlns:a16="http://schemas.microsoft.com/office/drawing/2014/main" id="{74E7551F-62B9-201F-1FFE-900ECE94DFC4}"/>
                </a:ext>
              </a:extLst>
            </p:cNvPr>
            <p:cNvSpPr/>
            <p:nvPr/>
          </p:nvSpPr>
          <p:spPr>
            <a:xfrm>
              <a:off x="4797600" y="3832675"/>
              <a:ext cx="77175" cy="181650"/>
            </a:xfrm>
            <a:custGeom>
              <a:avLst/>
              <a:gdLst/>
              <a:ahLst/>
              <a:cxnLst/>
              <a:rect l="l" t="t" r="r" b="b"/>
              <a:pathLst>
                <a:path w="3087" h="7266" extrusionOk="0">
                  <a:moveTo>
                    <a:pt x="2540" y="547"/>
                  </a:moveTo>
                  <a:lnTo>
                    <a:pt x="2540" y="6751"/>
                  </a:lnTo>
                  <a:lnTo>
                    <a:pt x="547" y="6751"/>
                  </a:lnTo>
                  <a:lnTo>
                    <a:pt x="547" y="547"/>
                  </a:lnTo>
                  <a:close/>
                  <a:moveTo>
                    <a:pt x="1" y="0"/>
                  </a:moveTo>
                  <a:lnTo>
                    <a:pt x="1" y="7265"/>
                  </a:lnTo>
                  <a:lnTo>
                    <a:pt x="3087" y="7265"/>
                  </a:lnTo>
                  <a:lnTo>
                    <a:pt x="3087" y="7008"/>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3701;p64">
              <a:extLst>
                <a:ext uri="{FF2B5EF4-FFF2-40B4-BE49-F238E27FC236}">
                  <a16:creationId xmlns:a16="http://schemas.microsoft.com/office/drawing/2014/main" id="{B9C15550-5132-A4A7-5151-C6D735F9293C}"/>
                </a:ext>
              </a:extLst>
            </p:cNvPr>
            <p:cNvSpPr/>
            <p:nvPr/>
          </p:nvSpPr>
          <p:spPr>
            <a:xfrm>
              <a:off x="3102800" y="38399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3702;p64">
              <a:extLst>
                <a:ext uri="{FF2B5EF4-FFF2-40B4-BE49-F238E27FC236}">
                  <a16:creationId xmlns:a16="http://schemas.microsoft.com/office/drawing/2014/main" id="{7825FCA6-A7E1-BEFA-F164-75C8027FFC23}"/>
                </a:ext>
              </a:extLst>
            </p:cNvPr>
            <p:cNvSpPr/>
            <p:nvPr/>
          </p:nvSpPr>
          <p:spPr>
            <a:xfrm>
              <a:off x="3095575" y="3832675"/>
              <a:ext cx="77175" cy="181650"/>
            </a:xfrm>
            <a:custGeom>
              <a:avLst/>
              <a:gdLst/>
              <a:ahLst/>
              <a:cxnLst/>
              <a:rect l="l" t="t" r="r" b="b"/>
              <a:pathLst>
                <a:path w="3087" h="7266" extrusionOk="0">
                  <a:moveTo>
                    <a:pt x="2540" y="547"/>
                  </a:moveTo>
                  <a:lnTo>
                    <a:pt x="2540" y="6751"/>
                  </a:lnTo>
                  <a:lnTo>
                    <a:pt x="547" y="6751"/>
                  </a:lnTo>
                  <a:lnTo>
                    <a:pt x="547" y="547"/>
                  </a:lnTo>
                  <a:close/>
                  <a:moveTo>
                    <a:pt x="0" y="0"/>
                  </a:moveTo>
                  <a:lnTo>
                    <a:pt x="0" y="7265"/>
                  </a:lnTo>
                  <a:lnTo>
                    <a:pt x="3086" y="7265"/>
                  </a:lnTo>
                  <a:lnTo>
                    <a:pt x="3086" y="7008"/>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3703;p64">
              <a:extLst>
                <a:ext uri="{FF2B5EF4-FFF2-40B4-BE49-F238E27FC236}">
                  <a16:creationId xmlns:a16="http://schemas.microsoft.com/office/drawing/2014/main" id="{6263D814-FBE5-E92E-8774-B0B107C0192D}"/>
                </a:ext>
              </a:extLst>
            </p:cNvPr>
            <p:cNvSpPr/>
            <p:nvPr/>
          </p:nvSpPr>
          <p:spPr>
            <a:xfrm>
              <a:off x="3093150" y="1874275"/>
              <a:ext cx="63525" cy="167975"/>
            </a:xfrm>
            <a:custGeom>
              <a:avLst/>
              <a:gdLst/>
              <a:ahLst/>
              <a:cxnLst/>
              <a:rect l="l" t="t" r="r" b="b"/>
              <a:pathLst>
                <a:path w="2541" h="6719" extrusionOk="0">
                  <a:moveTo>
                    <a:pt x="1" y="0"/>
                  </a:moveTo>
                  <a:lnTo>
                    <a:pt x="1"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3704;p64">
              <a:extLst>
                <a:ext uri="{FF2B5EF4-FFF2-40B4-BE49-F238E27FC236}">
                  <a16:creationId xmlns:a16="http://schemas.microsoft.com/office/drawing/2014/main" id="{E26C6083-BCD1-6D60-0334-DF11BBE2382E}"/>
                </a:ext>
              </a:extLst>
            </p:cNvPr>
            <p:cNvSpPr/>
            <p:nvPr/>
          </p:nvSpPr>
          <p:spPr>
            <a:xfrm>
              <a:off x="3086725" y="1867025"/>
              <a:ext cx="77175" cy="181650"/>
            </a:xfrm>
            <a:custGeom>
              <a:avLst/>
              <a:gdLst/>
              <a:ahLst/>
              <a:cxnLst/>
              <a:rect l="l" t="t" r="r" b="b"/>
              <a:pathLst>
                <a:path w="3087" h="7266" extrusionOk="0">
                  <a:moveTo>
                    <a:pt x="2540" y="547"/>
                  </a:moveTo>
                  <a:lnTo>
                    <a:pt x="2540" y="6751"/>
                  </a:lnTo>
                  <a:lnTo>
                    <a:pt x="515" y="6751"/>
                  </a:lnTo>
                  <a:lnTo>
                    <a:pt x="515" y="547"/>
                  </a:lnTo>
                  <a:close/>
                  <a:moveTo>
                    <a:pt x="1" y="1"/>
                  </a:moveTo>
                  <a:lnTo>
                    <a:pt x="1" y="7266"/>
                  </a:lnTo>
                  <a:lnTo>
                    <a:pt x="3086" y="7266"/>
                  </a:lnTo>
                  <a:lnTo>
                    <a:pt x="3086" y="7008"/>
                  </a:lnTo>
                  <a:lnTo>
                    <a:pt x="30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3705;p64">
              <a:extLst>
                <a:ext uri="{FF2B5EF4-FFF2-40B4-BE49-F238E27FC236}">
                  <a16:creationId xmlns:a16="http://schemas.microsoft.com/office/drawing/2014/main" id="{0F2138C3-C965-3B72-DB90-0157E913888F}"/>
                </a:ext>
              </a:extLst>
            </p:cNvPr>
            <p:cNvSpPr/>
            <p:nvPr/>
          </p:nvSpPr>
          <p:spPr>
            <a:xfrm>
              <a:off x="3093150" y="3349700"/>
              <a:ext cx="63525" cy="167975"/>
            </a:xfrm>
            <a:custGeom>
              <a:avLst/>
              <a:gdLst/>
              <a:ahLst/>
              <a:cxnLst/>
              <a:rect l="l" t="t" r="r" b="b"/>
              <a:pathLst>
                <a:path w="2541" h="6719" extrusionOk="0">
                  <a:moveTo>
                    <a:pt x="1" y="1"/>
                  </a:moveTo>
                  <a:lnTo>
                    <a:pt x="1"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3706;p64">
              <a:extLst>
                <a:ext uri="{FF2B5EF4-FFF2-40B4-BE49-F238E27FC236}">
                  <a16:creationId xmlns:a16="http://schemas.microsoft.com/office/drawing/2014/main" id="{AD5FAE5E-8D27-7F80-6021-E7E7B04BB91B}"/>
                </a:ext>
              </a:extLst>
            </p:cNvPr>
            <p:cNvSpPr/>
            <p:nvPr/>
          </p:nvSpPr>
          <p:spPr>
            <a:xfrm>
              <a:off x="3086725" y="3343275"/>
              <a:ext cx="77175" cy="181650"/>
            </a:xfrm>
            <a:custGeom>
              <a:avLst/>
              <a:gdLst/>
              <a:ahLst/>
              <a:cxnLst/>
              <a:rect l="l" t="t" r="r" b="b"/>
              <a:pathLst>
                <a:path w="3087" h="7266" extrusionOk="0">
                  <a:moveTo>
                    <a:pt x="2540" y="547"/>
                  </a:moveTo>
                  <a:lnTo>
                    <a:pt x="2540" y="6719"/>
                  </a:lnTo>
                  <a:lnTo>
                    <a:pt x="515" y="6719"/>
                  </a:lnTo>
                  <a:lnTo>
                    <a:pt x="515" y="547"/>
                  </a:lnTo>
                  <a:close/>
                  <a:moveTo>
                    <a:pt x="1" y="0"/>
                  </a:moveTo>
                  <a:lnTo>
                    <a:pt x="1" y="7265"/>
                  </a:lnTo>
                  <a:lnTo>
                    <a:pt x="3086" y="7265"/>
                  </a:lnTo>
                  <a:lnTo>
                    <a:pt x="3086" y="6976"/>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3707;p64">
              <a:extLst>
                <a:ext uri="{FF2B5EF4-FFF2-40B4-BE49-F238E27FC236}">
                  <a16:creationId xmlns:a16="http://schemas.microsoft.com/office/drawing/2014/main" id="{44200163-3700-89A1-CE83-9EAA2ED6CD16}"/>
                </a:ext>
              </a:extLst>
            </p:cNvPr>
            <p:cNvSpPr/>
            <p:nvPr/>
          </p:nvSpPr>
          <p:spPr>
            <a:xfrm>
              <a:off x="3093150" y="2846650"/>
              <a:ext cx="63525" cy="167975"/>
            </a:xfrm>
            <a:custGeom>
              <a:avLst/>
              <a:gdLst/>
              <a:ahLst/>
              <a:cxnLst/>
              <a:rect l="l" t="t" r="r" b="b"/>
              <a:pathLst>
                <a:path w="2541" h="6719" extrusionOk="0">
                  <a:moveTo>
                    <a:pt x="1" y="0"/>
                  </a:moveTo>
                  <a:lnTo>
                    <a:pt x="1"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3708;p64">
              <a:extLst>
                <a:ext uri="{FF2B5EF4-FFF2-40B4-BE49-F238E27FC236}">
                  <a16:creationId xmlns:a16="http://schemas.microsoft.com/office/drawing/2014/main" id="{860A77FE-2318-236D-13AE-13E458FF1313}"/>
                </a:ext>
              </a:extLst>
            </p:cNvPr>
            <p:cNvSpPr/>
            <p:nvPr/>
          </p:nvSpPr>
          <p:spPr>
            <a:xfrm>
              <a:off x="3086725" y="2839400"/>
              <a:ext cx="77175" cy="181650"/>
            </a:xfrm>
            <a:custGeom>
              <a:avLst/>
              <a:gdLst/>
              <a:ahLst/>
              <a:cxnLst/>
              <a:rect l="l" t="t" r="r" b="b"/>
              <a:pathLst>
                <a:path w="3087" h="7266" extrusionOk="0">
                  <a:moveTo>
                    <a:pt x="2540" y="547"/>
                  </a:moveTo>
                  <a:lnTo>
                    <a:pt x="2540" y="6719"/>
                  </a:lnTo>
                  <a:lnTo>
                    <a:pt x="515" y="6719"/>
                  </a:lnTo>
                  <a:lnTo>
                    <a:pt x="515" y="547"/>
                  </a:lnTo>
                  <a:close/>
                  <a:moveTo>
                    <a:pt x="1" y="1"/>
                  </a:moveTo>
                  <a:lnTo>
                    <a:pt x="1" y="7265"/>
                  </a:lnTo>
                  <a:lnTo>
                    <a:pt x="3086" y="7265"/>
                  </a:lnTo>
                  <a:lnTo>
                    <a:pt x="3086" y="7008"/>
                  </a:lnTo>
                  <a:lnTo>
                    <a:pt x="30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3709;p64">
              <a:extLst>
                <a:ext uri="{FF2B5EF4-FFF2-40B4-BE49-F238E27FC236}">
                  <a16:creationId xmlns:a16="http://schemas.microsoft.com/office/drawing/2014/main" id="{0676B45D-12D1-EC13-F639-E316737AA274}"/>
                </a:ext>
              </a:extLst>
            </p:cNvPr>
            <p:cNvSpPr/>
            <p:nvPr/>
          </p:nvSpPr>
          <p:spPr>
            <a:xfrm>
              <a:off x="4820925" y="1874275"/>
              <a:ext cx="63500" cy="167975"/>
            </a:xfrm>
            <a:custGeom>
              <a:avLst/>
              <a:gdLst/>
              <a:ahLst/>
              <a:cxnLst/>
              <a:rect l="l" t="t" r="r" b="b"/>
              <a:pathLst>
                <a:path w="2540" h="6719" extrusionOk="0">
                  <a:moveTo>
                    <a:pt x="0" y="0"/>
                  </a:moveTo>
                  <a:lnTo>
                    <a:pt x="0"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3710;p64">
              <a:extLst>
                <a:ext uri="{FF2B5EF4-FFF2-40B4-BE49-F238E27FC236}">
                  <a16:creationId xmlns:a16="http://schemas.microsoft.com/office/drawing/2014/main" id="{8FC88554-DBB1-6991-0A14-E5C50A3F0C71}"/>
                </a:ext>
              </a:extLst>
            </p:cNvPr>
            <p:cNvSpPr/>
            <p:nvPr/>
          </p:nvSpPr>
          <p:spPr>
            <a:xfrm>
              <a:off x="4813675" y="1867025"/>
              <a:ext cx="77175" cy="181650"/>
            </a:xfrm>
            <a:custGeom>
              <a:avLst/>
              <a:gdLst/>
              <a:ahLst/>
              <a:cxnLst/>
              <a:rect l="l" t="t" r="r" b="b"/>
              <a:pathLst>
                <a:path w="3087" h="7266" extrusionOk="0">
                  <a:moveTo>
                    <a:pt x="2572" y="547"/>
                  </a:moveTo>
                  <a:lnTo>
                    <a:pt x="2572" y="6751"/>
                  </a:lnTo>
                  <a:lnTo>
                    <a:pt x="547" y="6751"/>
                  </a:lnTo>
                  <a:lnTo>
                    <a:pt x="547" y="547"/>
                  </a:lnTo>
                  <a:close/>
                  <a:moveTo>
                    <a:pt x="1" y="1"/>
                  </a:moveTo>
                  <a:lnTo>
                    <a:pt x="1" y="7266"/>
                  </a:lnTo>
                  <a:lnTo>
                    <a:pt x="3087" y="7266"/>
                  </a:lnTo>
                  <a:lnTo>
                    <a:pt x="3087" y="7008"/>
                  </a:lnTo>
                  <a:lnTo>
                    <a:pt x="308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3711;p64">
              <a:extLst>
                <a:ext uri="{FF2B5EF4-FFF2-40B4-BE49-F238E27FC236}">
                  <a16:creationId xmlns:a16="http://schemas.microsoft.com/office/drawing/2014/main" id="{53B20880-2CAD-FC7D-856B-83A0698C39D1}"/>
                </a:ext>
              </a:extLst>
            </p:cNvPr>
            <p:cNvSpPr/>
            <p:nvPr/>
          </p:nvSpPr>
          <p:spPr>
            <a:xfrm>
              <a:off x="4820925" y="33497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3712;p64">
              <a:extLst>
                <a:ext uri="{FF2B5EF4-FFF2-40B4-BE49-F238E27FC236}">
                  <a16:creationId xmlns:a16="http://schemas.microsoft.com/office/drawing/2014/main" id="{645AF255-D2E9-9FF2-0E6B-91E42A8B3045}"/>
                </a:ext>
              </a:extLst>
            </p:cNvPr>
            <p:cNvSpPr/>
            <p:nvPr/>
          </p:nvSpPr>
          <p:spPr>
            <a:xfrm>
              <a:off x="4813675" y="3343275"/>
              <a:ext cx="77175" cy="181650"/>
            </a:xfrm>
            <a:custGeom>
              <a:avLst/>
              <a:gdLst/>
              <a:ahLst/>
              <a:cxnLst/>
              <a:rect l="l" t="t" r="r" b="b"/>
              <a:pathLst>
                <a:path w="3087" h="7266" extrusionOk="0">
                  <a:moveTo>
                    <a:pt x="2572" y="547"/>
                  </a:moveTo>
                  <a:lnTo>
                    <a:pt x="2572" y="6719"/>
                  </a:lnTo>
                  <a:lnTo>
                    <a:pt x="547" y="6719"/>
                  </a:lnTo>
                  <a:lnTo>
                    <a:pt x="547" y="547"/>
                  </a:lnTo>
                  <a:close/>
                  <a:moveTo>
                    <a:pt x="1" y="0"/>
                  </a:moveTo>
                  <a:lnTo>
                    <a:pt x="1" y="7265"/>
                  </a:lnTo>
                  <a:lnTo>
                    <a:pt x="3087" y="7265"/>
                  </a:lnTo>
                  <a:lnTo>
                    <a:pt x="3087" y="6976"/>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3713;p64">
              <a:extLst>
                <a:ext uri="{FF2B5EF4-FFF2-40B4-BE49-F238E27FC236}">
                  <a16:creationId xmlns:a16="http://schemas.microsoft.com/office/drawing/2014/main" id="{ABBFE86E-AD38-99BD-1C87-2C399887D080}"/>
                </a:ext>
              </a:extLst>
            </p:cNvPr>
            <p:cNvSpPr/>
            <p:nvPr/>
          </p:nvSpPr>
          <p:spPr>
            <a:xfrm>
              <a:off x="3093150" y="2358850"/>
              <a:ext cx="63525" cy="168775"/>
            </a:xfrm>
            <a:custGeom>
              <a:avLst/>
              <a:gdLst/>
              <a:ahLst/>
              <a:cxnLst/>
              <a:rect l="l" t="t" r="r" b="b"/>
              <a:pathLst>
                <a:path w="2541" h="6751" extrusionOk="0">
                  <a:moveTo>
                    <a:pt x="1" y="0"/>
                  </a:moveTo>
                  <a:lnTo>
                    <a:pt x="1" y="6751"/>
                  </a:lnTo>
                  <a:lnTo>
                    <a:pt x="2540" y="6751"/>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3714;p64">
              <a:extLst>
                <a:ext uri="{FF2B5EF4-FFF2-40B4-BE49-F238E27FC236}">
                  <a16:creationId xmlns:a16="http://schemas.microsoft.com/office/drawing/2014/main" id="{487DD60D-23C6-4CAF-C6AC-2FC5B43158F6}"/>
                </a:ext>
              </a:extLst>
            </p:cNvPr>
            <p:cNvSpPr/>
            <p:nvPr/>
          </p:nvSpPr>
          <p:spPr>
            <a:xfrm>
              <a:off x="3086725" y="2352425"/>
              <a:ext cx="77175" cy="181625"/>
            </a:xfrm>
            <a:custGeom>
              <a:avLst/>
              <a:gdLst/>
              <a:ahLst/>
              <a:cxnLst/>
              <a:rect l="l" t="t" r="r" b="b"/>
              <a:pathLst>
                <a:path w="3087" h="7265" extrusionOk="0">
                  <a:moveTo>
                    <a:pt x="2540" y="547"/>
                  </a:moveTo>
                  <a:lnTo>
                    <a:pt x="2540" y="6718"/>
                  </a:lnTo>
                  <a:lnTo>
                    <a:pt x="515" y="6718"/>
                  </a:lnTo>
                  <a:lnTo>
                    <a:pt x="515" y="547"/>
                  </a:lnTo>
                  <a:close/>
                  <a:moveTo>
                    <a:pt x="1" y="0"/>
                  </a:moveTo>
                  <a:lnTo>
                    <a:pt x="1" y="7265"/>
                  </a:lnTo>
                  <a:lnTo>
                    <a:pt x="3086" y="7265"/>
                  </a:lnTo>
                  <a:lnTo>
                    <a:pt x="3086" y="7008"/>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3715;p64">
              <a:extLst>
                <a:ext uri="{FF2B5EF4-FFF2-40B4-BE49-F238E27FC236}">
                  <a16:creationId xmlns:a16="http://schemas.microsoft.com/office/drawing/2014/main" id="{1C9E3273-AB40-2C52-D83F-020392BA7327}"/>
                </a:ext>
              </a:extLst>
            </p:cNvPr>
            <p:cNvSpPr/>
            <p:nvPr/>
          </p:nvSpPr>
          <p:spPr>
            <a:xfrm>
              <a:off x="4820925" y="2358850"/>
              <a:ext cx="63500" cy="168775"/>
            </a:xfrm>
            <a:custGeom>
              <a:avLst/>
              <a:gdLst/>
              <a:ahLst/>
              <a:cxnLst/>
              <a:rect l="l" t="t" r="r" b="b"/>
              <a:pathLst>
                <a:path w="2540" h="6751" extrusionOk="0">
                  <a:moveTo>
                    <a:pt x="0" y="0"/>
                  </a:moveTo>
                  <a:lnTo>
                    <a:pt x="0" y="6751"/>
                  </a:lnTo>
                  <a:lnTo>
                    <a:pt x="2540" y="6751"/>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3716;p64">
              <a:extLst>
                <a:ext uri="{FF2B5EF4-FFF2-40B4-BE49-F238E27FC236}">
                  <a16:creationId xmlns:a16="http://schemas.microsoft.com/office/drawing/2014/main" id="{661B95B3-E264-B94C-59E6-4D3F3D5E4E88}"/>
                </a:ext>
              </a:extLst>
            </p:cNvPr>
            <p:cNvSpPr/>
            <p:nvPr/>
          </p:nvSpPr>
          <p:spPr>
            <a:xfrm>
              <a:off x="4813675" y="2352425"/>
              <a:ext cx="77175" cy="181625"/>
            </a:xfrm>
            <a:custGeom>
              <a:avLst/>
              <a:gdLst/>
              <a:ahLst/>
              <a:cxnLst/>
              <a:rect l="l" t="t" r="r" b="b"/>
              <a:pathLst>
                <a:path w="3087" h="7265" extrusionOk="0">
                  <a:moveTo>
                    <a:pt x="2572" y="547"/>
                  </a:moveTo>
                  <a:lnTo>
                    <a:pt x="2572" y="6718"/>
                  </a:lnTo>
                  <a:lnTo>
                    <a:pt x="547" y="6718"/>
                  </a:lnTo>
                  <a:lnTo>
                    <a:pt x="547" y="547"/>
                  </a:lnTo>
                  <a:close/>
                  <a:moveTo>
                    <a:pt x="1" y="0"/>
                  </a:moveTo>
                  <a:lnTo>
                    <a:pt x="1" y="7265"/>
                  </a:lnTo>
                  <a:lnTo>
                    <a:pt x="3087" y="7265"/>
                  </a:lnTo>
                  <a:lnTo>
                    <a:pt x="3087" y="7008"/>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3717;p64">
              <a:extLst>
                <a:ext uri="{FF2B5EF4-FFF2-40B4-BE49-F238E27FC236}">
                  <a16:creationId xmlns:a16="http://schemas.microsoft.com/office/drawing/2014/main" id="{E4E84B2B-8C5E-C30F-F71A-3C9E2CB9A930}"/>
                </a:ext>
              </a:extLst>
            </p:cNvPr>
            <p:cNvSpPr/>
            <p:nvPr/>
          </p:nvSpPr>
          <p:spPr>
            <a:xfrm>
              <a:off x="3151025" y="1781050"/>
              <a:ext cx="1674725" cy="362450"/>
            </a:xfrm>
            <a:custGeom>
              <a:avLst/>
              <a:gdLst/>
              <a:ahLst/>
              <a:cxnLst/>
              <a:rect l="l" t="t" r="r" b="b"/>
              <a:pathLst>
                <a:path w="66989" h="14498" extrusionOk="0">
                  <a:moveTo>
                    <a:pt x="0" y="0"/>
                  </a:moveTo>
                  <a:lnTo>
                    <a:pt x="0" y="14498"/>
                  </a:lnTo>
                  <a:lnTo>
                    <a:pt x="66989" y="14498"/>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3718;p64">
              <a:extLst>
                <a:ext uri="{FF2B5EF4-FFF2-40B4-BE49-F238E27FC236}">
                  <a16:creationId xmlns:a16="http://schemas.microsoft.com/office/drawing/2014/main" id="{F3C8292E-8009-418A-B4F2-F7485B71F950}"/>
                </a:ext>
              </a:extLst>
            </p:cNvPr>
            <p:cNvSpPr/>
            <p:nvPr/>
          </p:nvSpPr>
          <p:spPr>
            <a:xfrm>
              <a:off x="3143775" y="1773825"/>
              <a:ext cx="1688425" cy="376900"/>
            </a:xfrm>
            <a:custGeom>
              <a:avLst/>
              <a:gdLst/>
              <a:ahLst/>
              <a:cxnLst/>
              <a:rect l="l" t="t" r="r" b="b"/>
              <a:pathLst>
                <a:path w="67537" h="15076" extrusionOk="0">
                  <a:moveTo>
                    <a:pt x="66990" y="547"/>
                  </a:moveTo>
                  <a:lnTo>
                    <a:pt x="66990" y="14529"/>
                  </a:lnTo>
                  <a:lnTo>
                    <a:pt x="547" y="14529"/>
                  </a:lnTo>
                  <a:lnTo>
                    <a:pt x="547" y="547"/>
                  </a:lnTo>
                  <a:close/>
                  <a:moveTo>
                    <a:pt x="1" y="0"/>
                  </a:moveTo>
                  <a:lnTo>
                    <a:pt x="1" y="15076"/>
                  </a:lnTo>
                  <a:lnTo>
                    <a:pt x="67536" y="15076"/>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3719;p64">
              <a:extLst>
                <a:ext uri="{FF2B5EF4-FFF2-40B4-BE49-F238E27FC236}">
                  <a16:creationId xmlns:a16="http://schemas.microsoft.com/office/drawing/2014/main" id="{E8831026-F09C-CC24-A120-C0A5B5FCFFEA}"/>
                </a:ext>
              </a:extLst>
            </p:cNvPr>
            <p:cNvSpPr/>
            <p:nvPr/>
          </p:nvSpPr>
          <p:spPr>
            <a:xfrm>
              <a:off x="3505400" y="1873475"/>
              <a:ext cx="95650" cy="177600"/>
            </a:xfrm>
            <a:custGeom>
              <a:avLst/>
              <a:gdLst/>
              <a:ahLst/>
              <a:cxnLst/>
              <a:rect l="l" t="t" r="r" b="b"/>
              <a:pathLst>
                <a:path w="3826" h="7104"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3720;p64">
              <a:extLst>
                <a:ext uri="{FF2B5EF4-FFF2-40B4-BE49-F238E27FC236}">
                  <a16:creationId xmlns:a16="http://schemas.microsoft.com/office/drawing/2014/main" id="{A8B42A5E-083E-EB6D-D35B-CFE9E12DBBF1}"/>
                </a:ext>
              </a:extLst>
            </p:cNvPr>
            <p:cNvSpPr/>
            <p:nvPr/>
          </p:nvSpPr>
          <p:spPr>
            <a:xfrm>
              <a:off x="3498175" y="1867025"/>
              <a:ext cx="109325" cy="190500"/>
            </a:xfrm>
            <a:custGeom>
              <a:avLst/>
              <a:gdLst/>
              <a:ahLst/>
              <a:cxnLst/>
              <a:rect l="l" t="t" r="r" b="b"/>
              <a:pathLst>
                <a:path w="4373" h="7620" extrusionOk="0">
                  <a:moveTo>
                    <a:pt x="3826" y="515"/>
                  </a:moveTo>
                  <a:lnTo>
                    <a:pt x="3826" y="7105"/>
                  </a:lnTo>
                  <a:lnTo>
                    <a:pt x="547" y="7105"/>
                  </a:lnTo>
                  <a:lnTo>
                    <a:pt x="547" y="515"/>
                  </a:lnTo>
                  <a:close/>
                  <a:moveTo>
                    <a:pt x="0" y="1"/>
                  </a:moveTo>
                  <a:lnTo>
                    <a:pt x="0" y="7619"/>
                  </a:lnTo>
                  <a:lnTo>
                    <a:pt x="4372" y="7619"/>
                  </a:lnTo>
                  <a:lnTo>
                    <a:pt x="43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3721;p64">
              <a:extLst>
                <a:ext uri="{FF2B5EF4-FFF2-40B4-BE49-F238E27FC236}">
                  <a16:creationId xmlns:a16="http://schemas.microsoft.com/office/drawing/2014/main" id="{F698671B-EF61-0ADD-B157-D430A652520F}"/>
                </a:ext>
              </a:extLst>
            </p:cNvPr>
            <p:cNvSpPr/>
            <p:nvPr/>
          </p:nvSpPr>
          <p:spPr>
            <a:xfrm>
              <a:off x="3358350" y="1873475"/>
              <a:ext cx="95650" cy="177600"/>
            </a:xfrm>
            <a:custGeom>
              <a:avLst/>
              <a:gdLst/>
              <a:ahLst/>
              <a:cxnLst/>
              <a:rect l="l" t="t" r="r" b="b"/>
              <a:pathLst>
                <a:path w="3826" h="7104"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3722;p64">
              <a:extLst>
                <a:ext uri="{FF2B5EF4-FFF2-40B4-BE49-F238E27FC236}">
                  <a16:creationId xmlns:a16="http://schemas.microsoft.com/office/drawing/2014/main" id="{78018ACD-F74F-15DB-7F04-E6C6DE401D19}"/>
                </a:ext>
              </a:extLst>
            </p:cNvPr>
            <p:cNvSpPr/>
            <p:nvPr/>
          </p:nvSpPr>
          <p:spPr>
            <a:xfrm>
              <a:off x="3351925" y="1867025"/>
              <a:ext cx="108500" cy="190500"/>
            </a:xfrm>
            <a:custGeom>
              <a:avLst/>
              <a:gdLst/>
              <a:ahLst/>
              <a:cxnLst/>
              <a:rect l="l" t="t" r="r" b="b"/>
              <a:pathLst>
                <a:path w="4340" h="7620" extrusionOk="0">
                  <a:moveTo>
                    <a:pt x="3825" y="515"/>
                  </a:moveTo>
                  <a:lnTo>
                    <a:pt x="3825" y="7105"/>
                  </a:lnTo>
                  <a:lnTo>
                    <a:pt x="515" y="7105"/>
                  </a:lnTo>
                  <a:lnTo>
                    <a:pt x="515" y="515"/>
                  </a:lnTo>
                  <a:close/>
                  <a:moveTo>
                    <a:pt x="0" y="1"/>
                  </a:moveTo>
                  <a:lnTo>
                    <a:pt x="0" y="7619"/>
                  </a:lnTo>
                  <a:lnTo>
                    <a:pt x="4340" y="7619"/>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3723;p64">
              <a:extLst>
                <a:ext uri="{FF2B5EF4-FFF2-40B4-BE49-F238E27FC236}">
                  <a16:creationId xmlns:a16="http://schemas.microsoft.com/office/drawing/2014/main" id="{7DE33D0B-F8FD-F6D7-49C7-7AA63244F52F}"/>
                </a:ext>
              </a:extLst>
            </p:cNvPr>
            <p:cNvSpPr/>
            <p:nvPr/>
          </p:nvSpPr>
          <p:spPr>
            <a:xfrm>
              <a:off x="3231375" y="1873475"/>
              <a:ext cx="76375" cy="177600"/>
            </a:xfrm>
            <a:custGeom>
              <a:avLst/>
              <a:gdLst/>
              <a:ahLst/>
              <a:cxnLst/>
              <a:rect l="l" t="t" r="r" b="b"/>
              <a:pathLst>
                <a:path w="3055" h="7104"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3724;p64">
              <a:extLst>
                <a:ext uri="{FF2B5EF4-FFF2-40B4-BE49-F238E27FC236}">
                  <a16:creationId xmlns:a16="http://schemas.microsoft.com/office/drawing/2014/main" id="{3A5619F8-1C1A-637D-BA8F-9B91FEF469BC}"/>
                </a:ext>
              </a:extLst>
            </p:cNvPr>
            <p:cNvSpPr/>
            <p:nvPr/>
          </p:nvSpPr>
          <p:spPr>
            <a:xfrm>
              <a:off x="3224950" y="1867025"/>
              <a:ext cx="89225" cy="190500"/>
            </a:xfrm>
            <a:custGeom>
              <a:avLst/>
              <a:gdLst/>
              <a:ahLst/>
              <a:cxnLst/>
              <a:rect l="l" t="t" r="r" b="b"/>
              <a:pathLst>
                <a:path w="3569" h="7620" extrusionOk="0">
                  <a:moveTo>
                    <a:pt x="3022" y="515"/>
                  </a:moveTo>
                  <a:lnTo>
                    <a:pt x="3022" y="7105"/>
                  </a:lnTo>
                  <a:lnTo>
                    <a:pt x="515" y="7105"/>
                  </a:lnTo>
                  <a:lnTo>
                    <a:pt x="515" y="515"/>
                  </a:lnTo>
                  <a:close/>
                  <a:moveTo>
                    <a:pt x="0" y="1"/>
                  </a:moveTo>
                  <a:lnTo>
                    <a:pt x="0" y="7619"/>
                  </a:lnTo>
                  <a:lnTo>
                    <a:pt x="3568" y="7619"/>
                  </a:lnTo>
                  <a:lnTo>
                    <a:pt x="356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3725;p64">
              <a:extLst>
                <a:ext uri="{FF2B5EF4-FFF2-40B4-BE49-F238E27FC236}">
                  <a16:creationId xmlns:a16="http://schemas.microsoft.com/office/drawing/2014/main" id="{F3A356F4-CDD2-9F43-269C-F58772469930}"/>
                </a:ext>
              </a:extLst>
            </p:cNvPr>
            <p:cNvSpPr/>
            <p:nvPr/>
          </p:nvSpPr>
          <p:spPr>
            <a:xfrm>
              <a:off x="3651675" y="1873475"/>
              <a:ext cx="95650" cy="177600"/>
            </a:xfrm>
            <a:custGeom>
              <a:avLst/>
              <a:gdLst/>
              <a:ahLst/>
              <a:cxnLst/>
              <a:rect l="l" t="t" r="r" b="b"/>
              <a:pathLst>
                <a:path w="3826" h="7104"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3726;p64">
              <a:extLst>
                <a:ext uri="{FF2B5EF4-FFF2-40B4-BE49-F238E27FC236}">
                  <a16:creationId xmlns:a16="http://schemas.microsoft.com/office/drawing/2014/main" id="{0E1D95E8-A0C3-FA5E-00E7-E3AECA91CBA3}"/>
                </a:ext>
              </a:extLst>
            </p:cNvPr>
            <p:cNvSpPr/>
            <p:nvPr/>
          </p:nvSpPr>
          <p:spPr>
            <a:xfrm>
              <a:off x="3645225" y="1867025"/>
              <a:ext cx="108525" cy="190500"/>
            </a:xfrm>
            <a:custGeom>
              <a:avLst/>
              <a:gdLst/>
              <a:ahLst/>
              <a:cxnLst/>
              <a:rect l="l" t="t" r="r" b="b"/>
              <a:pathLst>
                <a:path w="4341" h="7620" extrusionOk="0">
                  <a:moveTo>
                    <a:pt x="3826" y="515"/>
                  </a:moveTo>
                  <a:lnTo>
                    <a:pt x="3826" y="7105"/>
                  </a:lnTo>
                  <a:lnTo>
                    <a:pt x="515" y="7105"/>
                  </a:lnTo>
                  <a:lnTo>
                    <a:pt x="515" y="515"/>
                  </a:lnTo>
                  <a:close/>
                  <a:moveTo>
                    <a:pt x="1" y="1"/>
                  </a:moveTo>
                  <a:lnTo>
                    <a:pt x="1" y="7619"/>
                  </a:lnTo>
                  <a:lnTo>
                    <a:pt x="4340" y="7619"/>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3727;p64">
              <a:extLst>
                <a:ext uri="{FF2B5EF4-FFF2-40B4-BE49-F238E27FC236}">
                  <a16:creationId xmlns:a16="http://schemas.microsoft.com/office/drawing/2014/main" id="{2B9FB2FB-93EE-1614-EB1E-AA70B41A8C63}"/>
                </a:ext>
              </a:extLst>
            </p:cNvPr>
            <p:cNvSpPr/>
            <p:nvPr/>
          </p:nvSpPr>
          <p:spPr>
            <a:xfrm>
              <a:off x="3797925" y="1873475"/>
              <a:ext cx="587450" cy="177600"/>
            </a:xfrm>
            <a:custGeom>
              <a:avLst/>
              <a:gdLst/>
              <a:ahLst/>
              <a:cxnLst/>
              <a:rect l="l" t="t" r="r" b="b"/>
              <a:pathLst>
                <a:path w="23498" h="7104"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3728;p64">
              <a:extLst>
                <a:ext uri="{FF2B5EF4-FFF2-40B4-BE49-F238E27FC236}">
                  <a16:creationId xmlns:a16="http://schemas.microsoft.com/office/drawing/2014/main" id="{B7CD2C1B-8F22-04AC-4475-6E89F3FF8AEA}"/>
                </a:ext>
              </a:extLst>
            </p:cNvPr>
            <p:cNvSpPr/>
            <p:nvPr/>
          </p:nvSpPr>
          <p:spPr>
            <a:xfrm>
              <a:off x="3791500" y="1867025"/>
              <a:ext cx="600325" cy="190500"/>
            </a:xfrm>
            <a:custGeom>
              <a:avLst/>
              <a:gdLst/>
              <a:ahLst/>
              <a:cxnLst/>
              <a:rect l="l" t="t" r="r" b="b"/>
              <a:pathLst>
                <a:path w="24013" h="7620" extrusionOk="0">
                  <a:moveTo>
                    <a:pt x="23498" y="515"/>
                  </a:moveTo>
                  <a:lnTo>
                    <a:pt x="23498" y="7105"/>
                  </a:lnTo>
                  <a:lnTo>
                    <a:pt x="547" y="7105"/>
                  </a:lnTo>
                  <a:lnTo>
                    <a:pt x="547" y="515"/>
                  </a:lnTo>
                  <a:close/>
                  <a:moveTo>
                    <a:pt x="0" y="1"/>
                  </a:moveTo>
                  <a:lnTo>
                    <a:pt x="0" y="258"/>
                  </a:lnTo>
                  <a:lnTo>
                    <a:pt x="0" y="7619"/>
                  </a:lnTo>
                  <a:lnTo>
                    <a:pt x="24012" y="7619"/>
                  </a:lnTo>
                  <a:lnTo>
                    <a:pt x="240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3729;p64">
              <a:extLst>
                <a:ext uri="{FF2B5EF4-FFF2-40B4-BE49-F238E27FC236}">
                  <a16:creationId xmlns:a16="http://schemas.microsoft.com/office/drawing/2014/main" id="{0025B45D-61CC-011F-EF65-F6FB9D6A497A}"/>
                </a:ext>
              </a:extLst>
            </p:cNvPr>
            <p:cNvSpPr/>
            <p:nvPr/>
          </p:nvSpPr>
          <p:spPr>
            <a:xfrm>
              <a:off x="4497050" y="1909625"/>
              <a:ext cx="89225" cy="90025"/>
            </a:xfrm>
            <a:custGeom>
              <a:avLst/>
              <a:gdLst/>
              <a:ahLst/>
              <a:cxnLst/>
              <a:rect l="l" t="t" r="r" b="b"/>
              <a:pathLst>
                <a:path w="3569" h="3601" extrusionOk="0">
                  <a:moveTo>
                    <a:pt x="1801" y="1"/>
                  </a:moveTo>
                  <a:cubicBezTo>
                    <a:pt x="805" y="1"/>
                    <a:pt x="1" y="804"/>
                    <a:pt x="1" y="1801"/>
                  </a:cubicBezTo>
                  <a:cubicBezTo>
                    <a:pt x="1" y="2797"/>
                    <a:pt x="805" y="3601"/>
                    <a:pt x="1801" y="3601"/>
                  </a:cubicBezTo>
                  <a:cubicBezTo>
                    <a:pt x="2765" y="3601"/>
                    <a:pt x="3569" y="2797"/>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3730;p64">
              <a:extLst>
                <a:ext uri="{FF2B5EF4-FFF2-40B4-BE49-F238E27FC236}">
                  <a16:creationId xmlns:a16="http://schemas.microsoft.com/office/drawing/2014/main" id="{0B72A67C-C2F4-3993-3AE9-CCAA57D55B4F}"/>
                </a:ext>
              </a:extLst>
            </p:cNvPr>
            <p:cNvSpPr/>
            <p:nvPr/>
          </p:nvSpPr>
          <p:spPr>
            <a:xfrm>
              <a:off x="4490625" y="1903200"/>
              <a:ext cx="102900" cy="102875"/>
            </a:xfrm>
            <a:custGeom>
              <a:avLst/>
              <a:gdLst/>
              <a:ahLst/>
              <a:cxnLst/>
              <a:rect l="l" t="t" r="r" b="b"/>
              <a:pathLst>
                <a:path w="4116" h="4115" extrusionOk="0">
                  <a:moveTo>
                    <a:pt x="2058" y="547"/>
                  </a:moveTo>
                  <a:cubicBezTo>
                    <a:pt x="2894" y="547"/>
                    <a:pt x="3569" y="1222"/>
                    <a:pt x="3569" y="2058"/>
                  </a:cubicBezTo>
                  <a:cubicBezTo>
                    <a:pt x="3569" y="2893"/>
                    <a:pt x="2894" y="3568"/>
                    <a:pt x="2058" y="3568"/>
                  </a:cubicBezTo>
                  <a:cubicBezTo>
                    <a:pt x="1190" y="3568"/>
                    <a:pt x="515" y="2893"/>
                    <a:pt x="515" y="2058"/>
                  </a:cubicBezTo>
                  <a:cubicBezTo>
                    <a:pt x="515" y="1222"/>
                    <a:pt x="1190" y="547"/>
                    <a:pt x="2058" y="547"/>
                  </a:cubicBezTo>
                  <a:close/>
                  <a:moveTo>
                    <a:pt x="2058" y="0"/>
                  </a:moveTo>
                  <a:cubicBezTo>
                    <a:pt x="901" y="0"/>
                    <a:pt x="1" y="933"/>
                    <a:pt x="1" y="2058"/>
                  </a:cubicBezTo>
                  <a:cubicBezTo>
                    <a:pt x="1" y="3183"/>
                    <a:pt x="901"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3731;p64">
              <a:extLst>
                <a:ext uri="{FF2B5EF4-FFF2-40B4-BE49-F238E27FC236}">
                  <a16:creationId xmlns:a16="http://schemas.microsoft.com/office/drawing/2014/main" id="{CCBEE5F9-5983-8CC4-F5C2-1F3F07642A7A}"/>
                </a:ext>
              </a:extLst>
            </p:cNvPr>
            <p:cNvSpPr/>
            <p:nvPr/>
          </p:nvSpPr>
          <p:spPr>
            <a:xfrm>
              <a:off x="4672250" y="1909625"/>
              <a:ext cx="89225" cy="90025"/>
            </a:xfrm>
            <a:custGeom>
              <a:avLst/>
              <a:gdLst/>
              <a:ahLst/>
              <a:cxnLst/>
              <a:rect l="l" t="t" r="r" b="b"/>
              <a:pathLst>
                <a:path w="3569" h="3601" extrusionOk="0">
                  <a:moveTo>
                    <a:pt x="1801" y="1"/>
                  </a:moveTo>
                  <a:cubicBezTo>
                    <a:pt x="804" y="1"/>
                    <a:pt x="0" y="804"/>
                    <a:pt x="0" y="1801"/>
                  </a:cubicBezTo>
                  <a:cubicBezTo>
                    <a:pt x="0" y="2797"/>
                    <a:pt x="804" y="3601"/>
                    <a:pt x="1801" y="3601"/>
                  </a:cubicBezTo>
                  <a:cubicBezTo>
                    <a:pt x="2797" y="3601"/>
                    <a:pt x="3568" y="2797"/>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3732;p64">
              <a:extLst>
                <a:ext uri="{FF2B5EF4-FFF2-40B4-BE49-F238E27FC236}">
                  <a16:creationId xmlns:a16="http://schemas.microsoft.com/office/drawing/2014/main" id="{A3957142-854B-F54B-888C-5DC4260B905F}"/>
                </a:ext>
              </a:extLst>
            </p:cNvPr>
            <p:cNvSpPr/>
            <p:nvPr/>
          </p:nvSpPr>
          <p:spPr>
            <a:xfrm>
              <a:off x="4665825" y="1903200"/>
              <a:ext cx="102875" cy="102875"/>
            </a:xfrm>
            <a:custGeom>
              <a:avLst/>
              <a:gdLst/>
              <a:ahLst/>
              <a:cxnLst/>
              <a:rect l="l" t="t" r="r" b="b"/>
              <a:pathLst>
                <a:path w="4115" h="4115" extrusionOk="0">
                  <a:moveTo>
                    <a:pt x="2058" y="547"/>
                  </a:moveTo>
                  <a:cubicBezTo>
                    <a:pt x="2893" y="547"/>
                    <a:pt x="3568" y="1222"/>
                    <a:pt x="3568" y="2058"/>
                  </a:cubicBezTo>
                  <a:cubicBezTo>
                    <a:pt x="3568" y="2893"/>
                    <a:pt x="2893" y="3568"/>
                    <a:pt x="2058" y="3568"/>
                  </a:cubicBezTo>
                  <a:cubicBezTo>
                    <a:pt x="1222" y="3568"/>
                    <a:pt x="515" y="2893"/>
                    <a:pt x="515" y="2058"/>
                  </a:cubicBezTo>
                  <a:cubicBezTo>
                    <a:pt x="515" y="1222"/>
                    <a:pt x="1222" y="547"/>
                    <a:pt x="2058" y="547"/>
                  </a:cubicBezTo>
                  <a:close/>
                  <a:moveTo>
                    <a:pt x="2058" y="0"/>
                  </a:moveTo>
                  <a:cubicBezTo>
                    <a:pt x="900" y="0"/>
                    <a:pt x="0" y="933"/>
                    <a:pt x="0" y="2058"/>
                  </a:cubicBezTo>
                  <a:cubicBezTo>
                    <a:pt x="0" y="3183"/>
                    <a:pt x="900"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3733;p64">
              <a:extLst>
                <a:ext uri="{FF2B5EF4-FFF2-40B4-BE49-F238E27FC236}">
                  <a16:creationId xmlns:a16="http://schemas.microsoft.com/office/drawing/2014/main" id="{BD2EC096-3A8C-DE41-58B0-C720AD49D2E5}"/>
                </a:ext>
              </a:extLst>
            </p:cNvPr>
            <p:cNvSpPr/>
            <p:nvPr/>
          </p:nvSpPr>
          <p:spPr>
            <a:xfrm>
              <a:off x="4235900" y="1909625"/>
              <a:ext cx="89225" cy="90025"/>
            </a:xfrm>
            <a:custGeom>
              <a:avLst/>
              <a:gdLst/>
              <a:ahLst/>
              <a:cxnLst/>
              <a:rect l="l" t="t" r="r" b="b"/>
              <a:pathLst>
                <a:path w="3569" h="3601" extrusionOk="0">
                  <a:moveTo>
                    <a:pt x="1800" y="1"/>
                  </a:moveTo>
                  <a:cubicBezTo>
                    <a:pt x="804" y="1"/>
                    <a:pt x="0" y="804"/>
                    <a:pt x="0" y="1801"/>
                  </a:cubicBezTo>
                  <a:cubicBezTo>
                    <a:pt x="0" y="2797"/>
                    <a:pt x="804" y="3601"/>
                    <a:pt x="1800" y="3601"/>
                  </a:cubicBezTo>
                  <a:cubicBezTo>
                    <a:pt x="2764" y="3601"/>
                    <a:pt x="3568" y="2797"/>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3734;p64">
              <a:extLst>
                <a:ext uri="{FF2B5EF4-FFF2-40B4-BE49-F238E27FC236}">
                  <a16:creationId xmlns:a16="http://schemas.microsoft.com/office/drawing/2014/main" id="{5F410306-6027-B23C-5EAD-244526358A8C}"/>
                </a:ext>
              </a:extLst>
            </p:cNvPr>
            <p:cNvSpPr/>
            <p:nvPr/>
          </p:nvSpPr>
          <p:spPr>
            <a:xfrm>
              <a:off x="4229450" y="1903200"/>
              <a:ext cx="102900" cy="102875"/>
            </a:xfrm>
            <a:custGeom>
              <a:avLst/>
              <a:gdLst/>
              <a:ahLst/>
              <a:cxnLst/>
              <a:rect l="l" t="t" r="r" b="b"/>
              <a:pathLst>
                <a:path w="4116" h="4115" extrusionOk="0">
                  <a:moveTo>
                    <a:pt x="2058" y="547"/>
                  </a:moveTo>
                  <a:cubicBezTo>
                    <a:pt x="2894" y="547"/>
                    <a:pt x="3569" y="1222"/>
                    <a:pt x="3569" y="2058"/>
                  </a:cubicBezTo>
                  <a:cubicBezTo>
                    <a:pt x="3569" y="2893"/>
                    <a:pt x="2894" y="3568"/>
                    <a:pt x="2058" y="3568"/>
                  </a:cubicBezTo>
                  <a:cubicBezTo>
                    <a:pt x="1222" y="3568"/>
                    <a:pt x="515" y="2893"/>
                    <a:pt x="515" y="2058"/>
                  </a:cubicBezTo>
                  <a:cubicBezTo>
                    <a:pt x="515" y="1222"/>
                    <a:pt x="1222" y="547"/>
                    <a:pt x="2058" y="547"/>
                  </a:cubicBezTo>
                  <a:close/>
                  <a:moveTo>
                    <a:pt x="2058" y="0"/>
                  </a:moveTo>
                  <a:cubicBezTo>
                    <a:pt x="901" y="0"/>
                    <a:pt x="1" y="933"/>
                    <a:pt x="1" y="2058"/>
                  </a:cubicBezTo>
                  <a:cubicBezTo>
                    <a:pt x="1" y="3183"/>
                    <a:pt x="901"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3735;p64">
              <a:extLst>
                <a:ext uri="{FF2B5EF4-FFF2-40B4-BE49-F238E27FC236}">
                  <a16:creationId xmlns:a16="http://schemas.microsoft.com/office/drawing/2014/main" id="{E83F292A-DDE7-4059-5050-8A9993C2500C}"/>
                </a:ext>
              </a:extLst>
            </p:cNvPr>
            <p:cNvSpPr/>
            <p:nvPr/>
          </p:nvSpPr>
          <p:spPr>
            <a:xfrm>
              <a:off x="3214500" y="2143475"/>
              <a:ext cx="1546975" cy="124600"/>
            </a:xfrm>
            <a:custGeom>
              <a:avLst/>
              <a:gdLst/>
              <a:ahLst/>
              <a:cxnLst/>
              <a:rect l="l" t="t" r="r" b="b"/>
              <a:pathLst>
                <a:path w="61879" h="4984" extrusionOk="0">
                  <a:moveTo>
                    <a:pt x="1" y="1"/>
                  </a:moveTo>
                  <a:lnTo>
                    <a:pt x="1" y="4983"/>
                  </a:lnTo>
                  <a:lnTo>
                    <a:pt x="61878" y="4983"/>
                  </a:lnTo>
                  <a:lnTo>
                    <a:pt x="618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3736;p64">
              <a:extLst>
                <a:ext uri="{FF2B5EF4-FFF2-40B4-BE49-F238E27FC236}">
                  <a16:creationId xmlns:a16="http://schemas.microsoft.com/office/drawing/2014/main" id="{479FB945-02DF-E6B9-6C80-77306D6121B7}"/>
                </a:ext>
              </a:extLst>
            </p:cNvPr>
            <p:cNvSpPr/>
            <p:nvPr/>
          </p:nvSpPr>
          <p:spPr>
            <a:xfrm>
              <a:off x="3207275" y="2137050"/>
              <a:ext cx="1561425" cy="137450"/>
            </a:xfrm>
            <a:custGeom>
              <a:avLst/>
              <a:gdLst/>
              <a:ahLst/>
              <a:cxnLst/>
              <a:rect l="l" t="t" r="r" b="b"/>
              <a:pathLst>
                <a:path w="62457" h="5498" extrusionOk="0">
                  <a:moveTo>
                    <a:pt x="61910" y="547"/>
                  </a:moveTo>
                  <a:lnTo>
                    <a:pt x="61910" y="4951"/>
                  </a:lnTo>
                  <a:lnTo>
                    <a:pt x="547" y="4951"/>
                  </a:lnTo>
                  <a:lnTo>
                    <a:pt x="547" y="547"/>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3737;p64">
              <a:extLst>
                <a:ext uri="{FF2B5EF4-FFF2-40B4-BE49-F238E27FC236}">
                  <a16:creationId xmlns:a16="http://schemas.microsoft.com/office/drawing/2014/main" id="{371D6524-F2E8-51BC-9ABE-26662035AC0A}"/>
                </a:ext>
              </a:extLst>
            </p:cNvPr>
            <p:cNvSpPr/>
            <p:nvPr/>
          </p:nvSpPr>
          <p:spPr>
            <a:xfrm>
              <a:off x="3151025" y="2268050"/>
              <a:ext cx="1674725" cy="362450"/>
            </a:xfrm>
            <a:custGeom>
              <a:avLst/>
              <a:gdLst/>
              <a:ahLst/>
              <a:cxnLst/>
              <a:rect l="l" t="t" r="r" b="b"/>
              <a:pathLst>
                <a:path w="66989" h="14498" extrusionOk="0">
                  <a:moveTo>
                    <a:pt x="0" y="0"/>
                  </a:moveTo>
                  <a:lnTo>
                    <a:pt x="0" y="14497"/>
                  </a:lnTo>
                  <a:lnTo>
                    <a:pt x="66989" y="14497"/>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3738;p64">
              <a:extLst>
                <a:ext uri="{FF2B5EF4-FFF2-40B4-BE49-F238E27FC236}">
                  <a16:creationId xmlns:a16="http://schemas.microsoft.com/office/drawing/2014/main" id="{1F2A4FC5-F6FD-FF04-E5F4-748B2E0290F4}"/>
                </a:ext>
              </a:extLst>
            </p:cNvPr>
            <p:cNvSpPr/>
            <p:nvPr/>
          </p:nvSpPr>
          <p:spPr>
            <a:xfrm>
              <a:off x="3143775" y="2260800"/>
              <a:ext cx="1688425" cy="376125"/>
            </a:xfrm>
            <a:custGeom>
              <a:avLst/>
              <a:gdLst/>
              <a:ahLst/>
              <a:cxnLst/>
              <a:rect l="l" t="t" r="r" b="b"/>
              <a:pathLst>
                <a:path w="67537" h="15045" extrusionOk="0">
                  <a:moveTo>
                    <a:pt x="66990" y="547"/>
                  </a:moveTo>
                  <a:lnTo>
                    <a:pt x="66990" y="14530"/>
                  </a:lnTo>
                  <a:lnTo>
                    <a:pt x="547" y="14530"/>
                  </a:lnTo>
                  <a:lnTo>
                    <a:pt x="547" y="547"/>
                  </a:lnTo>
                  <a:close/>
                  <a:moveTo>
                    <a:pt x="1" y="1"/>
                  </a:moveTo>
                  <a:lnTo>
                    <a:pt x="1" y="15044"/>
                  </a:lnTo>
                  <a:lnTo>
                    <a:pt x="67536" y="15044"/>
                  </a:lnTo>
                  <a:lnTo>
                    <a:pt x="675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3739;p64">
              <a:extLst>
                <a:ext uri="{FF2B5EF4-FFF2-40B4-BE49-F238E27FC236}">
                  <a16:creationId xmlns:a16="http://schemas.microsoft.com/office/drawing/2014/main" id="{6FABAF81-084F-0597-187A-B7BB2D0D6D89}"/>
                </a:ext>
              </a:extLst>
            </p:cNvPr>
            <p:cNvSpPr/>
            <p:nvPr/>
          </p:nvSpPr>
          <p:spPr>
            <a:xfrm>
              <a:off x="3358350" y="2360450"/>
              <a:ext cx="95650" cy="177625"/>
            </a:xfrm>
            <a:custGeom>
              <a:avLst/>
              <a:gdLst/>
              <a:ahLst/>
              <a:cxnLst/>
              <a:rect l="l" t="t" r="r" b="b"/>
              <a:pathLst>
                <a:path w="3826" h="7105" extrusionOk="0">
                  <a:moveTo>
                    <a:pt x="0" y="1"/>
                  </a:moveTo>
                  <a:lnTo>
                    <a:pt x="0"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3740;p64">
              <a:extLst>
                <a:ext uri="{FF2B5EF4-FFF2-40B4-BE49-F238E27FC236}">
                  <a16:creationId xmlns:a16="http://schemas.microsoft.com/office/drawing/2014/main" id="{CFBA5583-5566-2B7E-5B9A-E76E74433873}"/>
                </a:ext>
              </a:extLst>
            </p:cNvPr>
            <p:cNvSpPr/>
            <p:nvPr/>
          </p:nvSpPr>
          <p:spPr>
            <a:xfrm>
              <a:off x="3351925" y="2354025"/>
              <a:ext cx="108500" cy="190475"/>
            </a:xfrm>
            <a:custGeom>
              <a:avLst/>
              <a:gdLst/>
              <a:ahLst/>
              <a:cxnLst/>
              <a:rect l="l" t="t" r="r" b="b"/>
              <a:pathLst>
                <a:path w="4340" h="7619" extrusionOk="0">
                  <a:moveTo>
                    <a:pt x="3825" y="515"/>
                  </a:moveTo>
                  <a:lnTo>
                    <a:pt x="3825" y="7104"/>
                  </a:lnTo>
                  <a:lnTo>
                    <a:pt x="515" y="7104"/>
                  </a:lnTo>
                  <a:lnTo>
                    <a:pt x="515" y="515"/>
                  </a:lnTo>
                  <a:close/>
                  <a:moveTo>
                    <a:pt x="0" y="0"/>
                  </a:moveTo>
                  <a:lnTo>
                    <a:pt x="0" y="7619"/>
                  </a:lnTo>
                  <a:lnTo>
                    <a:pt x="4340" y="7619"/>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3741;p64">
              <a:extLst>
                <a:ext uri="{FF2B5EF4-FFF2-40B4-BE49-F238E27FC236}">
                  <a16:creationId xmlns:a16="http://schemas.microsoft.com/office/drawing/2014/main" id="{E1BABDC6-062E-E37B-107B-01E9AE01EE3E}"/>
                </a:ext>
              </a:extLst>
            </p:cNvPr>
            <p:cNvSpPr/>
            <p:nvPr/>
          </p:nvSpPr>
          <p:spPr>
            <a:xfrm>
              <a:off x="3651675" y="2360450"/>
              <a:ext cx="95650" cy="177625"/>
            </a:xfrm>
            <a:custGeom>
              <a:avLst/>
              <a:gdLst/>
              <a:ahLst/>
              <a:cxnLst/>
              <a:rect l="l" t="t" r="r" b="b"/>
              <a:pathLst>
                <a:path w="3826" h="7105" extrusionOk="0">
                  <a:moveTo>
                    <a:pt x="0" y="1"/>
                  </a:moveTo>
                  <a:lnTo>
                    <a:pt x="0" y="7105"/>
                  </a:lnTo>
                  <a:lnTo>
                    <a:pt x="3825" y="7105"/>
                  </a:lnTo>
                  <a:lnTo>
                    <a:pt x="382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3742;p64">
              <a:extLst>
                <a:ext uri="{FF2B5EF4-FFF2-40B4-BE49-F238E27FC236}">
                  <a16:creationId xmlns:a16="http://schemas.microsoft.com/office/drawing/2014/main" id="{4F4E78CF-90F7-381B-3929-7066F1339591}"/>
                </a:ext>
              </a:extLst>
            </p:cNvPr>
            <p:cNvSpPr/>
            <p:nvPr/>
          </p:nvSpPr>
          <p:spPr>
            <a:xfrm>
              <a:off x="3645225" y="2354025"/>
              <a:ext cx="108525" cy="190475"/>
            </a:xfrm>
            <a:custGeom>
              <a:avLst/>
              <a:gdLst/>
              <a:ahLst/>
              <a:cxnLst/>
              <a:rect l="l" t="t" r="r" b="b"/>
              <a:pathLst>
                <a:path w="4341" h="7619" extrusionOk="0">
                  <a:moveTo>
                    <a:pt x="3826" y="515"/>
                  </a:moveTo>
                  <a:lnTo>
                    <a:pt x="3826" y="7104"/>
                  </a:lnTo>
                  <a:lnTo>
                    <a:pt x="515" y="7104"/>
                  </a:lnTo>
                  <a:lnTo>
                    <a:pt x="515" y="515"/>
                  </a:lnTo>
                  <a:close/>
                  <a:moveTo>
                    <a:pt x="1" y="0"/>
                  </a:moveTo>
                  <a:lnTo>
                    <a:pt x="1" y="7619"/>
                  </a:lnTo>
                  <a:lnTo>
                    <a:pt x="4340" y="7619"/>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3743;p64">
              <a:extLst>
                <a:ext uri="{FF2B5EF4-FFF2-40B4-BE49-F238E27FC236}">
                  <a16:creationId xmlns:a16="http://schemas.microsoft.com/office/drawing/2014/main" id="{ADACF6BA-4685-0B8D-7183-2C51FDC036C0}"/>
                </a:ext>
              </a:extLst>
            </p:cNvPr>
            <p:cNvSpPr/>
            <p:nvPr/>
          </p:nvSpPr>
          <p:spPr>
            <a:xfrm>
              <a:off x="3505400" y="2360450"/>
              <a:ext cx="95650" cy="177625"/>
            </a:xfrm>
            <a:custGeom>
              <a:avLst/>
              <a:gdLst/>
              <a:ahLst/>
              <a:cxnLst/>
              <a:rect l="l" t="t" r="r" b="b"/>
              <a:pathLst>
                <a:path w="3826" h="7105" extrusionOk="0">
                  <a:moveTo>
                    <a:pt x="1" y="1"/>
                  </a:moveTo>
                  <a:lnTo>
                    <a:pt x="1"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3744;p64">
              <a:extLst>
                <a:ext uri="{FF2B5EF4-FFF2-40B4-BE49-F238E27FC236}">
                  <a16:creationId xmlns:a16="http://schemas.microsoft.com/office/drawing/2014/main" id="{EB805B99-3D0E-EF1C-2C70-589F2166D26A}"/>
                </a:ext>
              </a:extLst>
            </p:cNvPr>
            <p:cNvSpPr/>
            <p:nvPr/>
          </p:nvSpPr>
          <p:spPr>
            <a:xfrm>
              <a:off x="3498175" y="2354025"/>
              <a:ext cx="109325" cy="190475"/>
            </a:xfrm>
            <a:custGeom>
              <a:avLst/>
              <a:gdLst/>
              <a:ahLst/>
              <a:cxnLst/>
              <a:rect l="l" t="t" r="r" b="b"/>
              <a:pathLst>
                <a:path w="4373" h="7619" extrusionOk="0">
                  <a:moveTo>
                    <a:pt x="3826" y="515"/>
                  </a:moveTo>
                  <a:lnTo>
                    <a:pt x="3826" y="7104"/>
                  </a:lnTo>
                  <a:lnTo>
                    <a:pt x="547" y="7104"/>
                  </a:lnTo>
                  <a:lnTo>
                    <a:pt x="547" y="515"/>
                  </a:lnTo>
                  <a:close/>
                  <a:moveTo>
                    <a:pt x="0" y="0"/>
                  </a:moveTo>
                  <a:lnTo>
                    <a:pt x="0" y="7619"/>
                  </a:lnTo>
                  <a:lnTo>
                    <a:pt x="4372" y="7619"/>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3745;p64">
              <a:extLst>
                <a:ext uri="{FF2B5EF4-FFF2-40B4-BE49-F238E27FC236}">
                  <a16:creationId xmlns:a16="http://schemas.microsoft.com/office/drawing/2014/main" id="{54950B06-802F-BF67-42FF-C3C64871D54A}"/>
                </a:ext>
              </a:extLst>
            </p:cNvPr>
            <p:cNvSpPr/>
            <p:nvPr/>
          </p:nvSpPr>
          <p:spPr>
            <a:xfrm>
              <a:off x="3231375" y="2360450"/>
              <a:ext cx="76375" cy="177625"/>
            </a:xfrm>
            <a:custGeom>
              <a:avLst/>
              <a:gdLst/>
              <a:ahLst/>
              <a:cxnLst/>
              <a:rect l="l" t="t" r="r" b="b"/>
              <a:pathLst>
                <a:path w="3055" h="7105" extrusionOk="0">
                  <a:moveTo>
                    <a:pt x="1" y="1"/>
                  </a:moveTo>
                  <a:lnTo>
                    <a:pt x="1" y="7105"/>
                  </a:lnTo>
                  <a:lnTo>
                    <a:pt x="3054" y="7105"/>
                  </a:lnTo>
                  <a:lnTo>
                    <a:pt x="3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3746;p64">
              <a:extLst>
                <a:ext uri="{FF2B5EF4-FFF2-40B4-BE49-F238E27FC236}">
                  <a16:creationId xmlns:a16="http://schemas.microsoft.com/office/drawing/2014/main" id="{41DB0A40-5785-84A2-96AC-C767BE29EEDE}"/>
                </a:ext>
              </a:extLst>
            </p:cNvPr>
            <p:cNvSpPr/>
            <p:nvPr/>
          </p:nvSpPr>
          <p:spPr>
            <a:xfrm>
              <a:off x="3224950" y="2354025"/>
              <a:ext cx="89225" cy="190475"/>
            </a:xfrm>
            <a:custGeom>
              <a:avLst/>
              <a:gdLst/>
              <a:ahLst/>
              <a:cxnLst/>
              <a:rect l="l" t="t" r="r" b="b"/>
              <a:pathLst>
                <a:path w="3569" h="7619" extrusionOk="0">
                  <a:moveTo>
                    <a:pt x="3022" y="515"/>
                  </a:moveTo>
                  <a:lnTo>
                    <a:pt x="3022" y="7104"/>
                  </a:lnTo>
                  <a:lnTo>
                    <a:pt x="515" y="7104"/>
                  </a:lnTo>
                  <a:lnTo>
                    <a:pt x="515" y="515"/>
                  </a:lnTo>
                  <a:close/>
                  <a:moveTo>
                    <a:pt x="0" y="0"/>
                  </a:moveTo>
                  <a:lnTo>
                    <a:pt x="0" y="7619"/>
                  </a:lnTo>
                  <a:lnTo>
                    <a:pt x="3568" y="7619"/>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3747;p64">
              <a:extLst>
                <a:ext uri="{FF2B5EF4-FFF2-40B4-BE49-F238E27FC236}">
                  <a16:creationId xmlns:a16="http://schemas.microsoft.com/office/drawing/2014/main" id="{39D4BB5D-7044-1805-5FED-748BED175FDD}"/>
                </a:ext>
              </a:extLst>
            </p:cNvPr>
            <p:cNvSpPr/>
            <p:nvPr/>
          </p:nvSpPr>
          <p:spPr>
            <a:xfrm>
              <a:off x="3797925" y="2360450"/>
              <a:ext cx="587450" cy="177625"/>
            </a:xfrm>
            <a:custGeom>
              <a:avLst/>
              <a:gdLst/>
              <a:ahLst/>
              <a:cxnLst/>
              <a:rect l="l" t="t" r="r" b="b"/>
              <a:pathLst>
                <a:path w="23498" h="7105" extrusionOk="0">
                  <a:moveTo>
                    <a:pt x="0" y="1"/>
                  </a:moveTo>
                  <a:lnTo>
                    <a:pt x="0" y="7105"/>
                  </a:lnTo>
                  <a:lnTo>
                    <a:pt x="23498" y="7105"/>
                  </a:lnTo>
                  <a:lnTo>
                    <a:pt x="2349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3748;p64">
              <a:extLst>
                <a:ext uri="{FF2B5EF4-FFF2-40B4-BE49-F238E27FC236}">
                  <a16:creationId xmlns:a16="http://schemas.microsoft.com/office/drawing/2014/main" id="{917E9497-503F-812A-706D-32C1A7D8CCB3}"/>
                </a:ext>
              </a:extLst>
            </p:cNvPr>
            <p:cNvSpPr/>
            <p:nvPr/>
          </p:nvSpPr>
          <p:spPr>
            <a:xfrm>
              <a:off x="3791500" y="2354025"/>
              <a:ext cx="600325" cy="190475"/>
            </a:xfrm>
            <a:custGeom>
              <a:avLst/>
              <a:gdLst/>
              <a:ahLst/>
              <a:cxnLst/>
              <a:rect l="l" t="t" r="r" b="b"/>
              <a:pathLst>
                <a:path w="24013" h="7619" extrusionOk="0">
                  <a:moveTo>
                    <a:pt x="23498" y="515"/>
                  </a:moveTo>
                  <a:lnTo>
                    <a:pt x="23498" y="7104"/>
                  </a:lnTo>
                  <a:lnTo>
                    <a:pt x="547" y="7104"/>
                  </a:lnTo>
                  <a:lnTo>
                    <a:pt x="547" y="515"/>
                  </a:lnTo>
                  <a:close/>
                  <a:moveTo>
                    <a:pt x="0" y="0"/>
                  </a:moveTo>
                  <a:lnTo>
                    <a:pt x="0" y="258"/>
                  </a:lnTo>
                  <a:lnTo>
                    <a:pt x="0" y="7619"/>
                  </a:lnTo>
                  <a:lnTo>
                    <a:pt x="24012" y="7619"/>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3749;p64">
              <a:extLst>
                <a:ext uri="{FF2B5EF4-FFF2-40B4-BE49-F238E27FC236}">
                  <a16:creationId xmlns:a16="http://schemas.microsoft.com/office/drawing/2014/main" id="{4DCA483D-3048-F10E-8643-72DA34640B06}"/>
                </a:ext>
              </a:extLst>
            </p:cNvPr>
            <p:cNvSpPr/>
            <p:nvPr/>
          </p:nvSpPr>
          <p:spPr>
            <a:xfrm>
              <a:off x="4497050" y="2396625"/>
              <a:ext cx="89225" cy="89225"/>
            </a:xfrm>
            <a:custGeom>
              <a:avLst/>
              <a:gdLst/>
              <a:ahLst/>
              <a:cxnLst/>
              <a:rect l="l" t="t" r="r" b="b"/>
              <a:pathLst>
                <a:path w="3569" h="3569" extrusionOk="0">
                  <a:moveTo>
                    <a:pt x="1801" y="0"/>
                  </a:moveTo>
                  <a:cubicBezTo>
                    <a:pt x="805" y="0"/>
                    <a:pt x="1" y="804"/>
                    <a:pt x="1" y="1800"/>
                  </a:cubicBezTo>
                  <a:cubicBezTo>
                    <a:pt x="1" y="2797"/>
                    <a:pt x="805" y="3568"/>
                    <a:pt x="1801" y="3568"/>
                  </a:cubicBezTo>
                  <a:cubicBezTo>
                    <a:pt x="2765" y="3568"/>
                    <a:pt x="3569" y="2797"/>
                    <a:pt x="3569" y="1800"/>
                  </a:cubicBezTo>
                  <a:cubicBezTo>
                    <a:pt x="3569" y="804"/>
                    <a:pt x="2765" y="0"/>
                    <a:pt x="18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3750;p64">
              <a:extLst>
                <a:ext uri="{FF2B5EF4-FFF2-40B4-BE49-F238E27FC236}">
                  <a16:creationId xmlns:a16="http://schemas.microsoft.com/office/drawing/2014/main" id="{48979350-8D12-8862-E8DC-CC1244686509}"/>
                </a:ext>
              </a:extLst>
            </p:cNvPr>
            <p:cNvSpPr/>
            <p:nvPr/>
          </p:nvSpPr>
          <p:spPr>
            <a:xfrm>
              <a:off x="4490625" y="2390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190" y="3569"/>
                    <a:pt x="515" y="2894"/>
                    <a:pt x="515" y="2058"/>
                  </a:cubicBezTo>
                  <a:cubicBezTo>
                    <a:pt x="515" y="1222"/>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3751;p64">
              <a:extLst>
                <a:ext uri="{FF2B5EF4-FFF2-40B4-BE49-F238E27FC236}">
                  <a16:creationId xmlns:a16="http://schemas.microsoft.com/office/drawing/2014/main" id="{01637D42-107D-859B-3918-3F2A1D4C0A61}"/>
                </a:ext>
              </a:extLst>
            </p:cNvPr>
            <p:cNvSpPr/>
            <p:nvPr/>
          </p:nvSpPr>
          <p:spPr>
            <a:xfrm>
              <a:off x="4672250" y="2396625"/>
              <a:ext cx="89225" cy="89225"/>
            </a:xfrm>
            <a:custGeom>
              <a:avLst/>
              <a:gdLst/>
              <a:ahLst/>
              <a:cxnLst/>
              <a:rect l="l" t="t" r="r" b="b"/>
              <a:pathLst>
                <a:path w="3569" h="3569" extrusionOk="0">
                  <a:moveTo>
                    <a:pt x="1801" y="0"/>
                  </a:moveTo>
                  <a:cubicBezTo>
                    <a:pt x="804" y="0"/>
                    <a:pt x="0" y="804"/>
                    <a:pt x="0" y="1800"/>
                  </a:cubicBezTo>
                  <a:cubicBezTo>
                    <a:pt x="0" y="2797"/>
                    <a:pt x="804" y="3568"/>
                    <a:pt x="1801" y="3568"/>
                  </a:cubicBezTo>
                  <a:cubicBezTo>
                    <a:pt x="2797" y="3568"/>
                    <a:pt x="3568" y="2797"/>
                    <a:pt x="3568" y="1800"/>
                  </a:cubicBezTo>
                  <a:cubicBezTo>
                    <a:pt x="3568" y="804"/>
                    <a:pt x="2797" y="0"/>
                    <a:pt x="18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3752;p64">
              <a:extLst>
                <a:ext uri="{FF2B5EF4-FFF2-40B4-BE49-F238E27FC236}">
                  <a16:creationId xmlns:a16="http://schemas.microsoft.com/office/drawing/2014/main" id="{E2F09B20-2A87-D038-54D0-A75BA8C690F0}"/>
                </a:ext>
              </a:extLst>
            </p:cNvPr>
            <p:cNvSpPr/>
            <p:nvPr/>
          </p:nvSpPr>
          <p:spPr>
            <a:xfrm>
              <a:off x="4665825" y="2390175"/>
              <a:ext cx="102875" cy="102900"/>
            </a:xfrm>
            <a:custGeom>
              <a:avLst/>
              <a:gdLst/>
              <a:ahLst/>
              <a:cxnLst/>
              <a:rect l="l" t="t" r="r" b="b"/>
              <a:pathLst>
                <a:path w="4115" h="4116" extrusionOk="0">
                  <a:moveTo>
                    <a:pt x="2058" y="515"/>
                  </a:moveTo>
                  <a:cubicBezTo>
                    <a:pt x="2893" y="515"/>
                    <a:pt x="3568" y="1222"/>
                    <a:pt x="3568" y="2058"/>
                  </a:cubicBezTo>
                  <a:cubicBezTo>
                    <a:pt x="3568" y="2894"/>
                    <a:pt x="2893" y="3569"/>
                    <a:pt x="2058" y="3569"/>
                  </a:cubicBezTo>
                  <a:cubicBezTo>
                    <a:pt x="1222" y="3569"/>
                    <a:pt x="515" y="2894"/>
                    <a:pt x="515" y="2058"/>
                  </a:cubicBezTo>
                  <a:cubicBezTo>
                    <a:pt x="515" y="1222"/>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3753;p64">
              <a:extLst>
                <a:ext uri="{FF2B5EF4-FFF2-40B4-BE49-F238E27FC236}">
                  <a16:creationId xmlns:a16="http://schemas.microsoft.com/office/drawing/2014/main" id="{CB56FC51-F592-9D31-3E4C-6B5E952C8F6F}"/>
                </a:ext>
              </a:extLst>
            </p:cNvPr>
            <p:cNvSpPr/>
            <p:nvPr/>
          </p:nvSpPr>
          <p:spPr>
            <a:xfrm>
              <a:off x="4235900" y="2396625"/>
              <a:ext cx="89225" cy="89225"/>
            </a:xfrm>
            <a:custGeom>
              <a:avLst/>
              <a:gdLst/>
              <a:ahLst/>
              <a:cxnLst/>
              <a:rect l="l" t="t" r="r" b="b"/>
              <a:pathLst>
                <a:path w="3569" h="3569" extrusionOk="0">
                  <a:moveTo>
                    <a:pt x="1800" y="0"/>
                  </a:moveTo>
                  <a:cubicBezTo>
                    <a:pt x="804" y="0"/>
                    <a:pt x="0" y="804"/>
                    <a:pt x="0" y="1800"/>
                  </a:cubicBezTo>
                  <a:cubicBezTo>
                    <a:pt x="0" y="2797"/>
                    <a:pt x="804" y="3568"/>
                    <a:pt x="1800" y="3568"/>
                  </a:cubicBezTo>
                  <a:cubicBezTo>
                    <a:pt x="2764" y="3568"/>
                    <a:pt x="3568" y="2797"/>
                    <a:pt x="3568" y="1800"/>
                  </a:cubicBezTo>
                  <a:cubicBezTo>
                    <a:pt x="3568" y="804"/>
                    <a:pt x="2764" y="0"/>
                    <a:pt x="18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3754;p64">
              <a:extLst>
                <a:ext uri="{FF2B5EF4-FFF2-40B4-BE49-F238E27FC236}">
                  <a16:creationId xmlns:a16="http://schemas.microsoft.com/office/drawing/2014/main" id="{5C72762B-5919-1B63-8951-D301B9A7DC29}"/>
                </a:ext>
              </a:extLst>
            </p:cNvPr>
            <p:cNvSpPr/>
            <p:nvPr/>
          </p:nvSpPr>
          <p:spPr>
            <a:xfrm>
              <a:off x="4229450" y="2390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222" y="3569"/>
                    <a:pt x="515" y="2894"/>
                    <a:pt x="515" y="2058"/>
                  </a:cubicBezTo>
                  <a:cubicBezTo>
                    <a:pt x="515" y="1222"/>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3755;p64">
              <a:extLst>
                <a:ext uri="{FF2B5EF4-FFF2-40B4-BE49-F238E27FC236}">
                  <a16:creationId xmlns:a16="http://schemas.microsoft.com/office/drawing/2014/main" id="{8BDA9380-FC58-A1BE-DEDE-2A0A8AB852EB}"/>
                </a:ext>
              </a:extLst>
            </p:cNvPr>
            <p:cNvSpPr/>
            <p:nvPr/>
          </p:nvSpPr>
          <p:spPr>
            <a:xfrm>
              <a:off x="3214500" y="2630475"/>
              <a:ext cx="1546975" cy="124575"/>
            </a:xfrm>
            <a:custGeom>
              <a:avLst/>
              <a:gdLst/>
              <a:ahLst/>
              <a:cxnLst/>
              <a:rect l="l" t="t" r="r" b="b"/>
              <a:pathLst>
                <a:path w="61879" h="4983" extrusionOk="0">
                  <a:moveTo>
                    <a:pt x="1" y="0"/>
                  </a:moveTo>
                  <a:lnTo>
                    <a:pt x="1" y="4983"/>
                  </a:lnTo>
                  <a:lnTo>
                    <a:pt x="61878" y="4983"/>
                  </a:lnTo>
                  <a:lnTo>
                    <a:pt x="61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3756;p64">
              <a:extLst>
                <a:ext uri="{FF2B5EF4-FFF2-40B4-BE49-F238E27FC236}">
                  <a16:creationId xmlns:a16="http://schemas.microsoft.com/office/drawing/2014/main" id="{BE7CABD6-E5DF-DD12-89B9-6110225A5480}"/>
                </a:ext>
              </a:extLst>
            </p:cNvPr>
            <p:cNvSpPr/>
            <p:nvPr/>
          </p:nvSpPr>
          <p:spPr>
            <a:xfrm>
              <a:off x="3207275" y="2624050"/>
              <a:ext cx="1561425" cy="137425"/>
            </a:xfrm>
            <a:custGeom>
              <a:avLst/>
              <a:gdLst/>
              <a:ahLst/>
              <a:cxnLst/>
              <a:rect l="l" t="t" r="r" b="b"/>
              <a:pathLst>
                <a:path w="62457" h="5497" extrusionOk="0">
                  <a:moveTo>
                    <a:pt x="61910" y="514"/>
                  </a:moveTo>
                  <a:lnTo>
                    <a:pt x="61910" y="4950"/>
                  </a:lnTo>
                  <a:lnTo>
                    <a:pt x="547" y="4950"/>
                  </a:lnTo>
                  <a:lnTo>
                    <a:pt x="547" y="514"/>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3757;p64">
              <a:extLst>
                <a:ext uri="{FF2B5EF4-FFF2-40B4-BE49-F238E27FC236}">
                  <a16:creationId xmlns:a16="http://schemas.microsoft.com/office/drawing/2014/main" id="{0B6FE5DA-EE68-8C0F-7A2C-6B4940D14D36}"/>
                </a:ext>
              </a:extLst>
            </p:cNvPr>
            <p:cNvSpPr/>
            <p:nvPr/>
          </p:nvSpPr>
          <p:spPr>
            <a:xfrm>
              <a:off x="3151025" y="2755025"/>
              <a:ext cx="1674725" cy="362450"/>
            </a:xfrm>
            <a:custGeom>
              <a:avLst/>
              <a:gdLst/>
              <a:ahLst/>
              <a:cxnLst/>
              <a:rect l="l" t="t" r="r" b="b"/>
              <a:pathLst>
                <a:path w="66989" h="14498" extrusionOk="0">
                  <a:moveTo>
                    <a:pt x="0" y="1"/>
                  </a:moveTo>
                  <a:lnTo>
                    <a:pt x="0" y="14498"/>
                  </a:lnTo>
                  <a:lnTo>
                    <a:pt x="66989" y="14498"/>
                  </a:lnTo>
                  <a:lnTo>
                    <a:pt x="669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3758;p64">
              <a:extLst>
                <a:ext uri="{FF2B5EF4-FFF2-40B4-BE49-F238E27FC236}">
                  <a16:creationId xmlns:a16="http://schemas.microsoft.com/office/drawing/2014/main" id="{07451172-AB1A-BCE8-80FC-F4D3E8C0BA68}"/>
                </a:ext>
              </a:extLst>
            </p:cNvPr>
            <p:cNvSpPr/>
            <p:nvPr/>
          </p:nvSpPr>
          <p:spPr>
            <a:xfrm>
              <a:off x="3143775" y="2747800"/>
              <a:ext cx="1688425" cy="376100"/>
            </a:xfrm>
            <a:custGeom>
              <a:avLst/>
              <a:gdLst/>
              <a:ahLst/>
              <a:cxnLst/>
              <a:rect l="l" t="t" r="r" b="b"/>
              <a:pathLst>
                <a:path w="67537" h="15044" extrusionOk="0">
                  <a:moveTo>
                    <a:pt x="66990" y="547"/>
                  </a:moveTo>
                  <a:lnTo>
                    <a:pt x="66990" y="14530"/>
                  </a:lnTo>
                  <a:lnTo>
                    <a:pt x="547" y="14530"/>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3759;p64">
              <a:extLst>
                <a:ext uri="{FF2B5EF4-FFF2-40B4-BE49-F238E27FC236}">
                  <a16:creationId xmlns:a16="http://schemas.microsoft.com/office/drawing/2014/main" id="{6D917F35-007A-996B-B363-DB6B79D7B917}"/>
                </a:ext>
              </a:extLst>
            </p:cNvPr>
            <p:cNvSpPr/>
            <p:nvPr/>
          </p:nvSpPr>
          <p:spPr>
            <a:xfrm>
              <a:off x="3505400" y="2847450"/>
              <a:ext cx="95650" cy="177625"/>
            </a:xfrm>
            <a:custGeom>
              <a:avLst/>
              <a:gdLst/>
              <a:ahLst/>
              <a:cxnLst/>
              <a:rect l="l" t="t" r="r" b="b"/>
              <a:pathLst>
                <a:path w="3826" h="7105"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3760;p64">
              <a:extLst>
                <a:ext uri="{FF2B5EF4-FFF2-40B4-BE49-F238E27FC236}">
                  <a16:creationId xmlns:a16="http://schemas.microsoft.com/office/drawing/2014/main" id="{1DB2BF45-BB6F-31D6-20D4-66FD7D70AAC6}"/>
                </a:ext>
              </a:extLst>
            </p:cNvPr>
            <p:cNvSpPr/>
            <p:nvPr/>
          </p:nvSpPr>
          <p:spPr>
            <a:xfrm>
              <a:off x="3498175" y="2840200"/>
              <a:ext cx="109325" cy="191300"/>
            </a:xfrm>
            <a:custGeom>
              <a:avLst/>
              <a:gdLst/>
              <a:ahLst/>
              <a:cxnLst/>
              <a:rect l="l" t="t" r="r" b="b"/>
              <a:pathLst>
                <a:path w="4373" h="7652" extrusionOk="0">
                  <a:moveTo>
                    <a:pt x="3826" y="547"/>
                  </a:moveTo>
                  <a:lnTo>
                    <a:pt x="3826" y="7137"/>
                  </a:lnTo>
                  <a:lnTo>
                    <a:pt x="547" y="7137"/>
                  </a:lnTo>
                  <a:lnTo>
                    <a:pt x="547" y="547"/>
                  </a:lnTo>
                  <a:close/>
                  <a:moveTo>
                    <a:pt x="0" y="1"/>
                  </a:moveTo>
                  <a:lnTo>
                    <a:pt x="0" y="7651"/>
                  </a:lnTo>
                  <a:lnTo>
                    <a:pt x="4372" y="7651"/>
                  </a:lnTo>
                  <a:lnTo>
                    <a:pt x="43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3761;p64">
              <a:extLst>
                <a:ext uri="{FF2B5EF4-FFF2-40B4-BE49-F238E27FC236}">
                  <a16:creationId xmlns:a16="http://schemas.microsoft.com/office/drawing/2014/main" id="{A2C26BC8-EE52-C8EC-83A6-2A4D9453F2C7}"/>
                </a:ext>
              </a:extLst>
            </p:cNvPr>
            <p:cNvSpPr/>
            <p:nvPr/>
          </p:nvSpPr>
          <p:spPr>
            <a:xfrm>
              <a:off x="3651675" y="2847450"/>
              <a:ext cx="95650" cy="177625"/>
            </a:xfrm>
            <a:custGeom>
              <a:avLst/>
              <a:gdLst/>
              <a:ahLst/>
              <a:cxnLst/>
              <a:rect l="l" t="t" r="r" b="b"/>
              <a:pathLst>
                <a:path w="3826" h="7105"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3762;p64">
              <a:extLst>
                <a:ext uri="{FF2B5EF4-FFF2-40B4-BE49-F238E27FC236}">
                  <a16:creationId xmlns:a16="http://schemas.microsoft.com/office/drawing/2014/main" id="{C78CBAED-9161-6AFE-2F8E-979F4F11F17E}"/>
                </a:ext>
              </a:extLst>
            </p:cNvPr>
            <p:cNvSpPr/>
            <p:nvPr/>
          </p:nvSpPr>
          <p:spPr>
            <a:xfrm>
              <a:off x="3645225" y="2840200"/>
              <a:ext cx="108525" cy="191300"/>
            </a:xfrm>
            <a:custGeom>
              <a:avLst/>
              <a:gdLst/>
              <a:ahLst/>
              <a:cxnLst/>
              <a:rect l="l" t="t" r="r" b="b"/>
              <a:pathLst>
                <a:path w="4341" h="7652" extrusionOk="0">
                  <a:moveTo>
                    <a:pt x="3826" y="547"/>
                  </a:moveTo>
                  <a:lnTo>
                    <a:pt x="3826" y="7137"/>
                  </a:lnTo>
                  <a:lnTo>
                    <a:pt x="515" y="7137"/>
                  </a:lnTo>
                  <a:lnTo>
                    <a:pt x="515" y="547"/>
                  </a:lnTo>
                  <a:close/>
                  <a:moveTo>
                    <a:pt x="1" y="1"/>
                  </a:moveTo>
                  <a:lnTo>
                    <a:pt x="1" y="7651"/>
                  </a:lnTo>
                  <a:lnTo>
                    <a:pt x="4340" y="7651"/>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3763;p64">
              <a:extLst>
                <a:ext uri="{FF2B5EF4-FFF2-40B4-BE49-F238E27FC236}">
                  <a16:creationId xmlns:a16="http://schemas.microsoft.com/office/drawing/2014/main" id="{4BC88B99-2852-07BE-3FD8-45963B5A9285}"/>
                </a:ext>
              </a:extLst>
            </p:cNvPr>
            <p:cNvSpPr/>
            <p:nvPr/>
          </p:nvSpPr>
          <p:spPr>
            <a:xfrm>
              <a:off x="3358350" y="2847450"/>
              <a:ext cx="95650" cy="177625"/>
            </a:xfrm>
            <a:custGeom>
              <a:avLst/>
              <a:gdLst/>
              <a:ahLst/>
              <a:cxnLst/>
              <a:rect l="l" t="t" r="r" b="b"/>
              <a:pathLst>
                <a:path w="3826" h="7105"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3764;p64">
              <a:extLst>
                <a:ext uri="{FF2B5EF4-FFF2-40B4-BE49-F238E27FC236}">
                  <a16:creationId xmlns:a16="http://schemas.microsoft.com/office/drawing/2014/main" id="{F28656FB-7D8C-E8D1-AA87-73ECF99FA5E1}"/>
                </a:ext>
              </a:extLst>
            </p:cNvPr>
            <p:cNvSpPr/>
            <p:nvPr/>
          </p:nvSpPr>
          <p:spPr>
            <a:xfrm>
              <a:off x="3351925" y="2840200"/>
              <a:ext cx="108500" cy="191300"/>
            </a:xfrm>
            <a:custGeom>
              <a:avLst/>
              <a:gdLst/>
              <a:ahLst/>
              <a:cxnLst/>
              <a:rect l="l" t="t" r="r" b="b"/>
              <a:pathLst>
                <a:path w="4340" h="7652" extrusionOk="0">
                  <a:moveTo>
                    <a:pt x="3825" y="547"/>
                  </a:moveTo>
                  <a:lnTo>
                    <a:pt x="3825" y="7137"/>
                  </a:lnTo>
                  <a:lnTo>
                    <a:pt x="515" y="7137"/>
                  </a:lnTo>
                  <a:lnTo>
                    <a:pt x="515" y="547"/>
                  </a:lnTo>
                  <a:close/>
                  <a:moveTo>
                    <a:pt x="0" y="1"/>
                  </a:moveTo>
                  <a:lnTo>
                    <a:pt x="0" y="7651"/>
                  </a:lnTo>
                  <a:lnTo>
                    <a:pt x="4340" y="7651"/>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3765;p64">
              <a:extLst>
                <a:ext uri="{FF2B5EF4-FFF2-40B4-BE49-F238E27FC236}">
                  <a16:creationId xmlns:a16="http://schemas.microsoft.com/office/drawing/2014/main" id="{08CA029B-DD37-D685-595D-C3524A2F2B90}"/>
                </a:ext>
              </a:extLst>
            </p:cNvPr>
            <p:cNvSpPr/>
            <p:nvPr/>
          </p:nvSpPr>
          <p:spPr>
            <a:xfrm>
              <a:off x="3797925" y="2847450"/>
              <a:ext cx="587450" cy="177625"/>
            </a:xfrm>
            <a:custGeom>
              <a:avLst/>
              <a:gdLst/>
              <a:ahLst/>
              <a:cxnLst/>
              <a:rect l="l" t="t" r="r" b="b"/>
              <a:pathLst>
                <a:path w="23498" h="7105"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3766;p64">
              <a:extLst>
                <a:ext uri="{FF2B5EF4-FFF2-40B4-BE49-F238E27FC236}">
                  <a16:creationId xmlns:a16="http://schemas.microsoft.com/office/drawing/2014/main" id="{1B767D21-9BF2-BFD6-6317-3180B523B3C9}"/>
                </a:ext>
              </a:extLst>
            </p:cNvPr>
            <p:cNvSpPr/>
            <p:nvPr/>
          </p:nvSpPr>
          <p:spPr>
            <a:xfrm>
              <a:off x="3791500" y="2840200"/>
              <a:ext cx="600325" cy="191300"/>
            </a:xfrm>
            <a:custGeom>
              <a:avLst/>
              <a:gdLst/>
              <a:ahLst/>
              <a:cxnLst/>
              <a:rect l="l" t="t" r="r" b="b"/>
              <a:pathLst>
                <a:path w="24013" h="7652" extrusionOk="0">
                  <a:moveTo>
                    <a:pt x="23498" y="547"/>
                  </a:moveTo>
                  <a:lnTo>
                    <a:pt x="23498" y="7137"/>
                  </a:lnTo>
                  <a:lnTo>
                    <a:pt x="547" y="7137"/>
                  </a:lnTo>
                  <a:lnTo>
                    <a:pt x="547" y="547"/>
                  </a:lnTo>
                  <a:close/>
                  <a:moveTo>
                    <a:pt x="0" y="1"/>
                  </a:moveTo>
                  <a:lnTo>
                    <a:pt x="0" y="290"/>
                  </a:lnTo>
                  <a:lnTo>
                    <a:pt x="0" y="7651"/>
                  </a:lnTo>
                  <a:lnTo>
                    <a:pt x="24012" y="7651"/>
                  </a:lnTo>
                  <a:lnTo>
                    <a:pt x="240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3767;p64">
              <a:extLst>
                <a:ext uri="{FF2B5EF4-FFF2-40B4-BE49-F238E27FC236}">
                  <a16:creationId xmlns:a16="http://schemas.microsoft.com/office/drawing/2014/main" id="{6FBC74BB-07C1-D441-5151-23B59D7559C5}"/>
                </a:ext>
              </a:extLst>
            </p:cNvPr>
            <p:cNvSpPr/>
            <p:nvPr/>
          </p:nvSpPr>
          <p:spPr>
            <a:xfrm>
              <a:off x="3231375" y="2847450"/>
              <a:ext cx="76375" cy="177625"/>
            </a:xfrm>
            <a:custGeom>
              <a:avLst/>
              <a:gdLst/>
              <a:ahLst/>
              <a:cxnLst/>
              <a:rect l="l" t="t" r="r" b="b"/>
              <a:pathLst>
                <a:path w="3055" h="7105"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3768;p64">
              <a:extLst>
                <a:ext uri="{FF2B5EF4-FFF2-40B4-BE49-F238E27FC236}">
                  <a16:creationId xmlns:a16="http://schemas.microsoft.com/office/drawing/2014/main" id="{BB55DEFC-E3AC-A812-E4DE-61D362B9EEBF}"/>
                </a:ext>
              </a:extLst>
            </p:cNvPr>
            <p:cNvSpPr/>
            <p:nvPr/>
          </p:nvSpPr>
          <p:spPr>
            <a:xfrm>
              <a:off x="3224950" y="2840200"/>
              <a:ext cx="89225" cy="191300"/>
            </a:xfrm>
            <a:custGeom>
              <a:avLst/>
              <a:gdLst/>
              <a:ahLst/>
              <a:cxnLst/>
              <a:rect l="l" t="t" r="r" b="b"/>
              <a:pathLst>
                <a:path w="3569" h="7652" extrusionOk="0">
                  <a:moveTo>
                    <a:pt x="3022" y="547"/>
                  </a:moveTo>
                  <a:lnTo>
                    <a:pt x="3022" y="7137"/>
                  </a:lnTo>
                  <a:lnTo>
                    <a:pt x="515" y="7137"/>
                  </a:lnTo>
                  <a:lnTo>
                    <a:pt x="515" y="547"/>
                  </a:lnTo>
                  <a:close/>
                  <a:moveTo>
                    <a:pt x="0" y="1"/>
                  </a:moveTo>
                  <a:lnTo>
                    <a:pt x="0" y="7651"/>
                  </a:lnTo>
                  <a:lnTo>
                    <a:pt x="3568" y="7651"/>
                  </a:lnTo>
                  <a:lnTo>
                    <a:pt x="356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3769;p64">
              <a:extLst>
                <a:ext uri="{FF2B5EF4-FFF2-40B4-BE49-F238E27FC236}">
                  <a16:creationId xmlns:a16="http://schemas.microsoft.com/office/drawing/2014/main" id="{9F527389-C78F-B40C-D400-DAEAA2CF80CC}"/>
                </a:ext>
              </a:extLst>
            </p:cNvPr>
            <p:cNvSpPr/>
            <p:nvPr/>
          </p:nvSpPr>
          <p:spPr>
            <a:xfrm>
              <a:off x="4497050" y="2883600"/>
              <a:ext cx="89225" cy="89225"/>
            </a:xfrm>
            <a:custGeom>
              <a:avLst/>
              <a:gdLst/>
              <a:ahLst/>
              <a:cxnLst/>
              <a:rect l="l" t="t" r="r" b="b"/>
              <a:pathLst>
                <a:path w="3569" h="3569" extrusionOk="0">
                  <a:moveTo>
                    <a:pt x="1801" y="1"/>
                  </a:moveTo>
                  <a:cubicBezTo>
                    <a:pt x="805" y="1"/>
                    <a:pt x="1" y="804"/>
                    <a:pt x="1" y="1801"/>
                  </a:cubicBezTo>
                  <a:cubicBezTo>
                    <a:pt x="1" y="2765"/>
                    <a:pt x="805" y="3569"/>
                    <a:pt x="1801" y="3569"/>
                  </a:cubicBezTo>
                  <a:cubicBezTo>
                    <a:pt x="2765" y="3569"/>
                    <a:pt x="3569" y="2765"/>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3770;p64">
              <a:extLst>
                <a:ext uri="{FF2B5EF4-FFF2-40B4-BE49-F238E27FC236}">
                  <a16:creationId xmlns:a16="http://schemas.microsoft.com/office/drawing/2014/main" id="{08AEA691-1DB9-5121-E2D4-7A9AE96E1C78}"/>
                </a:ext>
              </a:extLst>
            </p:cNvPr>
            <p:cNvSpPr/>
            <p:nvPr/>
          </p:nvSpPr>
          <p:spPr>
            <a:xfrm>
              <a:off x="4490625" y="2877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190" y="3569"/>
                    <a:pt x="515" y="2894"/>
                    <a:pt x="515" y="2058"/>
                  </a:cubicBezTo>
                  <a:cubicBezTo>
                    <a:pt x="515" y="1222"/>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3771;p64">
              <a:extLst>
                <a:ext uri="{FF2B5EF4-FFF2-40B4-BE49-F238E27FC236}">
                  <a16:creationId xmlns:a16="http://schemas.microsoft.com/office/drawing/2014/main" id="{80230850-EA51-4880-C890-BDDB81BFB830}"/>
                </a:ext>
              </a:extLst>
            </p:cNvPr>
            <p:cNvSpPr/>
            <p:nvPr/>
          </p:nvSpPr>
          <p:spPr>
            <a:xfrm>
              <a:off x="4672250" y="2883600"/>
              <a:ext cx="89225" cy="89225"/>
            </a:xfrm>
            <a:custGeom>
              <a:avLst/>
              <a:gdLst/>
              <a:ahLst/>
              <a:cxnLst/>
              <a:rect l="l" t="t" r="r" b="b"/>
              <a:pathLst>
                <a:path w="3569" h="3569" extrusionOk="0">
                  <a:moveTo>
                    <a:pt x="1801" y="1"/>
                  </a:moveTo>
                  <a:cubicBezTo>
                    <a:pt x="804" y="1"/>
                    <a:pt x="0" y="804"/>
                    <a:pt x="0" y="1801"/>
                  </a:cubicBezTo>
                  <a:cubicBezTo>
                    <a:pt x="0" y="2765"/>
                    <a:pt x="804" y="3569"/>
                    <a:pt x="1801" y="3569"/>
                  </a:cubicBezTo>
                  <a:cubicBezTo>
                    <a:pt x="2797" y="3569"/>
                    <a:pt x="3568" y="2765"/>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3772;p64">
              <a:extLst>
                <a:ext uri="{FF2B5EF4-FFF2-40B4-BE49-F238E27FC236}">
                  <a16:creationId xmlns:a16="http://schemas.microsoft.com/office/drawing/2014/main" id="{626209C6-83C4-AB26-A011-AD8F89702383}"/>
                </a:ext>
              </a:extLst>
            </p:cNvPr>
            <p:cNvSpPr/>
            <p:nvPr/>
          </p:nvSpPr>
          <p:spPr>
            <a:xfrm>
              <a:off x="4665825" y="2877175"/>
              <a:ext cx="102875" cy="102900"/>
            </a:xfrm>
            <a:custGeom>
              <a:avLst/>
              <a:gdLst/>
              <a:ahLst/>
              <a:cxnLst/>
              <a:rect l="l" t="t" r="r" b="b"/>
              <a:pathLst>
                <a:path w="4115" h="4116" extrusionOk="0">
                  <a:moveTo>
                    <a:pt x="2058" y="515"/>
                  </a:moveTo>
                  <a:cubicBezTo>
                    <a:pt x="2893" y="515"/>
                    <a:pt x="3568" y="1222"/>
                    <a:pt x="3568" y="2058"/>
                  </a:cubicBezTo>
                  <a:cubicBezTo>
                    <a:pt x="3568" y="2894"/>
                    <a:pt x="2893" y="3569"/>
                    <a:pt x="2058" y="3569"/>
                  </a:cubicBezTo>
                  <a:cubicBezTo>
                    <a:pt x="1222" y="3569"/>
                    <a:pt x="515" y="2894"/>
                    <a:pt x="515" y="2058"/>
                  </a:cubicBezTo>
                  <a:cubicBezTo>
                    <a:pt x="515" y="1222"/>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3773;p64">
              <a:extLst>
                <a:ext uri="{FF2B5EF4-FFF2-40B4-BE49-F238E27FC236}">
                  <a16:creationId xmlns:a16="http://schemas.microsoft.com/office/drawing/2014/main" id="{07A82D28-413E-E398-12FA-07808ABBC233}"/>
                </a:ext>
              </a:extLst>
            </p:cNvPr>
            <p:cNvSpPr/>
            <p:nvPr/>
          </p:nvSpPr>
          <p:spPr>
            <a:xfrm>
              <a:off x="4235900" y="2883600"/>
              <a:ext cx="89225" cy="89225"/>
            </a:xfrm>
            <a:custGeom>
              <a:avLst/>
              <a:gdLst/>
              <a:ahLst/>
              <a:cxnLst/>
              <a:rect l="l" t="t" r="r" b="b"/>
              <a:pathLst>
                <a:path w="3569" h="3569" extrusionOk="0">
                  <a:moveTo>
                    <a:pt x="1800" y="1"/>
                  </a:moveTo>
                  <a:cubicBezTo>
                    <a:pt x="804" y="1"/>
                    <a:pt x="0" y="804"/>
                    <a:pt x="0" y="1801"/>
                  </a:cubicBezTo>
                  <a:cubicBezTo>
                    <a:pt x="0" y="2765"/>
                    <a:pt x="804" y="3569"/>
                    <a:pt x="1800" y="3569"/>
                  </a:cubicBezTo>
                  <a:cubicBezTo>
                    <a:pt x="2764" y="3569"/>
                    <a:pt x="3568" y="2765"/>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3774;p64">
              <a:extLst>
                <a:ext uri="{FF2B5EF4-FFF2-40B4-BE49-F238E27FC236}">
                  <a16:creationId xmlns:a16="http://schemas.microsoft.com/office/drawing/2014/main" id="{C2682496-F366-CDA0-0CA6-AC56F6519BBA}"/>
                </a:ext>
              </a:extLst>
            </p:cNvPr>
            <p:cNvSpPr/>
            <p:nvPr/>
          </p:nvSpPr>
          <p:spPr>
            <a:xfrm>
              <a:off x="4229450" y="2877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222" y="3569"/>
                    <a:pt x="515" y="2894"/>
                    <a:pt x="515" y="2058"/>
                  </a:cubicBezTo>
                  <a:cubicBezTo>
                    <a:pt x="515" y="1222"/>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3775;p64">
              <a:extLst>
                <a:ext uri="{FF2B5EF4-FFF2-40B4-BE49-F238E27FC236}">
                  <a16:creationId xmlns:a16="http://schemas.microsoft.com/office/drawing/2014/main" id="{194B58A9-276E-E36D-5EF4-54960CC25142}"/>
                </a:ext>
              </a:extLst>
            </p:cNvPr>
            <p:cNvSpPr/>
            <p:nvPr/>
          </p:nvSpPr>
          <p:spPr>
            <a:xfrm>
              <a:off x="3214500" y="3117450"/>
              <a:ext cx="1546975" cy="124600"/>
            </a:xfrm>
            <a:custGeom>
              <a:avLst/>
              <a:gdLst/>
              <a:ahLst/>
              <a:cxnLst/>
              <a:rect l="l" t="t" r="r" b="b"/>
              <a:pathLst>
                <a:path w="61879" h="4984" extrusionOk="0">
                  <a:moveTo>
                    <a:pt x="1" y="1"/>
                  </a:moveTo>
                  <a:lnTo>
                    <a:pt x="1" y="4983"/>
                  </a:lnTo>
                  <a:lnTo>
                    <a:pt x="61878" y="4983"/>
                  </a:lnTo>
                  <a:lnTo>
                    <a:pt x="618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3776;p64">
              <a:extLst>
                <a:ext uri="{FF2B5EF4-FFF2-40B4-BE49-F238E27FC236}">
                  <a16:creationId xmlns:a16="http://schemas.microsoft.com/office/drawing/2014/main" id="{187822BC-ACBA-AD1C-8EDA-C78333BFCFE7}"/>
                </a:ext>
              </a:extLst>
            </p:cNvPr>
            <p:cNvSpPr/>
            <p:nvPr/>
          </p:nvSpPr>
          <p:spPr>
            <a:xfrm>
              <a:off x="3207275" y="3111025"/>
              <a:ext cx="1561425" cy="137450"/>
            </a:xfrm>
            <a:custGeom>
              <a:avLst/>
              <a:gdLst/>
              <a:ahLst/>
              <a:cxnLst/>
              <a:rect l="l" t="t" r="r" b="b"/>
              <a:pathLst>
                <a:path w="62457" h="5498" extrusionOk="0">
                  <a:moveTo>
                    <a:pt x="61910" y="515"/>
                  </a:moveTo>
                  <a:lnTo>
                    <a:pt x="61910" y="4951"/>
                  </a:lnTo>
                  <a:lnTo>
                    <a:pt x="547" y="4951"/>
                  </a:lnTo>
                  <a:lnTo>
                    <a:pt x="547" y="515"/>
                  </a:lnTo>
                  <a:close/>
                  <a:moveTo>
                    <a:pt x="0" y="1"/>
                  </a:moveTo>
                  <a:lnTo>
                    <a:pt x="0" y="5497"/>
                  </a:lnTo>
                  <a:lnTo>
                    <a:pt x="62457" y="5497"/>
                  </a:lnTo>
                  <a:lnTo>
                    <a:pt x="624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3777;p64">
              <a:extLst>
                <a:ext uri="{FF2B5EF4-FFF2-40B4-BE49-F238E27FC236}">
                  <a16:creationId xmlns:a16="http://schemas.microsoft.com/office/drawing/2014/main" id="{87F23149-0575-EACD-9789-0E4CA20B7359}"/>
                </a:ext>
              </a:extLst>
            </p:cNvPr>
            <p:cNvSpPr/>
            <p:nvPr/>
          </p:nvSpPr>
          <p:spPr>
            <a:xfrm>
              <a:off x="3151025" y="3242025"/>
              <a:ext cx="1674725" cy="362450"/>
            </a:xfrm>
            <a:custGeom>
              <a:avLst/>
              <a:gdLst/>
              <a:ahLst/>
              <a:cxnLst/>
              <a:rect l="l" t="t" r="r" b="b"/>
              <a:pathLst>
                <a:path w="66989" h="14498" extrusionOk="0">
                  <a:moveTo>
                    <a:pt x="0" y="0"/>
                  </a:moveTo>
                  <a:lnTo>
                    <a:pt x="0" y="14497"/>
                  </a:lnTo>
                  <a:lnTo>
                    <a:pt x="66989" y="14497"/>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3778;p64">
              <a:extLst>
                <a:ext uri="{FF2B5EF4-FFF2-40B4-BE49-F238E27FC236}">
                  <a16:creationId xmlns:a16="http://schemas.microsoft.com/office/drawing/2014/main" id="{E9E49C97-4E5A-FF57-C438-16EE853F8175}"/>
                </a:ext>
              </a:extLst>
            </p:cNvPr>
            <p:cNvSpPr/>
            <p:nvPr/>
          </p:nvSpPr>
          <p:spPr>
            <a:xfrm>
              <a:off x="3143775" y="3234775"/>
              <a:ext cx="1688425" cy="376125"/>
            </a:xfrm>
            <a:custGeom>
              <a:avLst/>
              <a:gdLst/>
              <a:ahLst/>
              <a:cxnLst/>
              <a:rect l="l" t="t" r="r" b="b"/>
              <a:pathLst>
                <a:path w="67537" h="15045" extrusionOk="0">
                  <a:moveTo>
                    <a:pt x="66990" y="547"/>
                  </a:moveTo>
                  <a:lnTo>
                    <a:pt x="66990" y="14530"/>
                  </a:lnTo>
                  <a:lnTo>
                    <a:pt x="547" y="14530"/>
                  </a:lnTo>
                  <a:lnTo>
                    <a:pt x="547" y="547"/>
                  </a:lnTo>
                  <a:close/>
                  <a:moveTo>
                    <a:pt x="1" y="1"/>
                  </a:moveTo>
                  <a:lnTo>
                    <a:pt x="1" y="15044"/>
                  </a:lnTo>
                  <a:lnTo>
                    <a:pt x="67536" y="15044"/>
                  </a:lnTo>
                  <a:lnTo>
                    <a:pt x="675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3779;p64">
              <a:extLst>
                <a:ext uri="{FF2B5EF4-FFF2-40B4-BE49-F238E27FC236}">
                  <a16:creationId xmlns:a16="http://schemas.microsoft.com/office/drawing/2014/main" id="{C9147348-9B5F-86C8-A0B7-653E4F1C3AEA}"/>
                </a:ext>
              </a:extLst>
            </p:cNvPr>
            <p:cNvSpPr/>
            <p:nvPr/>
          </p:nvSpPr>
          <p:spPr>
            <a:xfrm>
              <a:off x="3651675" y="3334425"/>
              <a:ext cx="95650" cy="177625"/>
            </a:xfrm>
            <a:custGeom>
              <a:avLst/>
              <a:gdLst/>
              <a:ahLst/>
              <a:cxnLst/>
              <a:rect l="l" t="t" r="r" b="b"/>
              <a:pathLst>
                <a:path w="3826" h="7105" extrusionOk="0">
                  <a:moveTo>
                    <a:pt x="0" y="1"/>
                  </a:moveTo>
                  <a:lnTo>
                    <a:pt x="0" y="7105"/>
                  </a:lnTo>
                  <a:lnTo>
                    <a:pt x="3825" y="7105"/>
                  </a:lnTo>
                  <a:lnTo>
                    <a:pt x="382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3780;p64">
              <a:extLst>
                <a:ext uri="{FF2B5EF4-FFF2-40B4-BE49-F238E27FC236}">
                  <a16:creationId xmlns:a16="http://schemas.microsoft.com/office/drawing/2014/main" id="{2E0F319C-8058-4E92-E04B-4177B5006B53}"/>
                </a:ext>
              </a:extLst>
            </p:cNvPr>
            <p:cNvSpPr/>
            <p:nvPr/>
          </p:nvSpPr>
          <p:spPr>
            <a:xfrm>
              <a:off x="3645225" y="3327200"/>
              <a:ext cx="108525" cy="191275"/>
            </a:xfrm>
            <a:custGeom>
              <a:avLst/>
              <a:gdLst/>
              <a:ahLst/>
              <a:cxnLst/>
              <a:rect l="l" t="t" r="r" b="b"/>
              <a:pathLst>
                <a:path w="4341" h="7651" extrusionOk="0">
                  <a:moveTo>
                    <a:pt x="3826" y="547"/>
                  </a:moveTo>
                  <a:lnTo>
                    <a:pt x="3826" y="7104"/>
                  </a:lnTo>
                  <a:lnTo>
                    <a:pt x="515" y="7104"/>
                  </a:lnTo>
                  <a:lnTo>
                    <a:pt x="515" y="547"/>
                  </a:lnTo>
                  <a:close/>
                  <a:moveTo>
                    <a:pt x="1" y="0"/>
                  </a:moveTo>
                  <a:lnTo>
                    <a:pt x="1" y="7651"/>
                  </a:lnTo>
                  <a:lnTo>
                    <a:pt x="4340" y="7651"/>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3781;p64">
              <a:extLst>
                <a:ext uri="{FF2B5EF4-FFF2-40B4-BE49-F238E27FC236}">
                  <a16:creationId xmlns:a16="http://schemas.microsoft.com/office/drawing/2014/main" id="{D7439925-BFB2-8AE8-D3BD-70ACEDA7AF1D}"/>
                </a:ext>
              </a:extLst>
            </p:cNvPr>
            <p:cNvSpPr/>
            <p:nvPr/>
          </p:nvSpPr>
          <p:spPr>
            <a:xfrm>
              <a:off x="3358350" y="3334425"/>
              <a:ext cx="95650" cy="177625"/>
            </a:xfrm>
            <a:custGeom>
              <a:avLst/>
              <a:gdLst/>
              <a:ahLst/>
              <a:cxnLst/>
              <a:rect l="l" t="t" r="r" b="b"/>
              <a:pathLst>
                <a:path w="3826" h="7105" extrusionOk="0">
                  <a:moveTo>
                    <a:pt x="0" y="1"/>
                  </a:moveTo>
                  <a:lnTo>
                    <a:pt x="0"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3782;p64">
              <a:extLst>
                <a:ext uri="{FF2B5EF4-FFF2-40B4-BE49-F238E27FC236}">
                  <a16:creationId xmlns:a16="http://schemas.microsoft.com/office/drawing/2014/main" id="{DE65E91B-B58A-D570-879D-E9C8350AE577}"/>
                </a:ext>
              </a:extLst>
            </p:cNvPr>
            <p:cNvSpPr/>
            <p:nvPr/>
          </p:nvSpPr>
          <p:spPr>
            <a:xfrm>
              <a:off x="3351925" y="3327200"/>
              <a:ext cx="108500" cy="191275"/>
            </a:xfrm>
            <a:custGeom>
              <a:avLst/>
              <a:gdLst/>
              <a:ahLst/>
              <a:cxnLst/>
              <a:rect l="l" t="t" r="r" b="b"/>
              <a:pathLst>
                <a:path w="4340" h="7651" extrusionOk="0">
                  <a:moveTo>
                    <a:pt x="3825" y="547"/>
                  </a:moveTo>
                  <a:lnTo>
                    <a:pt x="3825" y="7104"/>
                  </a:lnTo>
                  <a:lnTo>
                    <a:pt x="515" y="7104"/>
                  </a:lnTo>
                  <a:lnTo>
                    <a:pt x="515" y="547"/>
                  </a:lnTo>
                  <a:close/>
                  <a:moveTo>
                    <a:pt x="0" y="0"/>
                  </a:moveTo>
                  <a:lnTo>
                    <a:pt x="0" y="7651"/>
                  </a:lnTo>
                  <a:lnTo>
                    <a:pt x="4340" y="7651"/>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3783;p64">
              <a:extLst>
                <a:ext uri="{FF2B5EF4-FFF2-40B4-BE49-F238E27FC236}">
                  <a16:creationId xmlns:a16="http://schemas.microsoft.com/office/drawing/2014/main" id="{BED3EEC7-7174-91A8-4A23-7B3CF398C3C2}"/>
                </a:ext>
              </a:extLst>
            </p:cNvPr>
            <p:cNvSpPr/>
            <p:nvPr/>
          </p:nvSpPr>
          <p:spPr>
            <a:xfrm>
              <a:off x="3505400" y="3334425"/>
              <a:ext cx="95650" cy="177625"/>
            </a:xfrm>
            <a:custGeom>
              <a:avLst/>
              <a:gdLst/>
              <a:ahLst/>
              <a:cxnLst/>
              <a:rect l="l" t="t" r="r" b="b"/>
              <a:pathLst>
                <a:path w="3826" h="7105" extrusionOk="0">
                  <a:moveTo>
                    <a:pt x="1" y="1"/>
                  </a:moveTo>
                  <a:lnTo>
                    <a:pt x="1"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3784;p64">
              <a:extLst>
                <a:ext uri="{FF2B5EF4-FFF2-40B4-BE49-F238E27FC236}">
                  <a16:creationId xmlns:a16="http://schemas.microsoft.com/office/drawing/2014/main" id="{CAF6B4D9-08BD-28B8-4095-45CBB0736210}"/>
                </a:ext>
              </a:extLst>
            </p:cNvPr>
            <p:cNvSpPr/>
            <p:nvPr/>
          </p:nvSpPr>
          <p:spPr>
            <a:xfrm>
              <a:off x="3498175" y="3327200"/>
              <a:ext cx="109325" cy="191275"/>
            </a:xfrm>
            <a:custGeom>
              <a:avLst/>
              <a:gdLst/>
              <a:ahLst/>
              <a:cxnLst/>
              <a:rect l="l" t="t" r="r" b="b"/>
              <a:pathLst>
                <a:path w="4373" h="7651" extrusionOk="0">
                  <a:moveTo>
                    <a:pt x="3826" y="547"/>
                  </a:moveTo>
                  <a:lnTo>
                    <a:pt x="3826" y="7104"/>
                  </a:lnTo>
                  <a:lnTo>
                    <a:pt x="547" y="7104"/>
                  </a:lnTo>
                  <a:lnTo>
                    <a:pt x="547" y="547"/>
                  </a:lnTo>
                  <a:close/>
                  <a:moveTo>
                    <a:pt x="0" y="0"/>
                  </a:moveTo>
                  <a:lnTo>
                    <a:pt x="0" y="7651"/>
                  </a:lnTo>
                  <a:lnTo>
                    <a:pt x="4372" y="7651"/>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3785;p64">
              <a:extLst>
                <a:ext uri="{FF2B5EF4-FFF2-40B4-BE49-F238E27FC236}">
                  <a16:creationId xmlns:a16="http://schemas.microsoft.com/office/drawing/2014/main" id="{36FF113A-6E5B-C993-BE89-5765970E9016}"/>
                </a:ext>
              </a:extLst>
            </p:cNvPr>
            <p:cNvSpPr/>
            <p:nvPr/>
          </p:nvSpPr>
          <p:spPr>
            <a:xfrm>
              <a:off x="3231375" y="3334425"/>
              <a:ext cx="76375" cy="177625"/>
            </a:xfrm>
            <a:custGeom>
              <a:avLst/>
              <a:gdLst/>
              <a:ahLst/>
              <a:cxnLst/>
              <a:rect l="l" t="t" r="r" b="b"/>
              <a:pathLst>
                <a:path w="3055" h="7105" extrusionOk="0">
                  <a:moveTo>
                    <a:pt x="1" y="1"/>
                  </a:moveTo>
                  <a:lnTo>
                    <a:pt x="1" y="7105"/>
                  </a:lnTo>
                  <a:lnTo>
                    <a:pt x="3054" y="7105"/>
                  </a:lnTo>
                  <a:lnTo>
                    <a:pt x="3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3786;p64">
              <a:extLst>
                <a:ext uri="{FF2B5EF4-FFF2-40B4-BE49-F238E27FC236}">
                  <a16:creationId xmlns:a16="http://schemas.microsoft.com/office/drawing/2014/main" id="{63EC9ABD-2DF1-D05F-B093-D3E36AD63C98}"/>
                </a:ext>
              </a:extLst>
            </p:cNvPr>
            <p:cNvSpPr/>
            <p:nvPr/>
          </p:nvSpPr>
          <p:spPr>
            <a:xfrm>
              <a:off x="3224950" y="3327200"/>
              <a:ext cx="89225" cy="191275"/>
            </a:xfrm>
            <a:custGeom>
              <a:avLst/>
              <a:gdLst/>
              <a:ahLst/>
              <a:cxnLst/>
              <a:rect l="l" t="t" r="r" b="b"/>
              <a:pathLst>
                <a:path w="3569" h="7651" extrusionOk="0">
                  <a:moveTo>
                    <a:pt x="3022" y="547"/>
                  </a:moveTo>
                  <a:lnTo>
                    <a:pt x="3022" y="7104"/>
                  </a:lnTo>
                  <a:lnTo>
                    <a:pt x="515" y="7104"/>
                  </a:lnTo>
                  <a:lnTo>
                    <a:pt x="515" y="547"/>
                  </a:lnTo>
                  <a:close/>
                  <a:moveTo>
                    <a:pt x="0" y="0"/>
                  </a:moveTo>
                  <a:lnTo>
                    <a:pt x="0" y="7651"/>
                  </a:lnTo>
                  <a:lnTo>
                    <a:pt x="3568" y="7651"/>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3787;p64">
              <a:extLst>
                <a:ext uri="{FF2B5EF4-FFF2-40B4-BE49-F238E27FC236}">
                  <a16:creationId xmlns:a16="http://schemas.microsoft.com/office/drawing/2014/main" id="{5C4A0495-045C-F993-8418-C14F630B6A87}"/>
                </a:ext>
              </a:extLst>
            </p:cNvPr>
            <p:cNvSpPr/>
            <p:nvPr/>
          </p:nvSpPr>
          <p:spPr>
            <a:xfrm>
              <a:off x="3797925" y="3334425"/>
              <a:ext cx="587450" cy="177625"/>
            </a:xfrm>
            <a:custGeom>
              <a:avLst/>
              <a:gdLst/>
              <a:ahLst/>
              <a:cxnLst/>
              <a:rect l="l" t="t" r="r" b="b"/>
              <a:pathLst>
                <a:path w="23498" h="7105" extrusionOk="0">
                  <a:moveTo>
                    <a:pt x="0" y="1"/>
                  </a:moveTo>
                  <a:lnTo>
                    <a:pt x="0" y="7105"/>
                  </a:lnTo>
                  <a:lnTo>
                    <a:pt x="23498" y="7105"/>
                  </a:lnTo>
                  <a:lnTo>
                    <a:pt x="2349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3788;p64">
              <a:extLst>
                <a:ext uri="{FF2B5EF4-FFF2-40B4-BE49-F238E27FC236}">
                  <a16:creationId xmlns:a16="http://schemas.microsoft.com/office/drawing/2014/main" id="{307ACEEF-4C5F-A798-B1ED-7422D19C1754}"/>
                </a:ext>
              </a:extLst>
            </p:cNvPr>
            <p:cNvSpPr/>
            <p:nvPr/>
          </p:nvSpPr>
          <p:spPr>
            <a:xfrm>
              <a:off x="3791500" y="3327200"/>
              <a:ext cx="600325" cy="191275"/>
            </a:xfrm>
            <a:custGeom>
              <a:avLst/>
              <a:gdLst/>
              <a:ahLst/>
              <a:cxnLst/>
              <a:rect l="l" t="t" r="r" b="b"/>
              <a:pathLst>
                <a:path w="24013" h="7651" extrusionOk="0">
                  <a:moveTo>
                    <a:pt x="23498" y="547"/>
                  </a:moveTo>
                  <a:lnTo>
                    <a:pt x="23498" y="7104"/>
                  </a:lnTo>
                  <a:lnTo>
                    <a:pt x="547" y="7104"/>
                  </a:lnTo>
                  <a:lnTo>
                    <a:pt x="547" y="547"/>
                  </a:lnTo>
                  <a:close/>
                  <a:moveTo>
                    <a:pt x="0" y="0"/>
                  </a:moveTo>
                  <a:lnTo>
                    <a:pt x="0" y="290"/>
                  </a:lnTo>
                  <a:lnTo>
                    <a:pt x="0" y="7651"/>
                  </a:lnTo>
                  <a:lnTo>
                    <a:pt x="24012" y="7651"/>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3789;p64">
              <a:extLst>
                <a:ext uri="{FF2B5EF4-FFF2-40B4-BE49-F238E27FC236}">
                  <a16:creationId xmlns:a16="http://schemas.microsoft.com/office/drawing/2014/main" id="{753863FE-2647-A724-007D-1033BE3559D3}"/>
                </a:ext>
              </a:extLst>
            </p:cNvPr>
            <p:cNvSpPr/>
            <p:nvPr/>
          </p:nvSpPr>
          <p:spPr>
            <a:xfrm>
              <a:off x="4497050" y="3370600"/>
              <a:ext cx="89225" cy="89225"/>
            </a:xfrm>
            <a:custGeom>
              <a:avLst/>
              <a:gdLst/>
              <a:ahLst/>
              <a:cxnLst/>
              <a:rect l="l" t="t" r="r" b="b"/>
              <a:pathLst>
                <a:path w="3569" h="3569" extrusionOk="0">
                  <a:moveTo>
                    <a:pt x="1801" y="0"/>
                  </a:moveTo>
                  <a:cubicBezTo>
                    <a:pt x="805" y="0"/>
                    <a:pt x="1" y="804"/>
                    <a:pt x="1" y="1800"/>
                  </a:cubicBezTo>
                  <a:cubicBezTo>
                    <a:pt x="1" y="2765"/>
                    <a:pt x="805" y="3568"/>
                    <a:pt x="1801" y="3568"/>
                  </a:cubicBezTo>
                  <a:cubicBezTo>
                    <a:pt x="2765" y="3568"/>
                    <a:pt x="3569" y="2765"/>
                    <a:pt x="3569" y="1800"/>
                  </a:cubicBezTo>
                  <a:cubicBezTo>
                    <a:pt x="3569" y="804"/>
                    <a:pt x="2765" y="0"/>
                    <a:pt x="18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3790;p64">
              <a:extLst>
                <a:ext uri="{FF2B5EF4-FFF2-40B4-BE49-F238E27FC236}">
                  <a16:creationId xmlns:a16="http://schemas.microsoft.com/office/drawing/2014/main" id="{4DB18E03-E292-5D96-41D0-0BAAD8E4F01E}"/>
                </a:ext>
              </a:extLst>
            </p:cNvPr>
            <p:cNvSpPr/>
            <p:nvPr/>
          </p:nvSpPr>
          <p:spPr>
            <a:xfrm>
              <a:off x="4490625" y="3364175"/>
              <a:ext cx="102900" cy="102875"/>
            </a:xfrm>
            <a:custGeom>
              <a:avLst/>
              <a:gdLst/>
              <a:ahLst/>
              <a:cxnLst/>
              <a:rect l="l" t="t" r="r" b="b"/>
              <a:pathLst>
                <a:path w="4116" h="4115" extrusionOk="0">
                  <a:moveTo>
                    <a:pt x="2058" y="514"/>
                  </a:moveTo>
                  <a:cubicBezTo>
                    <a:pt x="2894" y="514"/>
                    <a:pt x="3569" y="1189"/>
                    <a:pt x="3569" y="2057"/>
                  </a:cubicBezTo>
                  <a:cubicBezTo>
                    <a:pt x="3569" y="2893"/>
                    <a:pt x="2894" y="3568"/>
                    <a:pt x="2058" y="3568"/>
                  </a:cubicBezTo>
                  <a:cubicBezTo>
                    <a:pt x="1190" y="3568"/>
                    <a:pt x="515" y="2893"/>
                    <a:pt x="515" y="2057"/>
                  </a:cubicBezTo>
                  <a:cubicBezTo>
                    <a:pt x="515" y="1189"/>
                    <a:pt x="1190" y="514"/>
                    <a:pt x="2058" y="514"/>
                  </a:cubicBezTo>
                  <a:close/>
                  <a:moveTo>
                    <a:pt x="2058" y="0"/>
                  </a:moveTo>
                  <a:cubicBezTo>
                    <a:pt x="901" y="0"/>
                    <a:pt x="1" y="900"/>
                    <a:pt x="1" y="2057"/>
                  </a:cubicBezTo>
                  <a:cubicBezTo>
                    <a:pt x="1" y="3182"/>
                    <a:pt x="901"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3791;p64">
              <a:extLst>
                <a:ext uri="{FF2B5EF4-FFF2-40B4-BE49-F238E27FC236}">
                  <a16:creationId xmlns:a16="http://schemas.microsoft.com/office/drawing/2014/main" id="{31A79FCD-E029-19CA-E9A6-852F0A42D3A5}"/>
                </a:ext>
              </a:extLst>
            </p:cNvPr>
            <p:cNvSpPr/>
            <p:nvPr/>
          </p:nvSpPr>
          <p:spPr>
            <a:xfrm>
              <a:off x="4672250" y="3370600"/>
              <a:ext cx="89225" cy="89225"/>
            </a:xfrm>
            <a:custGeom>
              <a:avLst/>
              <a:gdLst/>
              <a:ahLst/>
              <a:cxnLst/>
              <a:rect l="l" t="t" r="r" b="b"/>
              <a:pathLst>
                <a:path w="3569" h="3569" extrusionOk="0">
                  <a:moveTo>
                    <a:pt x="1801" y="0"/>
                  </a:moveTo>
                  <a:cubicBezTo>
                    <a:pt x="804" y="0"/>
                    <a:pt x="0" y="804"/>
                    <a:pt x="0" y="1800"/>
                  </a:cubicBezTo>
                  <a:cubicBezTo>
                    <a:pt x="0" y="2765"/>
                    <a:pt x="804" y="3568"/>
                    <a:pt x="1801" y="3568"/>
                  </a:cubicBezTo>
                  <a:cubicBezTo>
                    <a:pt x="2797" y="3568"/>
                    <a:pt x="3568" y="2765"/>
                    <a:pt x="3568" y="1800"/>
                  </a:cubicBezTo>
                  <a:cubicBezTo>
                    <a:pt x="3568" y="804"/>
                    <a:pt x="2797" y="0"/>
                    <a:pt x="18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3792;p64">
              <a:extLst>
                <a:ext uri="{FF2B5EF4-FFF2-40B4-BE49-F238E27FC236}">
                  <a16:creationId xmlns:a16="http://schemas.microsoft.com/office/drawing/2014/main" id="{CC31E387-CAEF-6598-D249-C563679CC2F1}"/>
                </a:ext>
              </a:extLst>
            </p:cNvPr>
            <p:cNvSpPr/>
            <p:nvPr/>
          </p:nvSpPr>
          <p:spPr>
            <a:xfrm>
              <a:off x="4665825" y="3364175"/>
              <a:ext cx="102875" cy="102875"/>
            </a:xfrm>
            <a:custGeom>
              <a:avLst/>
              <a:gdLst/>
              <a:ahLst/>
              <a:cxnLst/>
              <a:rect l="l" t="t" r="r" b="b"/>
              <a:pathLst>
                <a:path w="4115" h="4115" extrusionOk="0">
                  <a:moveTo>
                    <a:pt x="2058" y="514"/>
                  </a:moveTo>
                  <a:cubicBezTo>
                    <a:pt x="2893" y="514"/>
                    <a:pt x="3568" y="1189"/>
                    <a:pt x="3568" y="2057"/>
                  </a:cubicBezTo>
                  <a:cubicBezTo>
                    <a:pt x="3568" y="2893"/>
                    <a:pt x="2893" y="3568"/>
                    <a:pt x="2058" y="3568"/>
                  </a:cubicBezTo>
                  <a:cubicBezTo>
                    <a:pt x="1222" y="3568"/>
                    <a:pt x="515" y="2893"/>
                    <a:pt x="515" y="2057"/>
                  </a:cubicBezTo>
                  <a:cubicBezTo>
                    <a:pt x="515" y="1189"/>
                    <a:pt x="1222" y="514"/>
                    <a:pt x="2058" y="514"/>
                  </a:cubicBezTo>
                  <a:close/>
                  <a:moveTo>
                    <a:pt x="2058" y="0"/>
                  </a:moveTo>
                  <a:cubicBezTo>
                    <a:pt x="900" y="0"/>
                    <a:pt x="0" y="900"/>
                    <a:pt x="0" y="2057"/>
                  </a:cubicBezTo>
                  <a:cubicBezTo>
                    <a:pt x="0" y="3182"/>
                    <a:pt x="900"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3793;p64">
              <a:extLst>
                <a:ext uri="{FF2B5EF4-FFF2-40B4-BE49-F238E27FC236}">
                  <a16:creationId xmlns:a16="http://schemas.microsoft.com/office/drawing/2014/main" id="{BFA0083C-D823-7427-113F-C0D8E4883A1A}"/>
                </a:ext>
              </a:extLst>
            </p:cNvPr>
            <p:cNvSpPr/>
            <p:nvPr/>
          </p:nvSpPr>
          <p:spPr>
            <a:xfrm>
              <a:off x="4235900" y="3370600"/>
              <a:ext cx="89225" cy="89225"/>
            </a:xfrm>
            <a:custGeom>
              <a:avLst/>
              <a:gdLst/>
              <a:ahLst/>
              <a:cxnLst/>
              <a:rect l="l" t="t" r="r" b="b"/>
              <a:pathLst>
                <a:path w="3569" h="3569" extrusionOk="0">
                  <a:moveTo>
                    <a:pt x="1800" y="0"/>
                  </a:moveTo>
                  <a:cubicBezTo>
                    <a:pt x="804" y="0"/>
                    <a:pt x="0" y="804"/>
                    <a:pt x="0" y="1800"/>
                  </a:cubicBezTo>
                  <a:cubicBezTo>
                    <a:pt x="0" y="2765"/>
                    <a:pt x="804" y="3568"/>
                    <a:pt x="1800" y="3568"/>
                  </a:cubicBezTo>
                  <a:cubicBezTo>
                    <a:pt x="2764" y="3568"/>
                    <a:pt x="3568" y="2765"/>
                    <a:pt x="3568" y="1800"/>
                  </a:cubicBezTo>
                  <a:cubicBezTo>
                    <a:pt x="3568" y="804"/>
                    <a:pt x="2764" y="0"/>
                    <a:pt x="18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3794;p64">
              <a:extLst>
                <a:ext uri="{FF2B5EF4-FFF2-40B4-BE49-F238E27FC236}">
                  <a16:creationId xmlns:a16="http://schemas.microsoft.com/office/drawing/2014/main" id="{8433B12F-1113-E5A4-EB9E-83E2BADE3A4A}"/>
                </a:ext>
              </a:extLst>
            </p:cNvPr>
            <p:cNvSpPr/>
            <p:nvPr/>
          </p:nvSpPr>
          <p:spPr>
            <a:xfrm>
              <a:off x="4229450" y="3364175"/>
              <a:ext cx="102900" cy="102875"/>
            </a:xfrm>
            <a:custGeom>
              <a:avLst/>
              <a:gdLst/>
              <a:ahLst/>
              <a:cxnLst/>
              <a:rect l="l" t="t" r="r" b="b"/>
              <a:pathLst>
                <a:path w="4116" h="4115" extrusionOk="0">
                  <a:moveTo>
                    <a:pt x="2058" y="514"/>
                  </a:moveTo>
                  <a:cubicBezTo>
                    <a:pt x="2894" y="514"/>
                    <a:pt x="3569" y="1189"/>
                    <a:pt x="3569" y="2057"/>
                  </a:cubicBezTo>
                  <a:cubicBezTo>
                    <a:pt x="3569" y="2893"/>
                    <a:pt x="2894" y="3568"/>
                    <a:pt x="2058" y="3568"/>
                  </a:cubicBezTo>
                  <a:cubicBezTo>
                    <a:pt x="1222" y="3568"/>
                    <a:pt x="515" y="2893"/>
                    <a:pt x="515" y="2057"/>
                  </a:cubicBezTo>
                  <a:cubicBezTo>
                    <a:pt x="515" y="1189"/>
                    <a:pt x="1222" y="514"/>
                    <a:pt x="2058" y="514"/>
                  </a:cubicBezTo>
                  <a:close/>
                  <a:moveTo>
                    <a:pt x="2058" y="0"/>
                  </a:moveTo>
                  <a:cubicBezTo>
                    <a:pt x="901" y="0"/>
                    <a:pt x="1" y="900"/>
                    <a:pt x="1" y="2057"/>
                  </a:cubicBezTo>
                  <a:cubicBezTo>
                    <a:pt x="1" y="3182"/>
                    <a:pt x="901"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3795;p64">
              <a:extLst>
                <a:ext uri="{FF2B5EF4-FFF2-40B4-BE49-F238E27FC236}">
                  <a16:creationId xmlns:a16="http://schemas.microsoft.com/office/drawing/2014/main" id="{852E92BA-4FF5-EE7F-CB01-9FA5AD634754}"/>
                </a:ext>
              </a:extLst>
            </p:cNvPr>
            <p:cNvSpPr/>
            <p:nvPr/>
          </p:nvSpPr>
          <p:spPr>
            <a:xfrm>
              <a:off x="3214500" y="3604450"/>
              <a:ext cx="1546975" cy="123775"/>
            </a:xfrm>
            <a:custGeom>
              <a:avLst/>
              <a:gdLst/>
              <a:ahLst/>
              <a:cxnLst/>
              <a:rect l="l" t="t" r="r" b="b"/>
              <a:pathLst>
                <a:path w="61879" h="4951" extrusionOk="0">
                  <a:moveTo>
                    <a:pt x="1" y="0"/>
                  </a:moveTo>
                  <a:lnTo>
                    <a:pt x="1" y="4951"/>
                  </a:lnTo>
                  <a:lnTo>
                    <a:pt x="61878" y="4951"/>
                  </a:lnTo>
                  <a:lnTo>
                    <a:pt x="61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3796;p64">
              <a:extLst>
                <a:ext uri="{FF2B5EF4-FFF2-40B4-BE49-F238E27FC236}">
                  <a16:creationId xmlns:a16="http://schemas.microsoft.com/office/drawing/2014/main" id="{BCEA9601-A0F4-F29F-A740-2839FD4A6F19}"/>
                </a:ext>
              </a:extLst>
            </p:cNvPr>
            <p:cNvSpPr/>
            <p:nvPr/>
          </p:nvSpPr>
          <p:spPr>
            <a:xfrm>
              <a:off x="3207275" y="3598025"/>
              <a:ext cx="1561425" cy="137425"/>
            </a:xfrm>
            <a:custGeom>
              <a:avLst/>
              <a:gdLst/>
              <a:ahLst/>
              <a:cxnLst/>
              <a:rect l="l" t="t" r="r" b="b"/>
              <a:pathLst>
                <a:path w="62457" h="5497" extrusionOk="0">
                  <a:moveTo>
                    <a:pt x="61910" y="514"/>
                  </a:moveTo>
                  <a:lnTo>
                    <a:pt x="61910" y="4950"/>
                  </a:lnTo>
                  <a:lnTo>
                    <a:pt x="547" y="4950"/>
                  </a:lnTo>
                  <a:lnTo>
                    <a:pt x="547" y="514"/>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3797;p64">
              <a:extLst>
                <a:ext uri="{FF2B5EF4-FFF2-40B4-BE49-F238E27FC236}">
                  <a16:creationId xmlns:a16="http://schemas.microsoft.com/office/drawing/2014/main" id="{5CEE58CB-8FE5-0825-F0C5-1151F00C2997}"/>
                </a:ext>
              </a:extLst>
            </p:cNvPr>
            <p:cNvSpPr/>
            <p:nvPr/>
          </p:nvSpPr>
          <p:spPr>
            <a:xfrm>
              <a:off x="3151025" y="3728200"/>
              <a:ext cx="1674725" cy="363250"/>
            </a:xfrm>
            <a:custGeom>
              <a:avLst/>
              <a:gdLst/>
              <a:ahLst/>
              <a:cxnLst/>
              <a:rect l="l" t="t" r="r" b="b"/>
              <a:pathLst>
                <a:path w="66989" h="14530" extrusionOk="0">
                  <a:moveTo>
                    <a:pt x="0" y="1"/>
                  </a:moveTo>
                  <a:lnTo>
                    <a:pt x="0" y="14530"/>
                  </a:lnTo>
                  <a:lnTo>
                    <a:pt x="66989" y="14530"/>
                  </a:lnTo>
                  <a:lnTo>
                    <a:pt x="669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3798;p64">
              <a:extLst>
                <a:ext uri="{FF2B5EF4-FFF2-40B4-BE49-F238E27FC236}">
                  <a16:creationId xmlns:a16="http://schemas.microsoft.com/office/drawing/2014/main" id="{C8988808-EBEB-6EC0-0DB0-78E93F7849AB}"/>
                </a:ext>
              </a:extLst>
            </p:cNvPr>
            <p:cNvSpPr/>
            <p:nvPr/>
          </p:nvSpPr>
          <p:spPr>
            <a:xfrm>
              <a:off x="3143775" y="3721775"/>
              <a:ext cx="1688425" cy="376125"/>
            </a:xfrm>
            <a:custGeom>
              <a:avLst/>
              <a:gdLst/>
              <a:ahLst/>
              <a:cxnLst/>
              <a:rect l="l" t="t" r="r" b="b"/>
              <a:pathLst>
                <a:path w="67537" h="15045" extrusionOk="0">
                  <a:moveTo>
                    <a:pt x="66990" y="547"/>
                  </a:moveTo>
                  <a:lnTo>
                    <a:pt x="66990" y="14530"/>
                  </a:lnTo>
                  <a:lnTo>
                    <a:pt x="547" y="14530"/>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3799;p64">
              <a:extLst>
                <a:ext uri="{FF2B5EF4-FFF2-40B4-BE49-F238E27FC236}">
                  <a16:creationId xmlns:a16="http://schemas.microsoft.com/office/drawing/2014/main" id="{B71411D3-46BB-A195-E459-5D3A26C099DA}"/>
                </a:ext>
              </a:extLst>
            </p:cNvPr>
            <p:cNvSpPr/>
            <p:nvPr/>
          </p:nvSpPr>
          <p:spPr>
            <a:xfrm>
              <a:off x="3358350" y="3821425"/>
              <a:ext cx="95650" cy="177625"/>
            </a:xfrm>
            <a:custGeom>
              <a:avLst/>
              <a:gdLst/>
              <a:ahLst/>
              <a:cxnLst/>
              <a:rect l="l" t="t" r="r" b="b"/>
              <a:pathLst>
                <a:path w="3826" h="7105"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3800;p64">
              <a:extLst>
                <a:ext uri="{FF2B5EF4-FFF2-40B4-BE49-F238E27FC236}">
                  <a16:creationId xmlns:a16="http://schemas.microsoft.com/office/drawing/2014/main" id="{D1313956-F1A5-F0F5-4684-6536EE7E8BE5}"/>
                </a:ext>
              </a:extLst>
            </p:cNvPr>
            <p:cNvSpPr/>
            <p:nvPr/>
          </p:nvSpPr>
          <p:spPr>
            <a:xfrm>
              <a:off x="3351925" y="3814200"/>
              <a:ext cx="108500" cy="191275"/>
            </a:xfrm>
            <a:custGeom>
              <a:avLst/>
              <a:gdLst/>
              <a:ahLst/>
              <a:cxnLst/>
              <a:rect l="l" t="t" r="r" b="b"/>
              <a:pathLst>
                <a:path w="4340" h="7651" extrusionOk="0">
                  <a:moveTo>
                    <a:pt x="3825" y="546"/>
                  </a:moveTo>
                  <a:lnTo>
                    <a:pt x="3825" y="7104"/>
                  </a:lnTo>
                  <a:lnTo>
                    <a:pt x="515" y="7104"/>
                  </a:lnTo>
                  <a:lnTo>
                    <a:pt x="515" y="546"/>
                  </a:lnTo>
                  <a:close/>
                  <a:moveTo>
                    <a:pt x="0" y="0"/>
                  </a:moveTo>
                  <a:lnTo>
                    <a:pt x="0" y="7650"/>
                  </a:lnTo>
                  <a:lnTo>
                    <a:pt x="4340" y="7650"/>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3801;p64">
              <a:extLst>
                <a:ext uri="{FF2B5EF4-FFF2-40B4-BE49-F238E27FC236}">
                  <a16:creationId xmlns:a16="http://schemas.microsoft.com/office/drawing/2014/main" id="{5FBCF941-A142-72C4-17A0-AF3ABB29DF6C}"/>
                </a:ext>
              </a:extLst>
            </p:cNvPr>
            <p:cNvSpPr/>
            <p:nvPr/>
          </p:nvSpPr>
          <p:spPr>
            <a:xfrm>
              <a:off x="3505400" y="3821425"/>
              <a:ext cx="95650" cy="177625"/>
            </a:xfrm>
            <a:custGeom>
              <a:avLst/>
              <a:gdLst/>
              <a:ahLst/>
              <a:cxnLst/>
              <a:rect l="l" t="t" r="r" b="b"/>
              <a:pathLst>
                <a:path w="3826" h="7105"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3802;p64">
              <a:extLst>
                <a:ext uri="{FF2B5EF4-FFF2-40B4-BE49-F238E27FC236}">
                  <a16:creationId xmlns:a16="http://schemas.microsoft.com/office/drawing/2014/main" id="{B23FC876-60F1-93AA-D9F4-B7256F3B9703}"/>
                </a:ext>
              </a:extLst>
            </p:cNvPr>
            <p:cNvSpPr/>
            <p:nvPr/>
          </p:nvSpPr>
          <p:spPr>
            <a:xfrm>
              <a:off x="3498175" y="3814200"/>
              <a:ext cx="109325" cy="191275"/>
            </a:xfrm>
            <a:custGeom>
              <a:avLst/>
              <a:gdLst/>
              <a:ahLst/>
              <a:cxnLst/>
              <a:rect l="l" t="t" r="r" b="b"/>
              <a:pathLst>
                <a:path w="4373" h="7651" extrusionOk="0">
                  <a:moveTo>
                    <a:pt x="3826" y="546"/>
                  </a:moveTo>
                  <a:lnTo>
                    <a:pt x="3826" y="7104"/>
                  </a:lnTo>
                  <a:lnTo>
                    <a:pt x="547" y="7104"/>
                  </a:lnTo>
                  <a:lnTo>
                    <a:pt x="547" y="546"/>
                  </a:lnTo>
                  <a:close/>
                  <a:moveTo>
                    <a:pt x="0" y="0"/>
                  </a:moveTo>
                  <a:lnTo>
                    <a:pt x="0" y="7650"/>
                  </a:lnTo>
                  <a:lnTo>
                    <a:pt x="4372" y="7650"/>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3803;p64">
              <a:extLst>
                <a:ext uri="{FF2B5EF4-FFF2-40B4-BE49-F238E27FC236}">
                  <a16:creationId xmlns:a16="http://schemas.microsoft.com/office/drawing/2014/main" id="{87DE219A-66E6-F21D-E093-8E199AC2DAF6}"/>
                </a:ext>
              </a:extLst>
            </p:cNvPr>
            <p:cNvSpPr/>
            <p:nvPr/>
          </p:nvSpPr>
          <p:spPr>
            <a:xfrm>
              <a:off x="3651675" y="3821425"/>
              <a:ext cx="95650" cy="177625"/>
            </a:xfrm>
            <a:custGeom>
              <a:avLst/>
              <a:gdLst/>
              <a:ahLst/>
              <a:cxnLst/>
              <a:rect l="l" t="t" r="r" b="b"/>
              <a:pathLst>
                <a:path w="3826" h="7105"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3804;p64">
              <a:extLst>
                <a:ext uri="{FF2B5EF4-FFF2-40B4-BE49-F238E27FC236}">
                  <a16:creationId xmlns:a16="http://schemas.microsoft.com/office/drawing/2014/main" id="{BE9C9A90-52C8-DE5A-09D1-D9EE539C6F47}"/>
                </a:ext>
              </a:extLst>
            </p:cNvPr>
            <p:cNvSpPr/>
            <p:nvPr/>
          </p:nvSpPr>
          <p:spPr>
            <a:xfrm>
              <a:off x="3645225" y="3814200"/>
              <a:ext cx="108525" cy="191275"/>
            </a:xfrm>
            <a:custGeom>
              <a:avLst/>
              <a:gdLst/>
              <a:ahLst/>
              <a:cxnLst/>
              <a:rect l="l" t="t" r="r" b="b"/>
              <a:pathLst>
                <a:path w="4341" h="7651" extrusionOk="0">
                  <a:moveTo>
                    <a:pt x="3826" y="546"/>
                  </a:moveTo>
                  <a:lnTo>
                    <a:pt x="3826" y="7104"/>
                  </a:lnTo>
                  <a:lnTo>
                    <a:pt x="515" y="7104"/>
                  </a:lnTo>
                  <a:lnTo>
                    <a:pt x="515" y="546"/>
                  </a:lnTo>
                  <a:close/>
                  <a:moveTo>
                    <a:pt x="1" y="0"/>
                  </a:moveTo>
                  <a:lnTo>
                    <a:pt x="1" y="7650"/>
                  </a:lnTo>
                  <a:lnTo>
                    <a:pt x="4340" y="7650"/>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3805;p64">
              <a:extLst>
                <a:ext uri="{FF2B5EF4-FFF2-40B4-BE49-F238E27FC236}">
                  <a16:creationId xmlns:a16="http://schemas.microsoft.com/office/drawing/2014/main" id="{F2931D69-538A-0F6A-6CA2-5DB5CCC0ADD4}"/>
                </a:ext>
              </a:extLst>
            </p:cNvPr>
            <p:cNvSpPr/>
            <p:nvPr/>
          </p:nvSpPr>
          <p:spPr>
            <a:xfrm>
              <a:off x="3231375" y="3821425"/>
              <a:ext cx="76375" cy="177625"/>
            </a:xfrm>
            <a:custGeom>
              <a:avLst/>
              <a:gdLst/>
              <a:ahLst/>
              <a:cxnLst/>
              <a:rect l="l" t="t" r="r" b="b"/>
              <a:pathLst>
                <a:path w="3055" h="7105"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3806;p64">
              <a:extLst>
                <a:ext uri="{FF2B5EF4-FFF2-40B4-BE49-F238E27FC236}">
                  <a16:creationId xmlns:a16="http://schemas.microsoft.com/office/drawing/2014/main" id="{6D94DF3C-53F6-81E7-2D49-52EB28A00110}"/>
                </a:ext>
              </a:extLst>
            </p:cNvPr>
            <p:cNvSpPr/>
            <p:nvPr/>
          </p:nvSpPr>
          <p:spPr>
            <a:xfrm>
              <a:off x="3224950" y="3814200"/>
              <a:ext cx="89225" cy="191275"/>
            </a:xfrm>
            <a:custGeom>
              <a:avLst/>
              <a:gdLst/>
              <a:ahLst/>
              <a:cxnLst/>
              <a:rect l="l" t="t" r="r" b="b"/>
              <a:pathLst>
                <a:path w="3569" h="7651" extrusionOk="0">
                  <a:moveTo>
                    <a:pt x="3022" y="546"/>
                  </a:moveTo>
                  <a:lnTo>
                    <a:pt x="3022" y="7104"/>
                  </a:lnTo>
                  <a:lnTo>
                    <a:pt x="515" y="7104"/>
                  </a:lnTo>
                  <a:lnTo>
                    <a:pt x="515" y="546"/>
                  </a:lnTo>
                  <a:close/>
                  <a:moveTo>
                    <a:pt x="0" y="0"/>
                  </a:moveTo>
                  <a:lnTo>
                    <a:pt x="0" y="7650"/>
                  </a:lnTo>
                  <a:lnTo>
                    <a:pt x="3568" y="7650"/>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3807;p64">
              <a:extLst>
                <a:ext uri="{FF2B5EF4-FFF2-40B4-BE49-F238E27FC236}">
                  <a16:creationId xmlns:a16="http://schemas.microsoft.com/office/drawing/2014/main" id="{ECB4BC68-D950-2E34-FFCB-18568D9F924B}"/>
                </a:ext>
              </a:extLst>
            </p:cNvPr>
            <p:cNvSpPr/>
            <p:nvPr/>
          </p:nvSpPr>
          <p:spPr>
            <a:xfrm>
              <a:off x="3797925" y="3821425"/>
              <a:ext cx="587450" cy="177625"/>
            </a:xfrm>
            <a:custGeom>
              <a:avLst/>
              <a:gdLst/>
              <a:ahLst/>
              <a:cxnLst/>
              <a:rect l="l" t="t" r="r" b="b"/>
              <a:pathLst>
                <a:path w="23498" h="7105"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3808;p64">
              <a:extLst>
                <a:ext uri="{FF2B5EF4-FFF2-40B4-BE49-F238E27FC236}">
                  <a16:creationId xmlns:a16="http://schemas.microsoft.com/office/drawing/2014/main" id="{1EF346D7-60E9-F850-3BCE-7C15801127C8}"/>
                </a:ext>
              </a:extLst>
            </p:cNvPr>
            <p:cNvSpPr/>
            <p:nvPr/>
          </p:nvSpPr>
          <p:spPr>
            <a:xfrm>
              <a:off x="3791500" y="3814200"/>
              <a:ext cx="600325" cy="191275"/>
            </a:xfrm>
            <a:custGeom>
              <a:avLst/>
              <a:gdLst/>
              <a:ahLst/>
              <a:cxnLst/>
              <a:rect l="l" t="t" r="r" b="b"/>
              <a:pathLst>
                <a:path w="24013" h="7651" extrusionOk="0">
                  <a:moveTo>
                    <a:pt x="23498" y="546"/>
                  </a:moveTo>
                  <a:lnTo>
                    <a:pt x="23498" y="7104"/>
                  </a:lnTo>
                  <a:lnTo>
                    <a:pt x="547" y="7104"/>
                  </a:lnTo>
                  <a:lnTo>
                    <a:pt x="547" y="546"/>
                  </a:lnTo>
                  <a:close/>
                  <a:moveTo>
                    <a:pt x="0" y="0"/>
                  </a:moveTo>
                  <a:lnTo>
                    <a:pt x="0" y="289"/>
                  </a:lnTo>
                  <a:lnTo>
                    <a:pt x="0" y="7650"/>
                  </a:lnTo>
                  <a:lnTo>
                    <a:pt x="24012" y="7650"/>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3809;p64">
              <a:extLst>
                <a:ext uri="{FF2B5EF4-FFF2-40B4-BE49-F238E27FC236}">
                  <a16:creationId xmlns:a16="http://schemas.microsoft.com/office/drawing/2014/main" id="{58BCC0C7-9E02-4B4B-BAAC-6C3D76398934}"/>
                </a:ext>
              </a:extLst>
            </p:cNvPr>
            <p:cNvSpPr/>
            <p:nvPr/>
          </p:nvSpPr>
          <p:spPr>
            <a:xfrm>
              <a:off x="4497050" y="3857575"/>
              <a:ext cx="89225" cy="89225"/>
            </a:xfrm>
            <a:custGeom>
              <a:avLst/>
              <a:gdLst/>
              <a:ahLst/>
              <a:cxnLst/>
              <a:rect l="l" t="t" r="r" b="b"/>
              <a:pathLst>
                <a:path w="3569" h="3569" extrusionOk="0">
                  <a:moveTo>
                    <a:pt x="1801" y="1"/>
                  </a:moveTo>
                  <a:cubicBezTo>
                    <a:pt x="805" y="1"/>
                    <a:pt x="1" y="804"/>
                    <a:pt x="1" y="1801"/>
                  </a:cubicBezTo>
                  <a:cubicBezTo>
                    <a:pt x="1" y="2765"/>
                    <a:pt x="805" y="3569"/>
                    <a:pt x="1801" y="3569"/>
                  </a:cubicBezTo>
                  <a:cubicBezTo>
                    <a:pt x="2765" y="3569"/>
                    <a:pt x="3569" y="2765"/>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3810;p64">
              <a:extLst>
                <a:ext uri="{FF2B5EF4-FFF2-40B4-BE49-F238E27FC236}">
                  <a16:creationId xmlns:a16="http://schemas.microsoft.com/office/drawing/2014/main" id="{D3D3B275-DE94-657B-C8B2-66EF29CB7114}"/>
                </a:ext>
              </a:extLst>
            </p:cNvPr>
            <p:cNvSpPr/>
            <p:nvPr/>
          </p:nvSpPr>
          <p:spPr>
            <a:xfrm>
              <a:off x="4490625" y="3851150"/>
              <a:ext cx="102900" cy="102900"/>
            </a:xfrm>
            <a:custGeom>
              <a:avLst/>
              <a:gdLst/>
              <a:ahLst/>
              <a:cxnLst/>
              <a:rect l="l" t="t" r="r" b="b"/>
              <a:pathLst>
                <a:path w="4116" h="4116" extrusionOk="0">
                  <a:moveTo>
                    <a:pt x="2058" y="515"/>
                  </a:moveTo>
                  <a:cubicBezTo>
                    <a:pt x="2894" y="515"/>
                    <a:pt x="3569" y="1190"/>
                    <a:pt x="3569" y="2058"/>
                  </a:cubicBezTo>
                  <a:cubicBezTo>
                    <a:pt x="3569" y="2894"/>
                    <a:pt x="2894" y="3569"/>
                    <a:pt x="2058" y="3569"/>
                  </a:cubicBezTo>
                  <a:cubicBezTo>
                    <a:pt x="1190" y="3569"/>
                    <a:pt x="515" y="2894"/>
                    <a:pt x="515" y="2058"/>
                  </a:cubicBezTo>
                  <a:cubicBezTo>
                    <a:pt x="515" y="1190"/>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3811;p64">
              <a:extLst>
                <a:ext uri="{FF2B5EF4-FFF2-40B4-BE49-F238E27FC236}">
                  <a16:creationId xmlns:a16="http://schemas.microsoft.com/office/drawing/2014/main" id="{DA0B95F1-CEFF-7A0B-5B8E-59EC590BB00B}"/>
                </a:ext>
              </a:extLst>
            </p:cNvPr>
            <p:cNvSpPr/>
            <p:nvPr/>
          </p:nvSpPr>
          <p:spPr>
            <a:xfrm>
              <a:off x="4672250" y="3857575"/>
              <a:ext cx="89225" cy="89225"/>
            </a:xfrm>
            <a:custGeom>
              <a:avLst/>
              <a:gdLst/>
              <a:ahLst/>
              <a:cxnLst/>
              <a:rect l="l" t="t" r="r" b="b"/>
              <a:pathLst>
                <a:path w="3569" h="3569" extrusionOk="0">
                  <a:moveTo>
                    <a:pt x="1801" y="1"/>
                  </a:moveTo>
                  <a:cubicBezTo>
                    <a:pt x="804" y="1"/>
                    <a:pt x="0" y="804"/>
                    <a:pt x="0" y="1801"/>
                  </a:cubicBezTo>
                  <a:cubicBezTo>
                    <a:pt x="0" y="2765"/>
                    <a:pt x="804" y="3569"/>
                    <a:pt x="1801" y="3569"/>
                  </a:cubicBezTo>
                  <a:cubicBezTo>
                    <a:pt x="2797" y="3569"/>
                    <a:pt x="3568" y="2765"/>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3812;p64">
              <a:extLst>
                <a:ext uri="{FF2B5EF4-FFF2-40B4-BE49-F238E27FC236}">
                  <a16:creationId xmlns:a16="http://schemas.microsoft.com/office/drawing/2014/main" id="{5BCF4C2F-054B-2FB7-3F4F-3B369C132FCB}"/>
                </a:ext>
              </a:extLst>
            </p:cNvPr>
            <p:cNvSpPr/>
            <p:nvPr/>
          </p:nvSpPr>
          <p:spPr>
            <a:xfrm>
              <a:off x="4665825" y="3851150"/>
              <a:ext cx="102875" cy="102900"/>
            </a:xfrm>
            <a:custGeom>
              <a:avLst/>
              <a:gdLst/>
              <a:ahLst/>
              <a:cxnLst/>
              <a:rect l="l" t="t" r="r" b="b"/>
              <a:pathLst>
                <a:path w="4115" h="4116" extrusionOk="0">
                  <a:moveTo>
                    <a:pt x="2058" y="515"/>
                  </a:moveTo>
                  <a:cubicBezTo>
                    <a:pt x="2893" y="515"/>
                    <a:pt x="3568" y="1190"/>
                    <a:pt x="3568" y="2058"/>
                  </a:cubicBezTo>
                  <a:cubicBezTo>
                    <a:pt x="3568" y="2894"/>
                    <a:pt x="2893" y="3569"/>
                    <a:pt x="2058" y="3569"/>
                  </a:cubicBezTo>
                  <a:cubicBezTo>
                    <a:pt x="1222" y="3569"/>
                    <a:pt x="515" y="2894"/>
                    <a:pt x="515" y="2058"/>
                  </a:cubicBezTo>
                  <a:cubicBezTo>
                    <a:pt x="515" y="1190"/>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3813;p64">
              <a:extLst>
                <a:ext uri="{FF2B5EF4-FFF2-40B4-BE49-F238E27FC236}">
                  <a16:creationId xmlns:a16="http://schemas.microsoft.com/office/drawing/2014/main" id="{D562890E-4D09-FA40-4B9E-07BAAFA01693}"/>
                </a:ext>
              </a:extLst>
            </p:cNvPr>
            <p:cNvSpPr/>
            <p:nvPr/>
          </p:nvSpPr>
          <p:spPr>
            <a:xfrm>
              <a:off x="4235900" y="3857575"/>
              <a:ext cx="89225" cy="89225"/>
            </a:xfrm>
            <a:custGeom>
              <a:avLst/>
              <a:gdLst/>
              <a:ahLst/>
              <a:cxnLst/>
              <a:rect l="l" t="t" r="r" b="b"/>
              <a:pathLst>
                <a:path w="3569" h="3569" extrusionOk="0">
                  <a:moveTo>
                    <a:pt x="1800" y="1"/>
                  </a:moveTo>
                  <a:cubicBezTo>
                    <a:pt x="804" y="1"/>
                    <a:pt x="0" y="804"/>
                    <a:pt x="0" y="1801"/>
                  </a:cubicBezTo>
                  <a:cubicBezTo>
                    <a:pt x="0" y="2765"/>
                    <a:pt x="804" y="3569"/>
                    <a:pt x="1800" y="3569"/>
                  </a:cubicBezTo>
                  <a:cubicBezTo>
                    <a:pt x="2764" y="3569"/>
                    <a:pt x="3568" y="2765"/>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3814;p64">
              <a:extLst>
                <a:ext uri="{FF2B5EF4-FFF2-40B4-BE49-F238E27FC236}">
                  <a16:creationId xmlns:a16="http://schemas.microsoft.com/office/drawing/2014/main" id="{FD1ADD75-529A-ADE3-8A78-F75F794A6A3C}"/>
                </a:ext>
              </a:extLst>
            </p:cNvPr>
            <p:cNvSpPr/>
            <p:nvPr/>
          </p:nvSpPr>
          <p:spPr>
            <a:xfrm>
              <a:off x="4229450" y="3851150"/>
              <a:ext cx="102900" cy="102900"/>
            </a:xfrm>
            <a:custGeom>
              <a:avLst/>
              <a:gdLst/>
              <a:ahLst/>
              <a:cxnLst/>
              <a:rect l="l" t="t" r="r" b="b"/>
              <a:pathLst>
                <a:path w="4116" h="4116" extrusionOk="0">
                  <a:moveTo>
                    <a:pt x="2058" y="515"/>
                  </a:moveTo>
                  <a:cubicBezTo>
                    <a:pt x="2894" y="515"/>
                    <a:pt x="3569" y="1190"/>
                    <a:pt x="3569" y="2058"/>
                  </a:cubicBezTo>
                  <a:cubicBezTo>
                    <a:pt x="3569" y="2894"/>
                    <a:pt x="2894" y="3569"/>
                    <a:pt x="2058" y="3569"/>
                  </a:cubicBezTo>
                  <a:cubicBezTo>
                    <a:pt x="1222" y="3569"/>
                    <a:pt x="515" y="2894"/>
                    <a:pt x="515" y="2058"/>
                  </a:cubicBezTo>
                  <a:cubicBezTo>
                    <a:pt x="515" y="1190"/>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 name="Google Shape;2308;p43">
            <a:extLst>
              <a:ext uri="{FF2B5EF4-FFF2-40B4-BE49-F238E27FC236}">
                <a16:creationId xmlns:a16="http://schemas.microsoft.com/office/drawing/2014/main" id="{FCA14B31-B682-BAE7-5BB7-579B3E460103}"/>
              </a:ext>
            </a:extLst>
          </p:cNvPr>
          <p:cNvSpPr txBox="1">
            <a:spLocks/>
          </p:cNvSpPr>
          <p:nvPr/>
        </p:nvSpPr>
        <p:spPr>
          <a:xfrm>
            <a:off x="367258" y="2167129"/>
            <a:ext cx="3072985" cy="119816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1pPr>
            <a:lvl2pPr marR="0" lvl="1"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2pPr>
            <a:lvl3pPr marR="0" lvl="2"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3pPr>
            <a:lvl4pPr marR="0" lvl="3"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4pPr>
            <a:lvl5pPr marR="0" lvl="4"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5pPr>
            <a:lvl6pPr marR="0" lvl="5"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6pPr>
            <a:lvl7pPr marR="0" lvl="6"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7pPr>
            <a:lvl8pPr marR="0" lvl="7"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8pPr>
            <a:lvl9pPr marR="0" lvl="8" algn="r" rtl="0">
              <a:lnSpc>
                <a:spcPct val="100000"/>
              </a:lnSpc>
              <a:spcBef>
                <a:spcPts val="0"/>
              </a:spcBef>
              <a:spcAft>
                <a:spcPts val="0"/>
              </a:spcAft>
              <a:buClr>
                <a:schemeClr val="accent1"/>
              </a:buClr>
              <a:buSzPts val="1600"/>
              <a:buFont typeface="Barlow Semi Condensed Medium"/>
              <a:buNone/>
              <a:defRPr sz="1600" b="0" i="0" u="none" strike="noStrike" cap="none">
                <a:solidFill>
                  <a:schemeClr val="accent1"/>
                </a:solidFill>
                <a:latin typeface="Barlow Semi Condensed Medium"/>
                <a:ea typeface="Barlow Semi Condensed Medium"/>
                <a:cs typeface="Barlow Semi Condensed Medium"/>
                <a:sym typeface="Barlow Semi Condensed Medium"/>
              </a:defRPr>
            </a:lvl9pPr>
          </a:lstStyle>
          <a:p>
            <a:pPr algn="ctr">
              <a:buClr>
                <a:schemeClr val="dk2"/>
              </a:buClr>
              <a:buSzPts val="2800"/>
            </a:pPr>
            <a:r>
              <a:rPr lang="en-US" sz="2800" dirty="0">
                <a:solidFill>
                  <a:schemeClr val="dk2"/>
                </a:solidFill>
                <a:latin typeface="Fjalla One"/>
                <a:sym typeface="Fjalla One"/>
              </a:rPr>
              <a:t>Architecture &amp; Training Process</a:t>
            </a:r>
          </a:p>
        </p:txBody>
      </p:sp>
      <p:pic>
        <p:nvPicPr>
          <p:cNvPr id="8" name="Picture 7">
            <a:extLst>
              <a:ext uri="{FF2B5EF4-FFF2-40B4-BE49-F238E27FC236}">
                <a16:creationId xmlns:a16="http://schemas.microsoft.com/office/drawing/2014/main" id="{CAE50A1A-8898-A163-B450-863FC8031B96}"/>
              </a:ext>
            </a:extLst>
          </p:cNvPr>
          <p:cNvPicPr>
            <a:picLocks noChangeAspect="1"/>
          </p:cNvPicPr>
          <p:nvPr/>
        </p:nvPicPr>
        <p:blipFill>
          <a:blip r:embed="rId3"/>
          <a:stretch>
            <a:fillRect/>
          </a:stretch>
        </p:blipFill>
        <p:spPr>
          <a:xfrm>
            <a:off x="4377129" y="559341"/>
            <a:ext cx="3507697" cy="402481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06">
          <a:extLst>
            <a:ext uri="{FF2B5EF4-FFF2-40B4-BE49-F238E27FC236}">
              <a16:creationId xmlns:a16="http://schemas.microsoft.com/office/drawing/2014/main" id="{0DA171EC-DBD5-8EB9-93D3-37F9969155ED}"/>
            </a:ext>
          </a:extLst>
        </p:cNvPr>
        <p:cNvGrpSpPr/>
        <p:nvPr/>
      </p:nvGrpSpPr>
      <p:grpSpPr>
        <a:xfrm>
          <a:off x="0" y="0"/>
          <a:ext cx="0" cy="0"/>
          <a:chOff x="0" y="0"/>
          <a:chExt cx="0" cy="0"/>
        </a:xfrm>
      </p:grpSpPr>
      <p:sp>
        <p:nvSpPr>
          <p:cNvPr id="2308" name="Google Shape;2308;p43">
            <a:extLst>
              <a:ext uri="{FF2B5EF4-FFF2-40B4-BE49-F238E27FC236}">
                <a16:creationId xmlns:a16="http://schemas.microsoft.com/office/drawing/2014/main" id="{7D69FCB5-41EB-CA41-B88E-315239F199BD}"/>
              </a:ext>
            </a:extLst>
          </p:cNvPr>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p>
            <a:r>
              <a:rPr lang="en-US" b="1" dirty="0"/>
              <a:t>04 Objectives, Scope &amp; Methodology</a:t>
            </a:r>
          </a:p>
        </p:txBody>
      </p:sp>
      <p:sp>
        <p:nvSpPr>
          <p:cNvPr id="2309" name="Google Shape;2309;p43">
            <a:extLst>
              <a:ext uri="{FF2B5EF4-FFF2-40B4-BE49-F238E27FC236}">
                <a16:creationId xmlns:a16="http://schemas.microsoft.com/office/drawing/2014/main" id="{8C850972-2DAF-FECD-21CB-5ADC1E23E059}"/>
              </a:ext>
            </a:extLst>
          </p:cNvPr>
          <p:cNvSpPr txBox="1"/>
          <p:nvPr/>
        </p:nvSpPr>
        <p:spPr>
          <a:xfrm>
            <a:off x="6372177" y="3145536"/>
            <a:ext cx="877800" cy="530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000">
                <a:solidFill>
                  <a:schemeClr val="lt1"/>
                </a:solidFill>
                <a:latin typeface="Barlow Semi Condensed Medium"/>
                <a:ea typeface="Barlow Semi Condensed Medium"/>
                <a:cs typeface="Barlow Semi Condensed Medium"/>
                <a:sym typeface="Barlow Semi Condensed Medium"/>
              </a:rPr>
              <a:t>45K</a:t>
            </a:r>
            <a:endParaRPr sz="3000">
              <a:solidFill>
                <a:schemeClr val="lt1"/>
              </a:solidFill>
              <a:latin typeface="Barlow Semi Condensed Medium"/>
              <a:ea typeface="Barlow Semi Condensed Medium"/>
              <a:cs typeface="Barlow Semi Condensed Medium"/>
              <a:sym typeface="Barlow Semi Condensed Medium"/>
            </a:endParaRPr>
          </a:p>
        </p:txBody>
      </p:sp>
      <p:sp>
        <p:nvSpPr>
          <p:cNvPr id="3" name="TextBox 2">
            <a:extLst>
              <a:ext uri="{FF2B5EF4-FFF2-40B4-BE49-F238E27FC236}">
                <a16:creationId xmlns:a16="http://schemas.microsoft.com/office/drawing/2014/main" id="{3D9101E4-81CE-C194-2A0D-479DEF180C9B}"/>
              </a:ext>
            </a:extLst>
          </p:cNvPr>
          <p:cNvSpPr txBox="1"/>
          <p:nvPr/>
        </p:nvSpPr>
        <p:spPr>
          <a:xfrm>
            <a:off x="2285925" y="1095566"/>
            <a:ext cx="5311843" cy="523220"/>
          </a:xfrm>
          <a:prstGeom prst="rect">
            <a:avLst/>
          </a:prstGeom>
          <a:noFill/>
        </p:spPr>
        <p:txBody>
          <a:bodyPr wrap="square">
            <a:spAutoFit/>
          </a:bodyPr>
          <a:lstStyle/>
          <a:p>
            <a:r>
              <a:rPr lang="vi-VN" b="1" dirty="0"/>
              <a:t>Mục tiêu:</a:t>
            </a:r>
            <a:r>
              <a:rPr lang="vi-VN" dirty="0"/>
              <a:t> Đạt độ chính xác phân tách ảnh (mIoU/Dice score) cạnh tranh so với phương pháp tập trung (Centralized).</a:t>
            </a:r>
            <a:endParaRPr lang="en-US" dirty="0"/>
          </a:p>
        </p:txBody>
      </p:sp>
      <p:grpSp>
        <p:nvGrpSpPr>
          <p:cNvPr id="2" name="Google Shape;4019;p64">
            <a:extLst>
              <a:ext uri="{FF2B5EF4-FFF2-40B4-BE49-F238E27FC236}">
                <a16:creationId xmlns:a16="http://schemas.microsoft.com/office/drawing/2014/main" id="{ECF2F6A1-7063-B1C6-1419-5C98D91B3EE4}"/>
              </a:ext>
            </a:extLst>
          </p:cNvPr>
          <p:cNvGrpSpPr/>
          <p:nvPr/>
        </p:nvGrpSpPr>
        <p:grpSpPr>
          <a:xfrm>
            <a:off x="856004" y="3565024"/>
            <a:ext cx="1475957" cy="1578476"/>
            <a:chOff x="1744400" y="429725"/>
            <a:chExt cx="4623925" cy="4948200"/>
          </a:xfrm>
        </p:grpSpPr>
        <p:sp>
          <p:nvSpPr>
            <p:cNvPr id="2307" name="Google Shape;4020;p64">
              <a:extLst>
                <a:ext uri="{FF2B5EF4-FFF2-40B4-BE49-F238E27FC236}">
                  <a16:creationId xmlns:a16="http://schemas.microsoft.com/office/drawing/2014/main" id="{6A3269D6-6718-5EA0-9917-F75786290DDC}"/>
                </a:ext>
              </a:extLst>
            </p:cNvPr>
            <p:cNvSpPr/>
            <p:nvPr/>
          </p:nvSpPr>
          <p:spPr>
            <a:xfrm>
              <a:off x="1744400" y="430000"/>
              <a:ext cx="4623925" cy="4588575"/>
            </a:xfrm>
            <a:custGeom>
              <a:avLst/>
              <a:gdLst/>
              <a:ahLst/>
              <a:cxnLst/>
              <a:rect l="l" t="t" r="r" b="b"/>
              <a:pathLst>
                <a:path w="184957" h="183543" extrusionOk="0">
                  <a:moveTo>
                    <a:pt x="93830" y="1"/>
                  </a:moveTo>
                  <a:cubicBezTo>
                    <a:pt x="76191" y="1"/>
                    <a:pt x="57391" y="6440"/>
                    <a:pt x="42281" y="19249"/>
                  </a:cubicBezTo>
                  <a:cubicBezTo>
                    <a:pt x="12606" y="44404"/>
                    <a:pt x="7524" y="71664"/>
                    <a:pt x="7524" y="71664"/>
                  </a:cubicBezTo>
                  <a:cubicBezTo>
                    <a:pt x="7524" y="71664"/>
                    <a:pt x="0" y="103754"/>
                    <a:pt x="20916" y="131716"/>
                  </a:cubicBezTo>
                  <a:cubicBezTo>
                    <a:pt x="41831" y="159679"/>
                    <a:pt x="78300" y="170544"/>
                    <a:pt x="107611" y="180117"/>
                  </a:cubicBezTo>
                  <a:cubicBezTo>
                    <a:pt x="114704" y="182434"/>
                    <a:pt x="121689" y="183542"/>
                    <a:pt x="128348" y="183542"/>
                  </a:cubicBezTo>
                  <a:cubicBezTo>
                    <a:pt x="149206" y="183542"/>
                    <a:pt x="166871" y="172670"/>
                    <a:pt x="174681" y="154008"/>
                  </a:cubicBezTo>
                  <a:cubicBezTo>
                    <a:pt x="184956" y="129386"/>
                    <a:pt x="164181" y="116107"/>
                    <a:pt x="159577" y="83933"/>
                  </a:cubicBezTo>
                  <a:cubicBezTo>
                    <a:pt x="155001" y="51759"/>
                    <a:pt x="158650" y="42495"/>
                    <a:pt x="137257" y="18013"/>
                  </a:cubicBezTo>
                  <a:cubicBezTo>
                    <a:pt x="126757" y="5984"/>
                    <a:pt x="110833" y="1"/>
                    <a:pt x="938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4021;p64">
              <a:extLst>
                <a:ext uri="{FF2B5EF4-FFF2-40B4-BE49-F238E27FC236}">
                  <a16:creationId xmlns:a16="http://schemas.microsoft.com/office/drawing/2014/main" id="{13CDFC31-3EF9-0D04-E59B-EE96B1B53065}"/>
                </a:ext>
              </a:extLst>
            </p:cNvPr>
            <p:cNvSpPr/>
            <p:nvPr/>
          </p:nvSpPr>
          <p:spPr>
            <a:xfrm>
              <a:off x="1899500" y="429725"/>
              <a:ext cx="4282125" cy="4588850"/>
            </a:xfrm>
            <a:custGeom>
              <a:avLst/>
              <a:gdLst/>
              <a:ahLst/>
              <a:cxnLst/>
              <a:rect l="l" t="t" r="r" b="b"/>
              <a:pathLst>
                <a:path w="171285" h="183554" extrusionOk="0">
                  <a:moveTo>
                    <a:pt x="170470" y="133468"/>
                  </a:moveTo>
                  <a:lnTo>
                    <a:pt x="170470" y="147814"/>
                  </a:lnTo>
                  <a:cubicBezTo>
                    <a:pt x="171032" y="145372"/>
                    <a:pt x="171285" y="143013"/>
                    <a:pt x="171285" y="140711"/>
                  </a:cubicBezTo>
                  <a:cubicBezTo>
                    <a:pt x="171285" y="138241"/>
                    <a:pt x="171004" y="135854"/>
                    <a:pt x="170470" y="133468"/>
                  </a:cubicBezTo>
                  <a:close/>
                  <a:moveTo>
                    <a:pt x="87622" y="0"/>
                  </a:moveTo>
                  <a:cubicBezTo>
                    <a:pt x="70777" y="0"/>
                    <a:pt x="52893" y="5896"/>
                    <a:pt x="38126" y="17575"/>
                  </a:cubicBezTo>
                  <a:lnTo>
                    <a:pt x="103147" y="17575"/>
                  </a:lnTo>
                  <a:lnTo>
                    <a:pt x="103147" y="91805"/>
                  </a:lnTo>
                  <a:lnTo>
                    <a:pt x="3931" y="91805"/>
                  </a:lnTo>
                  <a:lnTo>
                    <a:pt x="3931" y="63169"/>
                  </a:lnTo>
                  <a:cubicBezTo>
                    <a:pt x="1910" y="68419"/>
                    <a:pt x="1320" y="71675"/>
                    <a:pt x="1320" y="71675"/>
                  </a:cubicBezTo>
                  <a:cubicBezTo>
                    <a:pt x="1320" y="71675"/>
                    <a:pt x="1" y="77290"/>
                    <a:pt x="1" y="85853"/>
                  </a:cubicBezTo>
                  <a:cubicBezTo>
                    <a:pt x="1" y="97785"/>
                    <a:pt x="2555" y="115444"/>
                    <a:pt x="14712" y="131727"/>
                  </a:cubicBezTo>
                  <a:cubicBezTo>
                    <a:pt x="35627" y="159690"/>
                    <a:pt x="72096" y="170555"/>
                    <a:pt x="101407" y="180128"/>
                  </a:cubicBezTo>
                  <a:cubicBezTo>
                    <a:pt x="108509" y="182458"/>
                    <a:pt x="115500" y="183553"/>
                    <a:pt x="122154" y="183553"/>
                  </a:cubicBezTo>
                  <a:cubicBezTo>
                    <a:pt x="143013" y="183553"/>
                    <a:pt x="160672" y="172688"/>
                    <a:pt x="168477" y="154019"/>
                  </a:cubicBezTo>
                  <a:cubicBezTo>
                    <a:pt x="169095" y="152503"/>
                    <a:pt x="169628" y="151015"/>
                    <a:pt x="170021" y="149583"/>
                  </a:cubicBezTo>
                  <a:lnTo>
                    <a:pt x="100452" y="149583"/>
                  </a:lnTo>
                  <a:lnTo>
                    <a:pt x="100452" y="98290"/>
                  </a:lnTo>
                  <a:lnTo>
                    <a:pt x="100452" y="97167"/>
                  </a:lnTo>
                  <a:lnTo>
                    <a:pt x="100452" y="94079"/>
                  </a:lnTo>
                  <a:lnTo>
                    <a:pt x="117465" y="94079"/>
                  </a:lnTo>
                  <a:lnTo>
                    <a:pt x="119402" y="97167"/>
                  </a:lnTo>
                  <a:lnTo>
                    <a:pt x="156349" y="97167"/>
                  </a:lnTo>
                  <a:cubicBezTo>
                    <a:pt x="155114" y="93124"/>
                    <a:pt x="154075" y="88745"/>
                    <a:pt x="153373" y="83944"/>
                  </a:cubicBezTo>
                  <a:cubicBezTo>
                    <a:pt x="148797" y="51770"/>
                    <a:pt x="152446" y="42506"/>
                    <a:pt x="131053" y="18024"/>
                  </a:cubicBezTo>
                  <a:cubicBezTo>
                    <a:pt x="120554" y="6008"/>
                    <a:pt x="104635" y="0"/>
                    <a:pt x="8762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4022;p64">
              <a:extLst>
                <a:ext uri="{FF2B5EF4-FFF2-40B4-BE49-F238E27FC236}">
                  <a16:creationId xmlns:a16="http://schemas.microsoft.com/office/drawing/2014/main" id="{23DBECA3-75AD-C44B-3EFA-BAA91D1D390A}"/>
                </a:ext>
              </a:extLst>
            </p:cNvPr>
            <p:cNvSpPr/>
            <p:nvPr/>
          </p:nvSpPr>
          <p:spPr>
            <a:xfrm>
              <a:off x="4410775" y="2781675"/>
              <a:ext cx="1750500" cy="1387625"/>
            </a:xfrm>
            <a:custGeom>
              <a:avLst/>
              <a:gdLst/>
              <a:ahLst/>
              <a:cxnLst/>
              <a:rect l="l" t="t" r="r" b="b"/>
              <a:pathLst>
                <a:path w="70020" h="55505" extrusionOk="0">
                  <a:moveTo>
                    <a:pt x="1" y="1"/>
                  </a:moveTo>
                  <a:lnTo>
                    <a:pt x="1" y="55505"/>
                  </a:lnTo>
                  <a:lnTo>
                    <a:pt x="70019" y="55505"/>
                  </a:lnTo>
                  <a:lnTo>
                    <a:pt x="70019" y="3089"/>
                  </a:lnTo>
                  <a:lnTo>
                    <a:pt x="18951" y="3089"/>
                  </a:lnTo>
                  <a:lnTo>
                    <a:pt x="170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4023;p64">
              <a:extLst>
                <a:ext uri="{FF2B5EF4-FFF2-40B4-BE49-F238E27FC236}">
                  <a16:creationId xmlns:a16="http://schemas.microsoft.com/office/drawing/2014/main" id="{ED3C3FD8-D40B-4D41-C14E-700210A87575}"/>
                </a:ext>
              </a:extLst>
            </p:cNvPr>
            <p:cNvSpPr/>
            <p:nvPr/>
          </p:nvSpPr>
          <p:spPr>
            <a:xfrm>
              <a:off x="4424125" y="2894675"/>
              <a:ext cx="1725925" cy="1246550"/>
            </a:xfrm>
            <a:custGeom>
              <a:avLst/>
              <a:gdLst/>
              <a:ahLst/>
              <a:cxnLst/>
              <a:rect l="l" t="t" r="r" b="b"/>
              <a:pathLst>
                <a:path w="69037" h="49862" extrusionOk="0">
                  <a:moveTo>
                    <a:pt x="0" y="1"/>
                  </a:moveTo>
                  <a:lnTo>
                    <a:pt x="0" y="49862"/>
                  </a:lnTo>
                  <a:lnTo>
                    <a:pt x="69036" y="49862"/>
                  </a:lnTo>
                  <a:lnTo>
                    <a:pt x="6903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4024;p64">
              <a:extLst>
                <a:ext uri="{FF2B5EF4-FFF2-40B4-BE49-F238E27FC236}">
                  <a16:creationId xmlns:a16="http://schemas.microsoft.com/office/drawing/2014/main" id="{6CAE4272-75B7-18F6-BCD2-06F43EBEFD79}"/>
                </a:ext>
              </a:extLst>
            </p:cNvPr>
            <p:cNvSpPr/>
            <p:nvPr/>
          </p:nvSpPr>
          <p:spPr>
            <a:xfrm>
              <a:off x="6118425" y="2900300"/>
              <a:ext cx="26000" cy="749625"/>
            </a:xfrm>
            <a:custGeom>
              <a:avLst/>
              <a:gdLst/>
              <a:ahLst/>
              <a:cxnLst/>
              <a:rect l="l" t="t" r="r" b="b"/>
              <a:pathLst>
                <a:path w="1040" h="29985" extrusionOk="0">
                  <a:moveTo>
                    <a:pt x="1" y="1"/>
                  </a:moveTo>
                  <a:lnTo>
                    <a:pt x="1" y="29984"/>
                  </a:lnTo>
                  <a:lnTo>
                    <a:pt x="1040" y="29984"/>
                  </a:lnTo>
                  <a:lnTo>
                    <a:pt x="1040" y="1"/>
                  </a:ln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4025;p64">
              <a:extLst>
                <a:ext uri="{FF2B5EF4-FFF2-40B4-BE49-F238E27FC236}">
                  <a16:creationId xmlns:a16="http://schemas.microsoft.com/office/drawing/2014/main" id="{9482D974-3584-1FFA-BB16-AAB3E05ED539}"/>
                </a:ext>
              </a:extLst>
            </p:cNvPr>
            <p:cNvSpPr/>
            <p:nvPr/>
          </p:nvSpPr>
          <p:spPr>
            <a:xfrm>
              <a:off x="6118425" y="3649900"/>
              <a:ext cx="26000" cy="485025"/>
            </a:xfrm>
            <a:custGeom>
              <a:avLst/>
              <a:gdLst/>
              <a:ahLst/>
              <a:cxnLst/>
              <a:rect l="l" t="t" r="r" b="b"/>
              <a:pathLst>
                <a:path w="1040" h="19401" extrusionOk="0">
                  <a:moveTo>
                    <a:pt x="1" y="0"/>
                  </a:moveTo>
                  <a:lnTo>
                    <a:pt x="1" y="19400"/>
                  </a:lnTo>
                  <a:lnTo>
                    <a:pt x="1040" y="19400"/>
                  </a:lnTo>
                  <a:lnTo>
                    <a:pt x="1040" y="0"/>
                  </a:lnTo>
                  <a:close/>
                </a:path>
              </a:pathLst>
            </a:custGeom>
            <a:solidFill>
              <a:srgbClr val="B0B0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4026;p64">
              <a:extLst>
                <a:ext uri="{FF2B5EF4-FFF2-40B4-BE49-F238E27FC236}">
                  <a16:creationId xmlns:a16="http://schemas.microsoft.com/office/drawing/2014/main" id="{E2CE77DA-EB5B-7DDE-138E-4CC5BC1F1D1E}"/>
                </a:ext>
              </a:extLst>
            </p:cNvPr>
            <p:cNvSpPr/>
            <p:nvPr/>
          </p:nvSpPr>
          <p:spPr>
            <a:xfrm>
              <a:off x="4417100" y="2877850"/>
              <a:ext cx="1735050" cy="67400"/>
            </a:xfrm>
            <a:custGeom>
              <a:avLst/>
              <a:gdLst/>
              <a:ahLst/>
              <a:cxnLst/>
              <a:rect l="l" t="t" r="r" b="b"/>
              <a:pathLst>
                <a:path w="69402" h="2696" extrusionOk="0">
                  <a:moveTo>
                    <a:pt x="1" y="0"/>
                  </a:moveTo>
                  <a:lnTo>
                    <a:pt x="1" y="2695"/>
                  </a:lnTo>
                  <a:lnTo>
                    <a:pt x="69401" y="2695"/>
                  </a:lnTo>
                  <a:lnTo>
                    <a:pt x="6940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4027;p64">
              <a:extLst>
                <a:ext uri="{FF2B5EF4-FFF2-40B4-BE49-F238E27FC236}">
                  <a16:creationId xmlns:a16="http://schemas.microsoft.com/office/drawing/2014/main" id="{DDCE78A7-647F-E0FC-2FA1-060A3B650BFC}"/>
                </a:ext>
              </a:extLst>
            </p:cNvPr>
            <p:cNvSpPr/>
            <p:nvPr/>
          </p:nvSpPr>
          <p:spPr>
            <a:xfrm>
              <a:off x="4411500" y="2871525"/>
              <a:ext cx="1746975" cy="80050"/>
            </a:xfrm>
            <a:custGeom>
              <a:avLst/>
              <a:gdLst/>
              <a:ahLst/>
              <a:cxnLst/>
              <a:rect l="l" t="t" r="r" b="b"/>
              <a:pathLst>
                <a:path w="69879" h="3202" extrusionOk="0">
                  <a:moveTo>
                    <a:pt x="69401" y="478"/>
                  </a:moveTo>
                  <a:lnTo>
                    <a:pt x="69401" y="2724"/>
                  </a:lnTo>
                  <a:lnTo>
                    <a:pt x="449" y="2724"/>
                  </a:lnTo>
                  <a:lnTo>
                    <a:pt x="449" y="478"/>
                  </a:lnTo>
                  <a:close/>
                  <a:moveTo>
                    <a:pt x="0" y="0"/>
                  </a:moveTo>
                  <a:lnTo>
                    <a:pt x="0" y="3201"/>
                  </a:lnTo>
                  <a:lnTo>
                    <a:pt x="69878" y="3201"/>
                  </a:lnTo>
                  <a:lnTo>
                    <a:pt x="69878" y="2948"/>
                  </a:lnTo>
                  <a:lnTo>
                    <a:pt x="69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4028;p64">
              <a:extLst>
                <a:ext uri="{FF2B5EF4-FFF2-40B4-BE49-F238E27FC236}">
                  <a16:creationId xmlns:a16="http://schemas.microsoft.com/office/drawing/2014/main" id="{BF238B23-5F2F-92C6-320D-9EEFFF495689}"/>
                </a:ext>
              </a:extLst>
            </p:cNvPr>
            <p:cNvSpPr/>
            <p:nvPr/>
          </p:nvSpPr>
          <p:spPr>
            <a:xfrm>
              <a:off x="4417800" y="2888375"/>
              <a:ext cx="1737850" cy="1258475"/>
            </a:xfrm>
            <a:custGeom>
              <a:avLst/>
              <a:gdLst/>
              <a:ahLst/>
              <a:cxnLst/>
              <a:rect l="l" t="t" r="r" b="b"/>
              <a:pathLst>
                <a:path w="69514" h="50339" extrusionOk="0">
                  <a:moveTo>
                    <a:pt x="69065" y="478"/>
                  </a:moveTo>
                  <a:lnTo>
                    <a:pt x="69065" y="49861"/>
                  </a:lnTo>
                  <a:lnTo>
                    <a:pt x="478" y="49861"/>
                  </a:lnTo>
                  <a:lnTo>
                    <a:pt x="478" y="478"/>
                  </a:lnTo>
                  <a:close/>
                  <a:moveTo>
                    <a:pt x="253" y="0"/>
                  </a:moveTo>
                  <a:cubicBezTo>
                    <a:pt x="197" y="0"/>
                    <a:pt x="113" y="28"/>
                    <a:pt x="85" y="85"/>
                  </a:cubicBezTo>
                  <a:cubicBezTo>
                    <a:pt x="29" y="113"/>
                    <a:pt x="1" y="169"/>
                    <a:pt x="1" y="253"/>
                  </a:cubicBezTo>
                  <a:lnTo>
                    <a:pt x="1" y="50114"/>
                  </a:lnTo>
                  <a:cubicBezTo>
                    <a:pt x="1" y="50170"/>
                    <a:pt x="29" y="50226"/>
                    <a:pt x="85" y="50282"/>
                  </a:cubicBezTo>
                  <a:cubicBezTo>
                    <a:pt x="113" y="50310"/>
                    <a:pt x="197" y="50338"/>
                    <a:pt x="253" y="50338"/>
                  </a:cubicBezTo>
                  <a:lnTo>
                    <a:pt x="69289" y="50338"/>
                  </a:lnTo>
                  <a:cubicBezTo>
                    <a:pt x="69345" y="50338"/>
                    <a:pt x="69402" y="50310"/>
                    <a:pt x="69458" y="50282"/>
                  </a:cubicBezTo>
                  <a:cubicBezTo>
                    <a:pt x="69514" y="50226"/>
                    <a:pt x="69514" y="50170"/>
                    <a:pt x="69514" y="50114"/>
                  </a:cubicBezTo>
                  <a:lnTo>
                    <a:pt x="69514" y="253"/>
                  </a:lnTo>
                  <a:cubicBezTo>
                    <a:pt x="69514" y="169"/>
                    <a:pt x="69514" y="113"/>
                    <a:pt x="69458" y="85"/>
                  </a:cubicBezTo>
                  <a:cubicBezTo>
                    <a:pt x="69402" y="28"/>
                    <a:pt x="69345" y="0"/>
                    <a:pt x="69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4029;p64">
              <a:extLst>
                <a:ext uri="{FF2B5EF4-FFF2-40B4-BE49-F238E27FC236}">
                  <a16:creationId xmlns:a16="http://schemas.microsoft.com/office/drawing/2014/main" id="{DE69440F-B7DB-A174-9F3C-536FF41A3A60}"/>
                </a:ext>
              </a:extLst>
            </p:cNvPr>
            <p:cNvSpPr/>
            <p:nvPr/>
          </p:nvSpPr>
          <p:spPr>
            <a:xfrm>
              <a:off x="5191975" y="2989450"/>
              <a:ext cx="141800" cy="21075"/>
            </a:xfrm>
            <a:custGeom>
              <a:avLst/>
              <a:gdLst/>
              <a:ahLst/>
              <a:cxnLst/>
              <a:rect l="l" t="t" r="r" b="b"/>
              <a:pathLst>
                <a:path w="5672" h="843" extrusionOk="0">
                  <a:moveTo>
                    <a:pt x="421" y="0"/>
                  </a:moveTo>
                  <a:cubicBezTo>
                    <a:pt x="197" y="0"/>
                    <a:pt x="0" y="197"/>
                    <a:pt x="0" y="421"/>
                  </a:cubicBezTo>
                  <a:cubicBezTo>
                    <a:pt x="0" y="674"/>
                    <a:pt x="197" y="842"/>
                    <a:pt x="421" y="842"/>
                  </a:cubicBezTo>
                  <a:lnTo>
                    <a:pt x="5250" y="842"/>
                  </a:lnTo>
                  <a:cubicBezTo>
                    <a:pt x="5475" y="842"/>
                    <a:pt x="5671" y="674"/>
                    <a:pt x="5671" y="421"/>
                  </a:cubicBezTo>
                  <a:cubicBezTo>
                    <a:pt x="5671" y="197"/>
                    <a:pt x="5475" y="0"/>
                    <a:pt x="5250"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4030;p64">
              <a:extLst>
                <a:ext uri="{FF2B5EF4-FFF2-40B4-BE49-F238E27FC236}">
                  <a16:creationId xmlns:a16="http://schemas.microsoft.com/office/drawing/2014/main" id="{2ED7409C-4300-5C38-DC32-D677FC3C3533}"/>
                </a:ext>
              </a:extLst>
            </p:cNvPr>
            <p:cNvSpPr/>
            <p:nvPr/>
          </p:nvSpPr>
          <p:spPr>
            <a:xfrm>
              <a:off x="5433400" y="2989450"/>
              <a:ext cx="141800" cy="21075"/>
            </a:xfrm>
            <a:custGeom>
              <a:avLst/>
              <a:gdLst/>
              <a:ahLst/>
              <a:cxnLst/>
              <a:rect l="l" t="t" r="r" b="b"/>
              <a:pathLst>
                <a:path w="5672" h="843" extrusionOk="0">
                  <a:moveTo>
                    <a:pt x="422" y="0"/>
                  </a:moveTo>
                  <a:cubicBezTo>
                    <a:pt x="197" y="0"/>
                    <a:pt x="1" y="197"/>
                    <a:pt x="1" y="421"/>
                  </a:cubicBezTo>
                  <a:cubicBezTo>
                    <a:pt x="1" y="674"/>
                    <a:pt x="197" y="842"/>
                    <a:pt x="422" y="842"/>
                  </a:cubicBezTo>
                  <a:lnTo>
                    <a:pt x="5251" y="842"/>
                  </a:lnTo>
                  <a:cubicBezTo>
                    <a:pt x="5504" y="842"/>
                    <a:pt x="5672" y="674"/>
                    <a:pt x="5672" y="421"/>
                  </a:cubicBezTo>
                  <a:cubicBezTo>
                    <a:pt x="5672" y="197"/>
                    <a:pt x="5504" y="0"/>
                    <a:pt x="5251"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4031;p64">
              <a:extLst>
                <a:ext uri="{FF2B5EF4-FFF2-40B4-BE49-F238E27FC236}">
                  <a16:creationId xmlns:a16="http://schemas.microsoft.com/office/drawing/2014/main" id="{1618854D-A5FE-6431-E786-E25DE11019DA}"/>
                </a:ext>
              </a:extLst>
            </p:cNvPr>
            <p:cNvSpPr/>
            <p:nvPr/>
          </p:nvSpPr>
          <p:spPr>
            <a:xfrm>
              <a:off x="5674850" y="2989450"/>
              <a:ext cx="141800" cy="21075"/>
            </a:xfrm>
            <a:custGeom>
              <a:avLst/>
              <a:gdLst/>
              <a:ahLst/>
              <a:cxnLst/>
              <a:rect l="l" t="t" r="r" b="b"/>
              <a:pathLst>
                <a:path w="5672" h="843" extrusionOk="0">
                  <a:moveTo>
                    <a:pt x="422" y="0"/>
                  </a:moveTo>
                  <a:cubicBezTo>
                    <a:pt x="197" y="0"/>
                    <a:pt x="1" y="197"/>
                    <a:pt x="1" y="421"/>
                  </a:cubicBezTo>
                  <a:cubicBezTo>
                    <a:pt x="1" y="674"/>
                    <a:pt x="197" y="842"/>
                    <a:pt x="422" y="842"/>
                  </a:cubicBezTo>
                  <a:lnTo>
                    <a:pt x="5251" y="842"/>
                  </a:lnTo>
                  <a:cubicBezTo>
                    <a:pt x="5503" y="842"/>
                    <a:pt x="5672" y="674"/>
                    <a:pt x="5672" y="421"/>
                  </a:cubicBezTo>
                  <a:cubicBezTo>
                    <a:pt x="5672" y="197"/>
                    <a:pt x="5503" y="0"/>
                    <a:pt x="5251"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4032;p64">
              <a:extLst>
                <a:ext uri="{FF2B5EF4-FFF2-40B4-BE49-F238E27FC236}">
                  <a16:creationId xmlns:a16="http://schemas.microsoft.com/office/drawing/2014/main" id="{E1EE58E7-82AD-FFC8-B5EE-74BE940D088C}"/>
                </a:ext>
              </a:extLst>
            </p:cNvPr>
            <p:cNvSpPr/>
            <p:nvPr/>
          </p:nvSpPr>
          <p:spPr>
            <a:xfrm>
              <a:off x="5916300" y="2989450"/>
              <a:ext cx="142500" cy="21075"/>
            </a:xfrm>
            <a:custGeom>
              <a:avLst/>
              <a:gdLst/>
              <a:ahLst/>
              <a:cxnLst/>
              <a:rect l="l" t="t" r="r" b="b"/>
              <a:pathLst>
                <a:path w="5700" h="843" extrusionOk="0">
                  <a:moveTo>
                    <a:pt x="421" y="0"/>
                  </a:moveTo>
                  <a:cubicBezTo>
                    <a:pt x="197" y="0"/>
                    <a:pt x="0" y="197"/>
                    <a:pt x="0" y="421"/>
                  </a:cubicBezTo>
                  <a:cubicBezTo>
                    <a:pt x="0" y="674"/>
                    <a:pt x="197" y="842"/>
                    <a:pt x="421" y="842"/>
                  </a:cubicBezTo>
                  <a:lnTo>
                    <a:pt x="5250" y="842"/>
                  </a:lnTo>
                  <a:cubicBezTo>
                    <a:pt x="5503" y="842"/>
                    <a:pt x="5699" y="674"/>
                    <a:pt x="5699" y="421"/>
                  </a:cubicBezTo>
                  <a:cubicBezTo>
                    <a:pt x="5699" y="197"/>
                    <a:pt x="5503" y="0"/>
                    <a:pt x="5250"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4033;p64">
              <a:extLst>
                <a:ext uri="{FF2B5EF4-FFF2-40B4-BE49-F238E27FC236}">
                  <a16:creationId xmlns:a16="http://schemas.microsoft.com/office/drawing/2014/main" id="{74E2B4C0-4066-C84A-A90C-7ED5D2B1E7CA}"/>
                </a:ext>
              </a:extLst>
            </p:cNvPr>
            <p:cNvSpPr/>
            <p:nvPr/>
          </p:nvSpPr>
          <p:spPr>
            <a:xfrm>
              <a:off x="5778025" y="3646400"/>
              <a:ext cx="113725" cy="357975"/>
            </a:xfrm>
            <a:custGeom>
              <a:avLst/>
              <a:gdLst/>
              <a:ahLst/>
              <a:cxnLst/>
              <a:rect l="l" t="t" r="r" b="b"/>
              <a:pathLst>
                <a:path w="4549" h="14319" extrusionOk="0">
                  <a:moveTo>
                    <a:pt x="1" y="0"/>
                  </a:moveTo>
                  <a:lnTo>
                    <a:pt x="1" y="14318"/>
                  </a:lnTo>
                  <a:lnTo>
                    <a:pt x="4549" y="14318"/>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4034;p64">
              <a:extLst>
                <a:ext uri="{FF2B5EF4-FFF2-40B4-BE49-F238E27FC236}">
                  <a16:creationId xmlns:a16="http://schemas.microsoft.com/office/drawing/2014/main" id="{33482381-5AC5-291C-2FF3-8750E1B2F849}"/>
                </a:ext>
              </a:extLst>
            </p:cNvPr>
            <p:cNvSpPr/>
            <p:nvPr/>
          </p:nvSpPr>
          <p:spPr>
            <a:xfrm>
              <a:off x="5772400" y="3640075"/>
              <a:ext cx="124975" cy="370600"/>
            </a:xfrm>
            <a:custGeom>
              <a:avLst/>
              <a:gdLst/>
              <a:ahLst/>
              <a:cxnLst/>
              <a:rect l="l" t="t" r="r" b="b"/>
              <a:pathLst>
                <a:path w="4999" h="14824" extrusionOk="0">
                  <a:moveTo>
                    <a:pt x="4521" y="478"/>
                  </a:moveTo>
                  <a:lnTo>
                    <a:pt x="4521" y="14347"/>
                  </a:lnTo>
                  <a:lnTo>
                    <a:pt x="450" y="14347"/>
                  </a:lnTo>
                  <a:lnTo>
                    <a:pt x="450" y="478"/>
                  </a:lnTo>
                  <a:close/>
                  <a:moveTo>
                    <a:pt x="1" y="0"/>
                  </a:moveTo>
                  <a:lnTo>
                    <a:pt x="1" y="253"/>
                  </a:lnTo>
                  <a:lnTo>
                    <a:pt x="1" y="14824"/>
                  </a:lnTo>
                  <a:lnTo>
                    <a:pt x="4998" y="14824"/>
                  </a:lnTo>
                  <a:lnTo>
                    <a:pt x="499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4035;p64">
              <a:extLst>
                <a:ext uri="{FF2B5EF4-FFF2-40B4-BE49-F238E27FC236}">
                  <a16:creationId xmlns:a16="http://schemas.microsoft.com/office/drawing/2014/main" id="{D07C2831-CCED-7BC0-A86C-A2B18D8AE4B6}"/>
                </a:ext>
              </a:extLst>
            </p:cNvPr>
            <p:cNvSpPr/>
            <p:nvPr/>
          </p:nvSpPr>
          <p:spPr>
            <a:xfrm>
              <a:off x="5651700" y="3878000"/>
              <a:ext cx="113725" cy="126375"/>
            </a:xfrm>
            <a:custGeom>
              <a:avLst/>
              <a:gdLst/>
              <a:ahLst/>
              <a:cxnLst/>
              <a:rect l="l" t="t" r="r" b="b"/>
              <a:pathLst>
                <a:path w="4549" h="5055" extrusionOk="0">
                  <a:moveTo>
                    <a:pt x="0" y="1"/>
                  </a:moveTo>
                  <a:lnTo>
                    <a:pt x="0" y="5054"/>
                  </a:lnTo>
                  <a:lnTo>
                    <a:pt x="4548" y="5054"/>
                  </a:lnTo>
                  <a:lnTo>
                    <a:pt x="454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4036;p64">
              <a:extLst>
                <a:ext uri="{FF2B5EF4-FFF2-40B4-BE49-F238E27FC236}">
                  <a16:creationId xmlns:a16="http://schemas.microsoft.com/office/drawing/2014/main" id="{9EE89FC4-3879-1EB1-07AD-A007D8EE5A55}"/>
                </a:ext>
              </a:extLst>
            </p:cNvPr>
            <p:cNvSpPr/>
            <p:nvPr/>
          </p:nvSpPr>
          <p:spPr>
            <a:xfrm>
              <a:off x="5646075" y="3872400"/>
              <a:ext cx="124950" cy="138275"/>
            </a:xfrm>
            <a:custGeom>
              <a:avLst/>
              <a:gdLst/>
              <a:ahLst/>
              <a:cxnLst/>
              <a:rect l="l" t="t" r="r" b="b"/>
              <a:pathLst>
                <a:path w="4998" h="5531" extrusionOk="0">
                  <a:moveTo>
                    <a:pt x="4549" y="477"/>
                  </a:moveTo>
                  <a:lnTo>
                    <a:pt x="4549" y="5054"/>
                  </a:lnTo>
                  <a:lnTo>
                    <a:pt x="450" y="5054"/>
                  </a:lnTo>
                  <a:lnTo>
                    <a:pt x="450" y="477"/>
                  </a:lnTo>
                  <a:close/>
                  <a:moveTo>
                    <a:pt x="225" y="0"/>
                  </a:moveTo>
                  <a:cubicBezTo>
                    <a:pt x="169" y="0"/>
                    <a:pt x="113" y="28"/>
                    <a:pt x="57" y="56"/>
                  </a:cubicBezTo>
                  <a:cubicBezTo>
                    <a:pt x="29" y="112"/>
                    <a:pt x="1" y="169"/>
                    <a:pt x="1" y="225"/>
                  </a:cubicBezTo>
                  <a:lnTo>
                    <a:pt x="1" y="5278"/>
                  </a:lnTo>
                  <a:cubicBezTo>
                    <a:pt x="1" y="5362"/>
                    <a:pt x="29" y="5419"/>
                    <a:pt x="57" y="5447"/>
                  </a:cubicBezTo>
                  <a:cubicBezTo>
                    <a:pt x="113" y="5503"/>
                    <a:pt x="169" y="5531"/>
                    <a:pt x="225" y="5531"/>
                  </a:cubicBezTo>
                  <a:lnTo>
                    <a:pt x="4773" y="5531"/>
                  </a:lnTo>
                  <a:cubicBezTo>
                    <a:pt x="4829" y="5531"/>
                    <a:pt x="4886" y="5503"/>
                    <a:pt x="4942" y="5447"/>
                  </a:cubicBezTo>
                  <a:cubicBezTo>
                    <a:pt x="4970" y="5419"/>
                    <a:pt x="4998" y="5362"/>
                    <a:pt x="4998" y="5278"/>
                  </a:cubicBezTo>
                  <a:lnTo>
                    <a:pt x="4998" y="225"/>
                  </a:lnTo>
                  <a:cubicBezTo>
                    <a:pt x="4998" y="169"/>
                    <a:pt x="4970" y="112"/>
                    <a:pt x="4942" y="56"/>
                  </a:cubicBezTo>
                  <a:cubicBezTo>
                    <a:pt x="4886" y="28"/>
                    <a:pt x="4829" y="0"/>
                    <a:pt x="4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4037;p64">
              <a:extLst>
                <a:ext uri="{FF2B5EF4-FFF2-40B4-BE49-F238E27FC236}">
                  <a16:creationId xmlns:a16="http://schemas.microsoft.com/office/drawing/2014/main" id="{6980B879-9EBA-F686-AE18-1F1CEAA715A9}"/>
                </a:ext>
              </a:extLst>
            </p:cNvPr>
            <p:cNvSpPr/>
            <p:nvPr/>
          </p:nvSpPr>
          <p:spPr>
            <a:xfrm>
              <a:off x="5525350" y="3171925"/>
              <a:ext cx="113725" cy="832450"/>
            </a:xfrm>
            <a:custGeom>
              <a:avLst/>
              <a:gdLst/>
              <a:ahLst/>
              <a:cxnLst/>
              <a:rect l="l" t="t" r="r" b="b"/>
              <a:pathLst>
                <a:path w="4549" h="33298" extrusionOk="0">
                  <a:moveTo>
                    <a:pt x="1" y="0"/>
                  </a:moveTo>
                  <a:lnTo>
                    <a:pt x="1" y="33297"/>
                  </a:lnTo>
                  <a:lnTo>
                    <a:pt x="4549" y="33297"/>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4038;p64">
              <a:extLst>
                <a:ext uri="{FF2B5EF4-FFF2-40B4-BE49-F238E27FC236}">
                  <a16:creationId xmlns:a16="http://schemas.microsoft.com/office/drawing/2014/main" id="{CEA5CBCA-A1C5-416A-54DC-2117D5E01A71}"/>
                </a:ext>
              </a:extLst>
            </p:cNvPr>
            <p:cNvSpPr/>
            <p:nvPr/>
          </p:nvSpPr>
          <p:spPr>
            <a:xfrm>
              <a:off x="5519750" y="3166300"/>
              <a:ext cx="124950" cy="844375"/>
            </a:xfrm>
            <a:custGeom>
              <a:avLst/>
              <a:gdLst/>
              <a:ahLst/>
              <a:cxnLst/>
              <a:rect l="l" t="t" r="r" b="b"/>
              <a:pathLst>
                <a:path w="4998" h="33775" extrusionOk="0">
                  <a:moveTo>
                    <a:pt x="4548" y="450"/>
                  </a:moveTo>
                  <a:lnTo>
                    <a:pt x="4548" y="33298"/>
                  </a:lnTo>
                  <a:lnTo>
                    <a:pt x="477" y="33298"/>
                  </a:lnTo>
                  <a:lnTo>
                    <a:pt x="477" y="450"/>
                  </a:lnTo>
                  <a:close/>
                  <a:moveTo>
                    <a:pt x="0" y="1"/>
                  </a:moveTo>
                  <a:lnTo>
                    <a:pt x="0" y="225"/>
                  </a:lnTo>
                  <a:lnTo>
                    <a:pt x="0" y="33775"/>
                  </a:lnTo>
                  <a:lnTo>
                    <a:pt x="4997" y="33775"/>
                  </a:lnTo>
                  <a:lnTo>
                    <a:pt x="49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4039;p64">
              <a:extLst>
                <a:ext uri="{FF2B5EF4-FFF2-40B4-BE49-F238E27FC236}">
                  <a16:creationId xmlns:a16="http://schemas.microsoft.com/office/drawing/2014/main" id="{19E5A162-A827-64CB-2477-DC2ABA363771}"/>
                </a:ext>
              </a:extLst>
            </p:cNvPr>
            <p:cNvSpPr/>
            <p:nvPr/>
          </p:nvSpPr>
          <p:spPr>
            <a:xfrm>
              <a:off x="5399725" y="3214025"/>
              <a:ext cx="113025" cy="790350"/>
            </a:xfrm>
            <a:custGeom>
              <a:avLst/>
              <a:gdLst/>
              <a:ahLst/>
              <a:cxnLst/>
              <a:rect l="l" t="t" r="r" b="b"/>
              <a:pathLst>
                <a:path w="4521" h="31614" extrusionOk="0">
                  <a:moveTo>
                    <a:pt x="0" y="1"/>
                  </a:moveTo>
                  <a:lnTo>
                    <a:pt x="0" y="31613"/>
                  </a:lnTo>
                  <a:lnTo>
                    <a:pt x="4520" y="31613"/>
                  </a:lnTo>
                  <a:lnTo>
                    <a:pt x="452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4040;p64">
              <a:extLst>
                <a:ext uri="{FF2B5EF4-FFF2-40B4-BE49-F238E27FC236}">
                  <a16:creationId xmlns:a16="http://schemas.microsoft.com/office/drawing/2014/main" id="{1F177394-C7CD-3272-3495-56C8E5BB8BD5}"/>
                </a:ext>
              </a:extLst>
            </p:cNvPr>
            <p:cNvSpPr/>
            <p:nvPr/>
          </p:nvSpPr>
          <p:spPr>
            <a:xfrm>
              <a:off x="5393400" y="3208425"/>
              <a:ext cx="125650" cy="802250"/>
            </a:xfrm>
            <a:custGeom>
              <a:avLst/>
              <a:gdLst/>
              <a:ahLst/>
              <a:cxnLst/>
              <a:rect l="l" t="t" r="r" b="b"/>
              <a:pathLst>
                <a:path w="5026" h="32090" extrusionOk="0">
                  <a:moveTo>
                    <a:pt x="4549" y="478"/>
                  </a:moveTo>
                  <a:lnTo>
                    <a:pt x="4549" y="31613"/>
                  </a:lnTo>
                  <a:lnTo>
                    <a:pt x="478" y="31613"/>
                  </a:lnTo>
                  <a:lnTo>
                    <a:pt x="478" y="478"/>
                  </a:lnTo>
                  <a:close/>
                  <a:moveTo>
                    <a:pt x="253" y="0"/>
                  </a:moveTo>
                  <a:cubicBezTo>
                    <a:pt x="169" y="0"/>
                    <a:pt x="113" y="28"/>
                    <a:pt x="85" y="57"/>
                  </a:cubicBezTo>
                  <a:cubicBezTo>
                    <a:pt x="29" y="113"/>
                    <a:pt x="1" y="169"/>
                    <a:pt x="1" y="225"/>
                  </a:cubicBezTo>
                  <a:lnTo>
                    <a:pt x="1" y="31837"/>
                  </a:lnTo>
                  <a:cubicBezTo>
                    <a:pt x="1" y="31921"/>
                    <a:pt x="29" y="31978"/>
                    <a:pt x="85" y="32006"/>
                  </a:cubicBezTo>
                  <a:cubicBezTo>
                    <a:pt x="113" y="32062"/>
                    <a:pt x="169" y="32090"/>
                    <a:pt x="253" y="32090"/>
                  </a:cubicBezTo>
                  <a:lnTo>
                    <a:pt x="4773" y="32090"/>
                  </a:lnTo>
                  <a:cubicBezTo>
                    <a:pt x="4858" y="32090"/>
                    <a:pt x="4914" y="32062"/>
                    <a:pt x="4942" y="32006"/>
                  </a:cubicBezTo>
                  <a:cubicBezTo>
                    <a:pt x="4998" y="31978"/>
                    <a:pt x="5026" y="31921"/>
                    <a:pt x="5026" y="31837"/>
                  </a:cubicBezTo>
                  <a:lnTo>
                    <a:pt x="5026" y="225"/>
                  </a:lnTo>
                  <a:cubicBezTo>
                    <a:pt x="5026" y="169"/>
                    <a:pt x="4998" y="113"/>
                    <a:pt x="4942" y="57"/>
                  </a:cubicBezTo>
                  <a:cubicBezTo>
                    <a:pt x="4914" y="28"/>
                    <a:pt x="4858" y="0"/>
                    <a:pt x="4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4041;p64">
              <a:extLst>
                <a:ext uri="{FF2B5EF4-FFF2-40B4-BE49-F238E27FC236}">
                  <a16:creationId xmlns:a16="http://schemas.microsoft.com/office/drawing/2014/main" id="{8DA5DC49-C4DB-425B-131A-01DA8BC5A2AB}"/>
                </a:ext>
              </a:extLst>
            </p:cNvPr>
            <p:cNvSpPr/>
            <p:nvPr/>
          </p:nvSpPr>
          <p:spPr>
            <a:xfrm>
              <a:off x="5273375" y="3646400"/>
              <a:ext cx="113725" cy="357975"/>
            </a:xfrm>
            <a:custGeom>
              <a:avLst/>
              <a:gdLst/>
              <a:ahLst/>
              <a:cxnLst/>
              <a:rect l="l" t="t" r="r" b="b"/>
              <a:pathLst>
                <a:path w="4549" h="14319" extrusionOk="0">
                  <a:moveTo>
                    <a:pt x="1" y="0"/>
                  </a:moveTo>
                  <a:lnTo>
                    <a:pt x="1" y="14318"/>
                  </a:lnTo>
                  <a:lnTo>
                    <a:pt x="4549" y="14318"/>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4042;p64">
              <a:extLst>
                <a:ext uri="{FF2B5EF4-FFF2-40B4-BE49-F238E27FC236}">
                  <a16:creationId xmlns:a16="http://schemas.microsoft.com/office/drawing/2014/main" id="{C541E592-1F2D-2086-745F-A77F7E4338F8}"/>
                </a:ext>
              </a:extLst>
            </p:cNvPr>
            <p:cNvSpPr/>
            <p:nvPr/>
          </p:nvSpPr>
          <p:spPr>
            <a:xfrm>
              <a:off x="5267075" y="3640075"/>
              <a:ext cx="125650" cy="370600"/>
            </a:xfrm>
            <a:custGeom>
              <a:avLst/>
              <a:gdLst/>
              <a:ahLst/>
              <a:cxnLst/>
              <a:rect l="l" t="t" r="r" b="b"/>
              <a:pathLst>
                <a:path w="5026" h="14824" extrusionOk="0">
                  <a:moveTo>
                    <a:pt x="4548" y="478"/>
                  </a:moveTo>
                  <a:lnTo>
                    <a:pt x="4548" y="14347"/>
                  </a:lnTo>
                  <a:lnTo>
                    <a:pt x="477" y="14347"/>
                  </a:lnTo>
                  <a:lnTo>
                    <a:pt x="477" y="478"/>
                  </a:lnTo>
                  <a:close/>
                  <a:moveTo>
                    <a:pt x="0" y="0"/>
                  </a:moveTo>
                  <a:lnTo>
                    <a:pt x="0" y="253"/>
                  </a:lnTo>
                  <a:lnTo>
                    <a:pt x="0" y="14824"/>
                  </a:lnTo>
                  <a:lnTo>
                    <a:pt x="5026" y="14824"/>
                  </a:lnTo>
                  <a:lnTo>
                    <a:pt x="50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4043;p64">
              <a:extLst>
                <a:ext uri="{FF2B5EF4-FFF2-40B4-BE49-F238E27FC236}">
                  <a16:creationId xmlns:a16="http://schemas.microsoft.com/office/drawing/2014/main" id="{4916368D-03FB-3520-B554-0B781E67790C}"/>
                </a:ext>
              </a:extLst>
            </p:cNvPr>
            <p:cNvSpPr/>
            <p:nvPr/>
          </p:nvSpPr>
          <p:spPr>
            <a:xfrm>
              <a:off x="5147050" y="3530575"/>
              <a:ext cx="113725" cy="473800"/>
            </a:xfrm>
            <a:custGeom>
              <a:avLst/>
              <a:gdLst/>
              <a:ahLst/>
              <a:cxnLst/>
              <a:rect l="l" t="t" r="r" b="b"/>
              <a:pathLst>
                <a:path w="4549" h="18952" extrusionOk="0">
                  <a:moveTo>
                    <a:pt x="0" y="1"/>
                  </a:moveTo>
                  <a:lnTo>
                    <a:pt x="0" y="18951"/>
                  </a:lnTo>
                  <a:lnTo>
                    <a:pt x="4549" y="18951"/>
                  </a:lnTo>
                  <a:lnTo>
                    <a:pt x="45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4044;p64">
              <a:extLst>
                <a:ext uri="{FF2B5EF4-FFF2-40B4-BE49-F238E27FC236}">
                  <a16:creationId xmlns:a16="http://schemas.microsoft.com/office/drawing/2014/main" id="{06B7A03C-26DD-0DC0-E1D0-F975D2F9B03B}"/>
                </a:ext>
              </a:extLst>
            </p:cNvPr>
            <p:cNvSpPr/>
            <p:nvPr/>
          </p:nvSpPr>
          <p:spPr>
            <a:xfrm>
              <a:off x="5141425" y="3524275"/>
              <a:ext cx="124975" cy="486400"/>
            </a:xfrm>
            <a:custGeom>
              <a:avLst/>
              <a:gdLst/>
              <a:ahLst/>
              <a:cxnLst/>
              <a:rect l="l" t="t" r="r" b="b"/>
              <a:pathLst>
                <a:path w="4999" h="19456" extrusionOk="0">
                  <a:moveTo>
                    <a:pt x="4521" y="477"/>
                  </a:moveTo>
                  <a:lnTo>
                    <a:pt x="4521" y="18979"/>
                  </a:lnTo>
                  <a:lnTo>
                    <a:pt x="450" y="18979"/>
                  </a:lnTo>
                  <a:lnTo>
                    <a:pt x="450" y="477"/>
                  </a:lnTo>
                  <a:close/>
                  <a:moveTo>
                    <a:pt x="225" y="0"/>
                  </a:moveTo>
                  <a:cubicBezTo>
                    <a:pt x="169" y="0"/>
                    <a:pt x="113" y="28"/>
                    <a:pt x="57" y="84"/>
                  </a:cubicBezTo>
                  <a:cubicBezTo>
                    <a:pt x="29" y="112"/>
                    <a:pt x="1" y="168"/>
                    <a:pt x="1" y="253"/>
                  </a:cubicBezTo>
                  <a:lnTo>
                    <a:pt x="1" y="19203"/>
                  </a:lnTo>
                  <a:cubicBezTo>
                    <a:pt x="1" y="19287"/>
                    <a:pt x="29" y="19344"/>
                    <a:pt x="57" y="19372"/>
                  </a:cubicBezTo>
                  <a:cubicBezTo>
                    <a:pt x="113" y="19428"/>
                    <a:pt x="169" y="19456"/>
                    <a:pt x="225" y="19456"/>
                  </a:cubicBezTo>
                  <a:lnTo>
                    <a:pt x="4774" y="19456"/>
                  </a:lnTo>
                  <a:cubicBezTo>
                    <a:pt x="4830" y="19456"/>
                    <a:pt x="4886" y="19428"/>
                    <a:pt x="4942" y="19372"/>
                  </a:cubicBezTo>
                  <a:cubicBezTo>
                    <a:pt x="4970" y="19344"/>
                    <a:pt x="4998" y="19287"/>
                    <a:pt x="4998" y="19203"/>
                  </a:cubicBezTo>
                  <a:lnTo>
                    <a:pt x="4998" y="253"/>
                  </a:lnTo>
                  <a:cubicBezTo>
                    <a:pt x="4998" y="168"/>
                    <a:pt x="4970" y="112"/>
                    <a:pt x="4942" y="84"/>
                  </a:cubicBezTo>
                  <a:cubicBezTo>
                    <a:pt x="4886" y="28"/>
                    <a:pt x="4830" y="0"/>
                    <a:pt x="47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4045;p64">
              <a:extLst>
                <a:ext uri="{FF2B5EF4-FFF2-40B4-BE49-F238E27FC236}">
                  <a16:creationId xmlns:a16="http://schemas.microsoft.com/office/drawing/2014/main" id="{8A6482BD-C1B3-D484-AC8E-5AC57393195B}"/>
                </a:ext>
              </a:extLst>
            </p:cNvPr>
            <p:cNvSpPr/>
            <p:nvPr/>
          </p:nvSpPr>
          <p:spPr>
            <a:xfrm>
              <a:off x="5020700" y="3941175"/>
              <a:ext cx="113750" cy="63200"/>
            </a:xfrm>
            <a:custGeom>
              <a:avLst/>
              <a:gdLst/>
              <a:ahLst/>
              <a:cxnLst/>
              <a:rect l="l" t="t" r="r" b="b"/>
              <a:pathLst>
                <a:path w="4550" h="2528" extrusionOk="0">
                  <a:moveTo>
                    <a:pt x="1" y="0"/>
                  </a:moveTo>
                  <a:lnTo>
                    <a:pt x="1" y="2527"/>
                  </a:lnTo>
                  <a:lnTo>
                    <a:pt x="4549" y="2527"/>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4046;p64">
              <a:extLst>
                <a:ext uri="{FF2B5EF4-FFF2-40B4-BE49-F238E27FC236}">
                  <a16:creationId xmlns:a16="http://schemas.microsoft.com/office/drawing/2014/main" id="{2612293A-BE9E-5960-FB34-60EFBF046993}"/>
                </a:ext>
              </a:extLst>
            </p:cNvPr>
            <p:cNvSpPr/>
            <p:nvPr/>
          </p:nvSpPr>
          <p:spPr>
            <a:xfrm>
              <a:off x="5015100" y="3935550"/>
              <a:ext cx="124950" cy="75125"/>
            </a:xfrm>
            <a:custGeom>
              <a:avLst/>
              <a:gdLst/>
              <a:ahLst/>
              <a:cxnLst/>
              <a:rect l="l" t="t" r="r" b="b"/>
              <a:pathLst>
                <a:path w="4998" h="3005" extrusionOk="0">
                  <a:moveTo>
                    <a:pt x="4548" y="478"/>
                  </a:moveTo>
                  <a:lnTo>
                    <a:pt x="4548" y="2528"/>
                  </a:lnTo>
                  <a:lnTo>
                    <a:pt x="450" y="2528"/>
                  </a:lnTo>
                  <a:lnTo>
                    <a:pt x="475" y="478"/>
                  </a:lnTo>
                  <a:close/>
                  <a:moveTo>
                    <a:pt x="0" y="1"/>
                  </a:moveTo>
                  <a:lnTo>
                    <a:pt x="0" y="225"/>
                  </a:lnTo>
                  <a:lnTo>
                    <a:pt x="0" y="3005"/>
                  </a:lnTo>
                  <a:lnTo>
                    <a:pt x="4998" y="3005"/>
                  </a:lnTo>
                  <a:lnTo>
                    <a:pt x="499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4047;p64">
              <a:extLst>
                <a:ext uri="{FF2B5EF4-FFF2-40B4-BE49-F238E27FC236}">
                  <a16:creationId xmlns:a16="http://schemas.microsoft.com/office/drawing/2014/main" id="{58FA672D-1E5E-962E-7A3A-73D5B489FADD}"/>
                </a:ext>
              </a:extLst>
            </p:cNvPr>
            <p:cNvSpPr/>
            <p:nvPr/>
          </p:nvSpPr>
          <p:spPr>
            <a:xfrm>
              <a:off x="4894375" y="3878000"/>
              <a:ext cx="113725" cy="126375"/>
            </a:xfrm>
            <a:custGeom>
              <a:avLst/>
              <a:gdLst/>
              <a:ahLst/>
              <a:cxnLst/>
              <a:rect l="l" t="t" r="r" b="b"/>
              <a:pathLst>
                <a:path w="4549" h="5055" extrusionOk="0">
                  <a:moveTo>
                    <a:pt x="0" y="1"/>
                  </a:moveTo>
                  <a:lnTo>
                    <a:pt x="0" y="5054"/>
                  </a:lnTo>
                  <a:lnTo>
                    <a:pt x="4549" y="5054"/>
                  </a:lnTo>
                  <a:lnTo>
                    <a:pt x="454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4048;p64">
              <a:extLst>
                <a:ext uri="{FF2B5EF4-FFF2-40B4-BE49-F238E27FC236}">
                  <a16:creationId xmlns:a16="http://schemas.microsoft.com/office/drawing/2014/main" id="{1B43A69B-4C7C-B76D-F7F4-6DA8E34784C4}"/>
                </a:ext>
              </a:extLst>
            </p:cNvPr>
            <p:cNvSpPr/>
            <p:nvPr/>
          </p:nvSpPr>
          <p:spPr>
            <a:xfrm>
              <a:off x="4888750" y="3872400"/>
              <a:ext cx="125675" cy="138275"/>
            </a:xfrm>
            <a:custGeom>
              <a:avLst/>
              <a:gdLst/>
              <a:ahLst/>
              <a:cxnLst/>
              <a:rect l="l" t="t" r="r" b="b"/>
              <a:pathLst>
                <a:path w="5027" h="5531" extrusionOk="0">
                  <a:moveTo>
                    <a:pt x="4549" y="477"/>
                  </a:moveTo>
                  <a:lnTo>
                    <a:pt x="4549" y="5054"/>
                  </a:lnTo>
                  <a:lnTo>
                    <a:pt x="478" y="5054"/>
                  </a:lnTo>
                  <a:lnTo>
                    <a:pt x="478" y="477"/>
                  </a:lnTo>
                  <a:close/>
                  <a:moveTo>
                    <a:pt x="225" y="0"/>
                  </a:moveTo>
                  <a:cubicBezTo>
                    <a:pt x="169" y="0"/>
                    <a:pt x="113" y="28"/>
                    <a:pt x="57" y="56"/>
                  </a:cubicBezTo>
                  <a:cubicBezTo>
                    <a:pt x="29" y="112"/>
                    <a:pt x="1" y="169"/>
                    <a:pt x="1" y="225"/>
                  </a:cubicBezTo>
                  <a:lnTo>
                    <a:pt x="1" y="5278"/>
                  </a:lnTo>
                  <a:cubicBezTo>
                    <a:pt x="1" y="5362"/>
                    <a:pt x="29" y="5419"/>
                    <a:pt x="57" y="5447"/>
                  </a:cubicBezTo>
                  <a:cubicBezTo>
                    <a:pt x="113" y="5503"/>
                    <a:pt x="169" y="5531"/>
                    <a:pt x="225" y="5531"/>
                  </a:cubicBezTo>
                  <a:lnTo>
                    <a:pt x="4774" y="5531"/>
                  </a:lnTo>
                  <a:cubicBezTo>
                    <a:pt x="4830" y="5531"/>
                    <a:pt x="4914" y="5503"/>
                    <a:pt x="4942" y="5447"/>
                  </a:cubicBezTo>
                  <a:cubicBezTo>
                    <a:pt x="4998" y="5419"/>
                    <a:pt x="5026" y="5362"/>
                    <a:pt x="5026" y="5278"/>
                  </a:cubicBezTo>
                  <a:lnTo>
                    <a:pt x="5026" y="225"/>
                  </a:lnTo>
                  <a:cubicBezTo>
                    <a:pt x="5026" y="169"/>
                    <a:pt x="4998" y="112"/>
                    <a:pt x="4942" y="56"/>
                  </a:cubicBezTo>
                  <a:cubicBezTo>
                    <a:pt x="4914" y="28"/>
                    <a:pt x="4830" y="0"/>
                    <a:pt x="47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4049;p64">
              <a:extLst>
                <a:ext uri="{FF2B5EF4-FFF2-40B4-BE49-F238E27FC236}">
                  <a16:creationId xmlns:a16="http://schemas.microsoft.com/office/drawing/2014/main" id="{CB231854-9C76-7555-CA44-572C434F9174}"/>
                </a:ext>
              </a:extLst>
            </p:cNvPr>
            <p:cNvSpPr/>
            <p:nvPr/>
          </p:nvSpPr>
          <p:spPr>
            <a:xfrm>
              <a:off x="4768750" y="3646400"/>
              <a:ext cx="113025" cy="357975"/>
            </a:xfrm>
            <a:custGeom>
              <a:avLst/>
              <a:gdLst/>
              <a:ahLst/>
              <a:cxnLst/>
              <a:rect l="l" t="t" r="r" b="b"/>
              <a:pathLst>
                <a:path w="4521" h="14319" extrusionOk="0">
                  <a:moveTo>
                    <a:pt x="0" y="0"/>
                  </a:moveTo>
                  <a:lnTo>
                    <a:pt x="0" y="14318"/>
                  </a:lnTo>
                  <a:lnTo>
                    <a:pt x="4520" y="14318"/>
                  </a:lnTo>
                  <a:lnTo>
                    <a:pt x="452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4050;p64">
              <a:extLst>
                <a:ext uri="{FF2B5EF4-FFF2-40B4-BE49-F238E27FC236}">
                  <a16:creationId xmlns:a16="http://schemas.microsoft.com/office/drawing/2014/main" id="{7124B91A-9A43-0017-E4BC-1AE8AC05FC29}"/>
                </a:ext>
              </a:extLst>
            </p:cNvPr>
            <p:cNvSpPr/>
            <p:nvPr/>
          </p:nvSpPr>
          <p:spPr>
            <a:xfrm>
              <a:off x="4762425" y="3640075"/>
              <a:ext cx="125650" cy="370600"/>
            </a:xfrm>
            <a:custGeom>
              <a:avLst/>
              <a:gdLst/>
              <a:ahLst/>
              <a:cxnLst/>
              <a:rect l="l" t="t" r="r" b="b"/>
              <a:pathLst>
                <a:path w="5026" h="14824" extrusionOk="0">
                  <a:moveTo>
                    <a:pt x="4549" y="478"/>
                  </a:moveTo>
                  <a:lnTo>
                    <a:pt x="4549" y="14347"/>
                  </a:lnTo>
                  <a:lnTo>
                    <a:pt x="478" y="14347"/>
                  </a:lnTo>
                  <a:lnTo>
                    <a:pt x="478" y="478"/>
                  </a:lnTo>
                  <a:close/>
                  <a:moveTo>
                    <a:pt x="0" y="0"/>
                  </a:moveTo>
                  <a:lnTo>
                    <a:pt x="0" y="253"/>
                  </a:lnTo>
                  <a:lnTo>
                    <a:pt x="0" y="14824"/>
                  </a:lnTo>
                  <a:lnTo>
                    <a:pt x="5026" y="14824"/>
                  </a:lnTo>
                  <a:lnTo>
                    <a:pt x="50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4051;p64">
              <a:extLst>
                <a:ext uri="{FF2B5EF4-FFF2-40B4-BE49-F238E27FC236}">
                  <a16:creationId xmlns:a16="http://schemas.microsoft.com/office/drawing/2014/main" id="{D5E077A5-92B9-D9AB-0FAF-EE2BED5D9724}"/>
                </a:ext>
              </a:extLst>
            </p:cNvPr>
            <p:cNvSpPr/>
            <p:nvPr/>
          </p:nvSpPr>
          <p:spPr>
            <a:xfrm>
              <a:off x="4673275" y="3320025"/>
              <a:ext cx="283600" cy="242875"/>
            </a:xfrm>
            <a:custGeom>
              <a:avLst/>
              <a:gdLst/>
              <a:ahLst/>
              <a:cxnLst/>
              <a:rect l="l" t="t" r="r" b="b"/>
              <a:pathLst>
                <a:path w="11344" h="9715" extrusionOk="0">
                  <a:moveTo>
                    <a:pt x="9403" y="365"/>
                  </a:moveTo>
                  <a:lnTo>
                    <a:pt x="10976" y="9263"/>
                  </a:lnTo>
                  <a:lnTo>
                    <a:pt x="10976" y="9263"/>
                  </a:lnTo>
                  <a:cubicBezTo>
                    <a:pt x="10495" y="9332"/>
                    <a:pt x="9998" y="9377"/>
                    <a:pt x="9546" y="9377"/>
                  </a:cubicBezTo>
                  <a:cubicBezTo>
                    <a:pt x="5167" y="9377"/>
                    <a:pt x="1292" y="6233"/>
                    <a:pt x="506" y="1769"/>
                  </a:cubicBezTo>
                  <a:cubicBezTo>
                    <a:pt x="406" y="1319"/>
                    <a:pt x="373" y="825"/>
                    <a:pt x="367" y="365"/>
                  </a:cubicBezTo>
                  <a:close/>
                  <a:moveTo>
                    <a:pt x="197" y="0"/>
                  </a:moveTo>
                  <a:cubicBezTo>
                    <a:pt x="141" y="0"/>
                    <a:pt x="85" y="28"/>
                    <a:pt x="57" y="56"/>
                  </a:cubicBezTo>
                  <a:cubicBezTo>
                    <a:pt x="29" y="84"/>
                    <a:pt x="1" y="141"/>
                    <a:pt x="1" y="197"/>
                  </a:cubicBezTo>
                  <a:cubicBezTo>
                    <a:pt x="1" y="730"/>
                    <a:pt x="57" y="1292"/>
                    <a:pt x="141" y="1853"/>
                  </a:cubicBezTo>
                  <a:cubicBezTo>
                    <a:pt x="955" y="6457"/>
                    <a:pt x="4998" y="9714"/>
                    <a:pt x="9546" y="9714"/>
                  </a:cubicBezTo>
                  <a:cubicBezTo>
                    <a:pt x="10080" y="9714"/>
                    <a:pt x="10641" y="9686"/>
                    <a:pt x="11203" y="9574"/>
                  </a:cubicBezTo>
                  <a:cubicBezTo>
                    <a:pt x="11259" y="9574"/>
                    <a:pt x="11287" y="9546"/>
                    <a:pt x="11315" y="9518"/>
                  </a:cubicBezTo>
                  <a:cubicBezTo>
                    <a:pt x="11343" y="9461"/>
                    <a:pt x="11343" y="9433"/>
                    <a:pt x="11343" y="9377"/>
                  </a:cubicBezTo>
                  <a:lnTo>
                    <a:pt x="9715" y="141"/>
                  </a:lnTo>
                  <a:cubicBezTo>
                    <a:pt x="9715" y="56"/>
                    <a:pt x="9631" y="0"/>
                    <a:pt x="9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4052;p64">
              <a:extLst>
                <a:ext uri="{FF2B5EF4-FFF2-40B4-BE49-F238E27FC236}">
                  <a16:creationId xmlns:a16="http://schemas.microsoft.com/office/drawing/2014/main" id="{A3EF40B9-6B84-5E65-74D9-436DD3B61BC1}"/>
                </a:ext>
              </a:extLst>
            </p:cNvPr>
            <p:cNvSpPr/>
            <p:nvPr/>
          </p:nvSpPr>
          <p:spPr>
            <a:xfrm>
              <a:off x="4905600" y="3314400"/>
              <a:ext cx="197250" cy="245675"/>
            </a:xfrm>
            <a:custGeom>
              <a:avLst/>
              <a:gdLst/>
              <a:ahLst/>
              <a:cxnLst/>
              <a:rect l="l" t="t" r="r" b="b"/>
              <a:pathLst>
                <a:path w="7890" h="9827" extrusionOk="0">
                  <a:moveTo>
                    <a:pt x="501" y="816"/>
                  </a:moveTo>
                  <a:lnTo>
                    <a:pt x="7383" y="6206"/>
                  </a:lnTo>
                  <a:lnTo>
                    <a:pt x="7383" y="6206"/>
                  </a:lnTo>
                  <a:cubicBezTo>
                    <a:pt x="5953" y="7957"/>
                    <a:pt x="4238" y="9000"/>
                    <a:pt x="2020" y="9431"/>
                  </a:cubicBezTo>
                  <a:lnTo>
                    <a:pt x="2020" y="9431"/>
                  </a:lnTo>
                  <a:lnTo>
                    <a:pt x="501" y="816"/>
                  </a:lnTo>
                  <a:close/>
                  <a:moveTo>
                    <a:pt x="1" y="1"/>
                  </a:moveTo>
                  <a:lnTo>
                    <a:pt x="85" y="450"/>
                  </a:lnTo>
                  <a:lnTo>
                    <a:pt x="1741" y="9827"/>
                  </a:lnTo>
                  <a:lnTo>
                    <a:pt x="1910" y="9799"/>
                  </a:lnTo>
                  <a:cubicBezTo>
                    <a:pt x="4352" y="9378"/>
                    <a:pt x="6233" y="8227"/>
                    <a:pt x="7777" y="6289"/>
                  </a:cubicBezTo>
                  <a:lnTo>
                    <a:pt x="7890" y="6149"/>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4053;p64">
              <a:extLst>
                <a:ext uri="{FF2B5EF4-FFF2-40B4-BE49-F238E27FC236}">
                  <a16:creationId xmlns:a16="http://schemas.microsoft.com/office/drawing/2014/main" id="{1716E762-FDF4-5127-0AEF-4907DACCDC94}"/>
                </a:ext>
              </a:extLst>
            </p:cNvPr>
            <p:cNvSpPr/>
            <p:nvPr/>
          </p:nvSpPr>
          <p:spPr>
            <a:xfrm>
              <a:off x="4789800" y="3086300"/>
              <a:ext cx="361475" cy="386750"/>
            </a:xfrm>
            <a:custGeom>
              <a:avLst/>
              <a:gdLst/>
              <a:ahLst/>
              <a:cxnLst/>
              <a:rect l="l" t="t" r="r" b="b"/>
              <a:pathLst>
                <a:path w="14459" h="15470" extrusionOk="0">
                  <a:moveTo>
                    <a:pt x="4885" y="337"/>
                  </a:moveTo>
                  <a:cubicBezTo>
                    <a:pt x="8058" y="337"/>
                    <a:pt x="11146" y="1994"/>
                    <a:pt x="12831" y="4942"/>
                  </a:cubicBezTo>
                  <a:cubicBezTo>
                    <a:pt x="13701" y="6401"/>
                    <a:pt x="14094" y="7974"/>
                    <a:pt x="14094" y="9546"/>
                  </a:cubicBezTo>
                  <a:cubicBezTo>
                    <a:pt x="14094" y="11484"/>
                    <a:pt x="13483" y="13395"/>
                    <a:pt x="12237" y="15048"/>
                  </a:cubicBezTo>
                  <a:lnTo>
                    <a:pt x="12237" y="15048"/>
                  </a:lnTo>
                  <a:lnTo>
                    <a:pt x="5019" y="9422"/>
                  </a:lnTo>
                  <a:lnTo>
                    <a:pt x="442" y="1482"/>
                  </a:lnTo>
                  <a:lnTo>
                    <a:pt x="442" y="1482"/>
                  </a:lnTo>
                  <a:cubicBezTo>
                    <a:pt x="1856" y="702"/>
                    <a:pt x="3371" y="337"/>
                    <a:pt x="4885" y="337"/>
                  </a:cubicBezTo>
                  <a:close/>
                  <a:moveTo>
                    <a:pt x="4885" y="0"/>
                  </a:moveTo>
                  <a:cubicBezTo>
                    <a:pt x="3257" y="0"/>
                    <a:pt x="1629" y="393"/>
                    <a:pt x="113" y="1264"/>
                  </a:cubicBezTo>
                  <a:cubicBezTo>
                    <a:pt x="28" y="1320"/>
                    <a:pt x="0" y="1432"/>
                    <a:pt x="57" y="1516"/>
                  </a:cubicBezTo>
                  <a:lnTo>
                    <a:pt x="4745" y="9630"/>
                  </a:lnTo>
                  <a:lnTo>
                    <a:pt x="4773" y="9658"/>
                  </a:lnTo>
                  <a:lnTo>
                    <a:pt x="12157" y="15441"/>
                  </a:lnTo>
                  <a:cubicBezTo>
                    <a:pt x="12185" y="15470"/>
                    <a:pt x="12241" y="15470"/>
                    <a:pt x="12297" y="15470"/>
                  </a:cubicBezTo>
                  <a:cubicBezTo>
                    <a:pt x="12325" y="15470"/>
                    <a:pt x="12381" y="15441"/>
                    <a:pt x="12409" y="15413"/>
                  </a:cubicBezTo>
                  <a:cubicBezTo>
                    <a:pt x="13757" y="13673"/>
                    <a:pt x="14459" y="11623"/>
                    <a:pt x="14459" y="9546"/>
                  </a:cubicBezTo>
                  <a:cubicBezTo>
                    <a:pt x="14459" y="7917"/>
                    <a:pt x="14010" y="6289"/>
                    <a:pt x="13139" y="4773"/>
                  </a:cubicBezTo>
                  <a:cubicBezTo>
                    <a:pt x="11371" y="1713"/>
                    <a:pt x="8170" y="0"/>
                    <a:pt x="48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4054;p64">
              <a:extLst>
                <a:ext uri="{FF2B5EF4-FFF2-40B4-BE49-F238E27FC236}">
                  <a16:creationId xmlns:a16="http://schemas.microsoft.com/office/drawing/2014/main" id="{483EC17A-B076-0D5B-E2F5-E0F827D533EC}"/>
                </a:ext>
              </a:extLst>
            </p:cNvPr>
            <p:cNvSpPr/>
            <p:nvPr/>
          </p:nvSpPr>
          <p:spPr>
            <a:xfrm>
              <a:off x="4797525" y="3210525"/>
              <a:ext cx="228825" cy="228125"/>
            </a:xfrm>
            <a:custGeom>
              <a:avLst/>
              <a:gdLst/>
              <a:ahLst/>
              <a:cxnLst/>
              <a:rect l="l" t="t" r="r" b="b"/>
              <a:pathLst>
                <a:path w="9153" h="9125" extrusionOk="0">
                  <a:moveTo>
                    <a:pt x="4576" y="1"/>
                  </a:moveTo>
                  <a:cubicBezTo>
                    <a:pt x="2050" y="1"/>
                    <a:pt x="0" y="2050"/>
                    <a:pt x="0" y="4577"/>
                  </a:cubicBezTo>
                  <a:cubicBezTo>
                    <a:pt x="0" y="7075"/>
                    <a:pt x="2050" y="9125"/>
                    <a:pt x="4576" y="9125"/>
                  </a:cubicBezTo>
                  <a:cubicBezTo>
                    <a:pt x="7103" y="9125"/>
                    <a:pt x="9153" y="7075"/>
                    <a:pt x="9153" y="4577"/>
                  </a:cubicBezTo>
                  <a:cubicBezTo>
                    <a:pt x="9153" y="2050"/>
                    <a:pt x="7103" y="1"/>
                    <a:pt x="45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4055;p64">
              <a:extLst>
                <a:ext uri="{FF2B5EF4-FFF2-40B4-BE49-F238E27FC236}">
                  <a16:creationId xmlns:a16="http://schemas.microsoft.com/office/drawing/2014/main" id="{1DBFF1F1-ECC1-E961-2C9C-0921F68C9448}"/>
                </a:ext>
              </a:extLst>
            </p:cNvPr>
            <p:cNvSpPr/>
            <p:nvPr/>
          </p:nvSpPr>
          <p:spPr>
            <a:xfrm>
              <a:off x="4793300" y="3206325"/>
              <a:ext cx="237250" cy="236550"/>
            </a:xfrm>
            <a:custGeom>
              <a:avLst/>
              <a:gdLst/>
              <a:ahLst/>
              <a:cxnLst/>
              <a:rect l="l" t="t" r="r" b="b"/>
              <a:pathLst>
                <a:path w="9490" h="9462" extrusionOk="0">
                  <a:moveTo>
                    <a:pt x="4745" y="337"/>
                  </a:moveTo>
                  <a:cubicBezTo>
                    <a:pt x="5953" y="337"/>
                    <a:pt x="7047" y="842"/>
                    <a:pt x="7862" y="1628"/>
                  </a:cubicBezTo>
                  <a:cubicBezTo>
                    <a:pt x="8648" y="2415"/>
                    <a:pt x="9125" y="3510"/>
                    <a:pt x="9125" y="4745"/>
                  </a:cubicBezTo>
                  <a:cubicBezTo>
                    <a:pt x="9125" y="5952"/>
                    <a:pt x="8648" y="7047"/>
                    <a:pt x="7862" y="7833"/>
                  </a:cubicBezTo>
                  <a:cubicBezTo>
                    <a:pt x="7047" y="8619"/>
                    <a:pt x="5953" y="9124"/>
                    <a:pt x="4745" y="9124"/>
                  </a:cubicBezTo>
                  <a:cubicBezTo>
                    <a:pt x="3538" y="9124"/>
                    <a:pt x="2443" y="8619"/>
                    <a:pt x="1629" y="7833"/>
                  </a:cubicBezTo>
                  <a:cubicBezTo>
                    <a:pt x="843" y="7047"/>
                    <a:pt x="366" y="5952"/>
                    <a:pt x="366" y="4745"/>
                  </a:cubicBezTo>
                  <a:cubicBezTo>
                    <a:pt x="366" y="3510"/>
                    <a:pt x="843" y="2415"/>
                    <a:pt x="1629" y="1628"/>
                  </a:cubicBezTo>
                  <a:cubicBezTo>
                    <a:pt x="2443" y="842"/>
                    <a:pt x="3538" y="337"/>
                    <a:pt x="4745" y="337"/>
                  </a:cubicBezTo>
                  <a:close/>
                  <a:moveTo>
                    <a:pt x="4745" y="0"/>
                  </a:moveTo>
                  <a:cubicBezTo>
                    <a:pt x="2134" y="0"/>
                    <a:pt x="1" y="2106"/>
                    <a:pt x="1" y="4745"/>
                  </a:cubicBezTo>
                  <a:cubicBezTo>
                    <a:pt x="1" y="7356"/>
                    <a:pt x="2134" y="9461"/>
                    <a:pt x="4745" y="9461"/>
                  </a:cubicBezTo>
                  <a:cubicBezTo>
                    <a:pt x="7356" y="9461"/>
                    <a:pt x="9490" y="7356"/>
                    <a:pt x="9490" y="4745"/>
                  </a:cubicBezTo>
                  <a:cubicBezTo>
                    <a:pt x="9490" y="2106"/>
                    <a:pt x="7356" y="0"/>
                    <a:pt x="4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4056;p64">
              <a:extLst>
                <a:ext uri="{FF2B5EF4-FFF2-40B4-BE49-F238E27FC236}">
                  <a16:creationId xmlns:a16="http://schemas.microsoft.com/office/drawing/2014/main" id="{EDC2935B-1342-93FA-9CAD-0947B3546159}"/>
                </a:ext>
              </a:extLst>
            </p:cNvPr>
            <p:cNvSpPr/>
            <p:nvPr/>
          </p:nvSpPr>
          <p:spPr>
            <a:xfrm>
              <a:off x="5243200" y="4242275"/>
              <a:ext cx="278675" cy="11950"/>
            </a:xfrm>
            <a:custGeom>
              <a:avLst/>
              <a:gdLst/>
              <a:ahLst/>
              <a:cxnLst/>
              <a:rect l="l" t="t" r="r" b="b"/>
              <a:pathLst>
                <a:path w="11147" h="478" extrusionOk="0">
                  <a:moveTo>
                    <a:pt x="1" y="1"/>
                  </a:moveTo>
                  <a:lnTo>
                    <a:pt x="1" y="478"/>
                  </a:lnTo>
                  <a:lnTo>
                    <a:pt x="11146" y="478"/>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4057;p64">
              <a:extLst>
                <a:ext uri="{FF2B5EF4-FFF2-40B4-BE49-F238E27FC236}">
                  <a16:creationId xmlns:a16="http://schemas.microsoft.com/office/drawing/2014/main" id="{8A330F8F-31AC-0456-38C6-3E4A52C7864A}"/>
                </a:ext>
              </a:extLst>
            </p:cNvPr>
            <p:cNvSpPr/>
            <p:nvPr/>
          </p:nvSpPr>
          <p:spPr>
            <a:xfrm>
              <a:off x="5243200" y="4290000"/>
              <a:ext cx="278675" cy="11250"/>
            </a:xfrm>
            <a:custGeom>
              <a:avLst/>
              <a:gdLst/>
              <a:ahLst/>
              <a:cxnLst/>
              <a:rect l="l" t="t" r="r" b="b"/>
              <a:pathLst>
                <a:path w="11147" h="450" extrusionOk="0">
                  <a:moveTo>
                    <a:pt x="1" y="1"/>
                  </a:moveTo>
                  <a:lnTo>
                    <a:pt x="1" y="450"/>
                  </a:lnTo>
                  <a:lnTo>
                    <a:pt x="11146" y="450"/>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4058;p64">
              <a:extLst>
                <a:ext uri="{FF2B5EF4-FFF2-40B4-BE49-F238E27FC236}">
                  <a16:creationId xmlns:a16="http://schemas.microsoft.com/office/drawing/2014/main" id="{EAD49445-B0C2-8B62-F959-C6B9C4DECF46}"/>
                </a:ext>
              </a:extLst>
            </p:cNvPr>
            <p:cNvSpPr/>
            <p:nvPr/>
          </p:nvSpPr>
          <p:spPr>
            <a:xfrm>
              <a:off x="5243200" y="4337025"/>
              <a:ext cx="278675" cy="11950"/>
            </a:xfrm>
            <a:custGeom>
              <a:avLst/>
              <a:gdLst/>
              <a:ahLst/>
              <a:cxnLst/>
              <a:rect l="l" t="t" r="r" b="b"/>
              <a:pathLst>
                <a:path w="11147" h="478" extrusionOk="0">
                  <a:moveTo>
                    <a:pt x="1" y="1"/>
                  </a:moveTo>
                  <a:lnTo>
                    <a:pt x="1" y="478"/>
                  </a:lnTo>
                  <a:lnTo>
                    <a:pt x="11146" y="478"/>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4059;p64">
              <a:extLst>
                <a:ext uri="{FF2B5EF4-FFF2-40B4-BE49-F238E27FC236}">
                  <a16:creationId xmlns:a16="http://schemas.microsoft.com/office/drawing/2014/main" id="{BE3E2B78-D022-D974-ABCF-523DF0C1B5E8}"/>
                </a:ext>
              </a:extLst>
            </p:cNvPr>
            <p:cNvSpPr/>
            <p:nvPr/>
          </p:nvSpPr>
          <p:spPr>
            <a:xfrm>
              <a:off x="5243200" y="4384750"/>
              <a:ext cx="278675" cy="11250"/>
            </a:xfrm>
            <a:custGeom>
              <a:avLst/>
              <a:gdLst/>
              <a:ahLst/>
              <a:cxnLst/>
              <a:rect l="l" t="t" r="r" b="b"/>
              <a:pathLst>
                <a:path w="11147" h="450" extrusionOk="0">
                  <a:moveTo>
                    <a:pt x="1" y="1"/>
                  </a:moveTo>
                  <a:lnTo>
                    <a:pt x="1" y="450"/>
                  </a:lnTo>
                  <a:lnTo>
                    <a:pt x="11146" y="450"/>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4060;p64">
              <a:extLst>
                <a:ext uri="{FF2B5EF4-FFF2-40B4-BE49-F238E27FC236}">
                  <a16:creationId xmlns:a16="http://schemas.microsoft.com/office/drawing/2014/main" id="{A71AAEAC-29E0-4E91-C5D5-9DCBAC1156FC}"/>
                </a:ext>
              </a:extLst>
            </p:cNvPr>
            <p:cNvSpPr/>
            <p:nvPr/>
          </p:nvSpPr>
          <p:spPr>
            <a:xfrm>
              <a:off x="5568175" y="3960825"/>
              <a:ext cx="277950" cy="389575"/>
            </a:xfrm>
            <a:custGeom>
              <a:avLst/>
              <a:gdLst/>
              <a:ahLst/>
              <a:cxnLst/>
              <a:rect l="l" t="t" r="r" b="b"/>
              <a:pathLst>
                <a:path w="11118" h="15583" extrusionOk="0">
                  <a:moveTo>
                    <a:pt x="10669" y="1"/>
                  </a:moveTo>
                  <a:lnTo>
                    <a:pt x="10669" y="15105"/>
                  </a:lnTo>
                  <a:lnTo>
                    <a:pt x="0" y="15105"/>
                  </a:lnTo>
                  <a:lnTo>
                    <a:pt x="0" y="15582"/>
                  </a:lnTo>
                  <a:lnTo>
                    <a:pt x="11118" y="15582"/>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4061;p64">
              <a:extLst>
                <a:ext uri="{FF2B5EF4-FFF2-40B4-BE49-F238E27FC236}">
                  <a16:creationId xmlns:a16="http://schemas.microsoft.com/office/drawing/2014/main" id="{8C3FB9C2-E696-27ED-86D1-FF5C638DF2BF}"/>
                </a:ext>
              </a:extLst>
            </p:cNvPr>
            <p:cNvSpPr/>
            <p:nvPr/>
          </p:nvSpPr>
          <p:spPr>
            <a:xfrm>
              <a:off x="1997775" y="759600"/>
              <a:ext cx="2480425" cy="1965250"/>
            </a:xfrm>
            <a:custGeom>
              <a:avLst/>
              <a:gdLst/>
              <a:ahLst/>
              <a:cxnLst/>
              <a:rect l="l" t="t" r="r" b="b"/>
              <a:pathLst>
                <a:path w="99217" h="78610" extrusionOk="0">
                  <a:moveTo>
                    <a:pt x="0" y="1"/>
                  </a:moveTo>
                  <a:lnTo>
                    <a:pt x="0" y="78610"/>
                  </a:lnTo>
                  <a:lnTo>
                    <a:pt x="99216" y="78610"/>
                  </a:lnTo>
                  <a:lnTo>
                    <a:pt x="99216" y="4380"/>
                  </a:lnTo>
                  <a:lnTo>
                    <a:pt x="26839" y="4380"/>
                  </a:lnTo>
                  <a:lnTo>
                    <a:pt x="2408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4062;p64">
              <a:extLst>
                <a:ext uri="{FF2B5EF4-FFF2-40B4-BE49-F238E27FC236}">
                  <a16:creationId xmlns:a16="http://schemas.microsoft.com/office/drawing/2014/main" id="{7405304D-5BA1-5984-C0CF-8CCF568D5498}"/>
                </a:ext>
              </a:extLst>
            </p:cNvPr>
            <p:cNvSpPr/>
            <p:nvPr/>
          </p:nvSpPr>
          <p:spPr>
            <a:xfrm>
              <a:off x="2016000" y="918925"/>
              <a:ext cx="2445350" cy="1766625"/>
            </a:xfrm>
            <a:custGeom>
              <a:avLst/>
              <a:gdLst/>
              <a:ahLst/>
              <a:cxnLst/>
              <a:rect l="l" t="t" r="r" b="b"/>
              <a:pathLst>
                <a:path w="97814" h="70665" extrusionOk="0">
                  <a:moveTo>
                    <a:pt x="1" y="1"/>
                  </a:moveTo>
                  <a:lnTo>
                    <a:pt x="1" y="70665"/>
                  </a:lnTo>
                  <a:lnTo>
                    <a:pt x="97813" y="70665"/>
                  </a:lnTo>
                  <a:lnTo>
                    <a:pt x="9781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4063;p64">
              <a:extLst>
                <a:ext uri="{FF2B5EF4-FFF2-40B4-BE49-F238E27FC236}">
                  <a16:creationId xmlns:a16="http://schemas.microsoft.com/office/drawing/2014/main" id="{79FF6D58-3FF9-8E7B-B72A-8CB8591AA445}"/>
                </a:ext>
              </a:extLst>
            </p:cNvPr>
            <p:cNvSpPr/>
            <p:nvPr/>
          </p:nvSpPr>
          <p:spPr>
            <a:xfrm>
              <a:off x="4417100" y="924550"/>
              <a:ext cx="38625" cy="1064750"/>
            </a:xfrm>
            <a:custGeom>
              <a:avLst/>
              <a:gdLst/>
              <a:ahLst/>
              <a:cxnLst/>
              <a:rect l="l" t="t" r="r" b="b"/>
              <a:pathLst>
                <a:path w="1545" h="42590" extrusionOk="0">
                  <a:moveTo>
                    <a:pt x="1" y="0"/>
                  </a:moveTo>
                  <a:lnTo>
                    <a:pt x="1" y="42590"/>
                  </a:lnTo>
                  <a:lnTo>
                    <a:pt x="1545" y="42590"/>
                  </a:lnTo>
                  <a:lnTo>
                    <a:pt x="1545" y="0"/>
                  </a:ln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4064;p64">
              <a:extLst>
                <a:ext uri="{FF2B5EF4-FFF2-40B4-BE49-F238E27FC236}">
                  <a16:creationId xmlns:a16="http://schemas.microsoft.com/office/drawing/2014/main" id="{C1853135-2B3F-F3EB-1998-61BAE56D7ACC}"/>
                </a:ext>
              </a:extLst>
            </p:cNvPr>
            <p:cNvSpPr/>
            <p:nvPr/>
          </p:nvSpPr>
          <p:spPr>
            <a:xfrm>
              <a:off x="4417100" y="1989275"/>
              <a:ext cx="38625" cy="689975"/>
            </a:xfrm>
            <a:custGeom>
              <a:avLst/>
              <a:gdLst/>
              <a:ahLst/>
              <a:cxnLst/>
              <a:rect l="l" t="t" r="r" b="b"/>
              <a:pathLst>
                <a:path w="1545" h="27599" extrusionOk="0">
                  <a:moveTo>
                    <a:pt x="1" y="1"/>
                  </a:moveTo>
                  <a:lnTo>
                    <a:pt x="1" y="27598"/>
                  </a:lnTo>
                  <a:lnTo>
                    <a:pt x="1545" y="27598"/>
                  </a:lnTo>
                  <a:lnTo>
                    <a:pt x="1545" y="1"/>
                  </a:lnTo>
                  <a:close/>
                </a:path>
              </a:pathLst>
            </a:custGeom>
            <a:solidFill>
              <a:srgbClr val="B0B0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4065;p64">
              <a:extLst>
                <a:ext uri="{FF2B5EF4-FFF2-40B4-BE49-F238E27FC236}">
                  <a16:creationId xmlns:a16="http://schemas.microsoft.com/office/drawing/2014/main" id="{F36E0472-112F-1067-646E-F65A28C3F760}"/>
                </a:ext>
              </a:extLst>
            </p:cNvPr>
            <p:cNvSpPr/>
            <p:nvPr/>
          </p:nvSpPr>
          <p:spPr>
            <a:xfrm>
              <a:off x="2006175" y="895050"/>
              <a:ext cx="2458675" cy="96200"/>
            </a:xfrm>
            <a:custGeom>
              <a:avLst/>
              <a:gdLst/>
              <a:ahLst/>
              <a:cxnLst/>
              <a:rect l="l" t="t" r="r" b="b"/>
              <a:pathLst>
                <a:path w="98347" h="3848" extrusionOk="0">
                  <a:moveTo>
                    <a:pt x="1" y="1"/>
                  </a:moveTo>
                  <a:lnTo>
                    <a:pt x="1" y="3847"/>
                  </a:lnTo>
                  <a:lnTo>
                    <a:pt x="98347" y="3847"/>
                  </a:lnTo>
                  <a:lnTo>
                    <a:pt x="983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4066;p64">
              <a:extLst>
                <a:ext uri="{FF2B5EF4-FFF2-40B4-BE49-F238E27FC236}">
                  <a16:creationId xmlns:a16="http://schemas.microsoft.com/office/drawing/2014/main" id="{A5E17F79-E14A-F031-CC1E-D049CA94B7C8}"/>
                </a:ext>
              </a:extLst>
            </p:cNvPr>
            <p:cNvSpPr/>
            <p:nvPr/>
          </p:nvSpPr>
          <p:spPr>
            <a:xfrm>
              <a:off x="2000575" y="889450"/>
              <a:ext cx="2469900" cy="107400"/>
            </a:xfrm>
            <a:custGeom>
              <a:avLst/>
              <a:gdLst/>
              <a:ahLst/>
              <a:cxnLst/>
              <a:rect l="l" t="t" r="r" b="b"/>
              <a:pathLst>
                <a:path w="98796" h="4296" extrusionOk="0">
                  <a:moveTo>
                    <a:pt x="98346" y="450"/>
                  </a:moveTo>
                  <a:lnTo>
                    <a:pt x="98346" y="3847"/>
                  </a:lnTo>
                  <a:lnTo>
                    <a:pt x="478" y="3847"/>
                  </a:lnTo>
                  <a:lnTo>
                    <a:pt x="478" y="450"/>
                  </a:lnTo>
                  <a:close/>
                  <a:moveTo>
                    <a:pt x="0" y="0"/>
                  </a:moveTo>
                  <a:lnTo>
                    <a:pt x="0" y="4296"/>
                  </a:lnTo>
                  <a:lnTo>
                    <a:pt x="98795" y="4296"/>
                  </a:lnTo>
                  <a:lnTo>
                    <a:pt x="98795" y="4071"/>
                  </a:lnTo>
                  <a:lnTo>
                    <a:pt x="9879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4067;p64">
              <a:extLst>
                <a:ext uri="{FF2B5EF4-FFF2-40B4-BE49-F238E27FC236}">
                  <a16:creationId xmlns:a16="http://schemas.microsoft.com/office/drawing/2014/main" id="{831F6743-1219-194B-FC41-B5F04A36F217}"/>
                </a:ext>
              </a:extLst>
            </p:cNvPr>
            <p:cNvSpPr/>
            <p:nvPr/>
          </p:nvSpPr>
          <p:spPr>
            <a:xfrm>
              <a:off x="2010400" y="913300"/>
              <a:ext cx="2457275" cy="1777875"/>
            </a:xfrm>
            <a:custGeom>
              <a:avLst/>
              <a:gdLst/>
              <a:ahLst/>
              <a:cxnLst/>
              <a:rect l="l" t="t" r="r" b="b"/>
              <a:pathLst>
                <a:path w="98291" h="71115" extrusionOk="0">
                  <a:moveTo>
                    <a:pt x="97813" y="450"/>
                  </a:moveTo>
                  <a:lnTo>
                    <a:pt x="97813" y="70637"/>
                  </a:lnTo>
                  <a:lnTo>
                    <a:pt x="450" y="70637"/>
                  </a:lnTo>
                  <a:lnTo>
                    <a:pt x="450" y="450"/>
                  </a:lnTo>
                  <a:close/>
                  <a:moveTo>
                    <a:pt x="225" y="1"/>
                  </a:moveTo>
                  <a:cubicBezTo>
                    <a:pt x="169" y="1"/>
                    <a:pt x="113" y="29"/>
                    <a:pt x="57" y="57"/>
                  </a:cubicBezTo>
                  <a:cubicBezTo>
                    <a:pt x="28" y="113"/>
                    <a:pt x="0" y="169"/>
                    <a:pt x="0" y="226"/>
                  </a:cubicBezTo>
                  <a:lnTo>
                    <a:pt x="0" y="70890"/>
                  </a:lnTo>
                  <a:cubicBezTo>
                    <a:pt x="0" y="70946"/>
                    <a:pt x="28" y="71002"/>
                    <a:pt x="57" y="71030"/>
                  </a:cubicBezTo>
                  <a:cubicBezTo>
                    <a:pt x="113" y="71086"/>
                    <a:pt x="169" y="71114"/>
                    <a:pt x="225" y="71114"/>
                  </a:cubicBezTo>
                  <a:lnTo>
                    <a:pt x="98037" y="71114"/>
                  </a:lnTo>
                  <a:cubicBezTo>
                    <a:pt x="98122" y="71114"/>
                    <a:pt x="98178" y="71086"/>
                    <a:pt x="98206" y="71030"/>
                  </a:cubicBezTo>
                  <a:cubicBezTo>
                    <a:pt x="98262" y="71002"/>
                    <a:pt x="98290" y="70946"/>
                    <a:pt x="98290" y="70890"/>
                  </a:cubicBezTo>
                  <a:lnTo>
                    <a:pt x="98290" y="226"/>
                  </a:lnTo>
                  <a:cubicBezTo>
                    <a:pt x="98290" y="169"/>
                    <a:pt x="98262" y="113"/>
                    <a:pt x="98206" y="57"/>
                  </a:cubicBezTo>
                  <a:cubicBezTo>
                    <a:pt x="98178" y="29"/>
                    <a:pt x="98122" y="1"/>
                    <a:pt x="980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4068;p64">
              <a:extLst>
                <a:ext uri="{FF2B5EF4-FFF2-40B4-BE49-F238E27FC236}">
                  <a16:creationId xmlns:a16="http://schemas.microsoft.com/office/drawing/2014/main" id="{F8A1E6FB-9511-118C-665A-1B41BDE6A226}"/>
                </a:ext>
              </a:extLst>
            </p:cNvPr>
            <p:cNvSpPr/>
            <p:nvPr/>
          </p:nvSpPr>
          <p:spPr>
            <a:xfrm>
              <a:off x="3103900" y="1053675"/>
              <a:ext cx="201475" cy="30225"/>
            </a:xfrm>
            <a:custGeom>
              <a:avLst/>
              <a:gdLst/>
              <a:ahLst/>
              <a:cxnLst/>
              <a:rect l="l" t="t" r="r" b="b"/>
              <a:pathLst>
                <a:path w="8059" h="1209" extrusionOk="0">
                  <a:moveTo>
                    <a:pt x="618" y="1"/>
                  </a:moveTo>
                  <a:cubicBezTo>
                    <a:pt x="282" y="1"/>
                    <a:pt x="1" y="254"/>
                    <a:pt x="1" y="590"/>
                  </a:cubicBezTo>
                  <a:cubicBezTo>
                    <a:pt x="1" y="927"/>
                    <a:pt x="282" y="1208"/>
                    <a:pt x="618" y="1208"/>
                  </a:cubicBezTo>
                  <a:lnTo>
                    <a:pt x="7441" y="1208"/>
                  </a:lnTo>
                  <a:cubicBezTo>
                    <a:pt x="7778" y="1208"/>
                    <a:pt x="8058" y="927"/>
                    <a:pt x="8058" y="590"/>
                  </a:cubicBezTo>
                  <a:cubicBezTo>
                    <a:pt x="8058" y="254"/>
                    <a:pt x="7778" y="1"/>
                    <a:pt x="7441"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4069;p64">
              <a:extLst>
                <a:ext uri="{FF2B5EF4-FFF2-40B4-BE49-F238E27FC236}">
                  <a16:creationId xmlns:a16="http://schemas.microsoft.com/office/drawing/2014/main" id="{9F644736-4280-9832-4374-86D4192E8ECE}"/>
                </a:ext>
              </a:extLst>
            </p:cNvPr>
            <p:cNvSpPr/>
            <p:nvPr/>
          </p:nvSpPr>
          <p:spPr>
            <a:xfrm>
              <a:off x="3446425" y="1053675"/>
              <a:ext cx="200750" cy="30225"/>
            </a:xfrm>
            <a:custGeom>
              <a:avLst/>
              <a:gdLst/>
              <a:ahLst/>
              <a:cxnLst/>
              <a:rect l="l" t="t" r="r" b="b"/>
              <a:pathLst>
                <a:path w="8030" h="1209" extrusionOk="0">
                  <a:moveTo>
                    <a:pt x="590" y="1"/>
                  </a:moveTo>
                  <a:cubicBezTo>
                    <a:pt x="253" y="1"/>
                    <a:pt x="0" y="254"/>
                    <a:pt x="0" y="590"/>
                  </a:cubicBezTo>
                  <a:cubicBezTo>
                    <a:pt x="0" y="927"/>
                    <a:pt x="253" y="1208"/>
                    <a:pt x="590" y="1208"/>
                  </a:cubicBezTo>
                  <a:lnTo>
                    <a:pt x="7440" y="1208"/>
                  </a:lnTo>
                  <a:cubicBezTo>
                    <a:pt x="7777" y="1208"/>
                    <a:pt x="8030" y="927"/>
                    <a:pt x="8030" y="590"/>
                  </a:cubicBezTo>
                  <a:cubicBezTo>
                    <a:pt x="8030"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4070;p64">
              <a:extLst>
                <a:ext uri="{FF2B5EF4-FFF2-40B4-BE49-F238E27FC236}">
                  <a16:creationId xmlns:a16="http://schemas.microsoft.com/office/drawing/2014/main" id="{A58319F9-1AA6-83B1-3B3E-DA057A6515EB}"/>
                </a:ext>
              </a:extLst>
            </p:cNvPr>
            <p:cNvSpPr/>
            <p:nvPr/>
          </p:nvSpPr>
          <p:spPr>
            <a:xfrm>
              <a:off x="3788225" y="1053675"/>
              <a:ext cx="201475" cy="30225"/>
            </a:xfrm>
            <a:custGeom>
              <a:avLst/>
              <a:gdLst/>
              <a:ahLst/>
              <a:cxnLst/>
              <a:rect l="l" t="t" r="r" b="b"/>
              <a:pathLst>
                <a:path w="8059" h="1209" extrusionOk="0">
                  <a:moveTo>
                    <a:pt x="618" y="1"/>
                  </a:moveTo>
                  <a:cubicBezTo>
                    <a:pt x="281" y="1"/>
                    <a:pt x="1" y="254"/>
                    <a:pt x="1" y="590"/>
                  </a:cubicBezTo>
                  <a:cubicBezTo>
                    <a:pt x="1" y="927"/>
                    <a:pt x="281" y="1208"/>
                    <a:pt x="618" y="1208"/>
                  </a:cubicBezTo>
                  <a:lnTo>
                    <a:pt x="7440" y="1208"/>
                  </a:lnTo>
                  <a:cubicBezTo>
                    <a:pt x="7777" y="1208"/>
                    <a:pt x="8058" y="927"/>
                    <a:pt x="8058" y="590"/>
                  </a:cubicBezTo>
                  <a:cubicBezTo>
                    <a:pt x="8058"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4071;p64">
              <a:extLst>
                <a:ext uri="{FF2B5EF4-FFF2-40B4-BE49-F238E27FC236}">
                  <a16:creationId xmlns:a16="http://schemas.microsoft.com/office/drawing/2014/main" id="{DEDA4232-47A6-91A0-69C7-0F2B55F0B351}"/>
                </a:ext>
              </a:extLst>
            </p:cNvPr>
            <p:cNvSpPr/>
            <p:nvPr/>
          </p:nvSpPr>
          <p:spPr>
            <a:xfrm>
              <a:off x="4130750" y="1053675"/>
              <a:ext cx="201450" cy="30225"/>
            </a:xfrm>
            <a:custGeom>
              <a:avLst/>
              <a:gdLst/>
              <a:ahLst/>
              <a:cxnLst/>
              <a:rect l="l" t="t" r="r" b="b"/>
              <a:pathLst>
                <a:path w="8058" h="1209" extrusionOk="0">
                  <a:moveTo>
                    <a:pt x="590" y="1"/>
                  </a:moveTo>
                  <a:cubicBezTo>
                    <a:pt x="253" y="1"/>
                    <a:pt x="0" y="254"/>
                    <a:pt x="0" y="590"/>
                  </a:cubicBezTo>
                  <a:cubicBezTo>
                    <a:pt x="0" y="927"/>
                    <a:pt x="253" y="1208"/>
                    <a:pt x="590" y="1208"/>
                  </a:cubicBezTo>
                  <a:lnTo>
                    <a:pt x="7440" y="1208"/>
                  </a:lnTo>
                  <a:cubicBezTo>
                    <a:pt x="7777" y="1208"/>
                    <a:pt x="8058" y="927"/>
                    <a:pt x="8058" y="590"/>
                  </a:cubicBezTo>
                  <a:cubicBezTo>
                    <a:pt x="8058"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4072;p64">
              <a:extLst>
                <a:ext uri="{FF2B5EF4-FFF2-40B4-BE49-F238E27FC236}">
                  <a16:creationId xmlns:a16="http://schemas.microsoft.com/office/drawing/2014/main" id="{1DE7E99C-4F03-56AB-173B-D511961537D0}"/>
                </a:ext>
              </a:extLst>
            </p:cNvPr>
            <p:cNvSpPr/>
            <p:nvPr/>
          </p:nvSpPr>
          <p:spPr>
            <a:xfrm>
              <a:off x="2149375" y="1931025"/>
              <a:ext cx="2203175" cy="5625"/>
            </a:xfrm>
            <a:custGeom>
              <a:avLst/>
              <a:gdLst/>
              <a:ahLst/>
              <a:cxnLst/>
              <a:rect l="l" t="t" r="r" b="b"/>
              <a:pathLst>
                <a:path w="88127" h="225" extrusionOk="0">
                  <a:moveTo>
                    <a:pt x="0" y="0"/>
                  </a:moveTo>
                  <a:lnTo>
                    <a:pt x="0" y="225"/>
                  </a:lnTo>
                  <a:lnTo>
                    <a:pt x="88127" y="225"/>
                  </a:lnTo>
                  <a:lnTo>
                    <a:pt x="8812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4073;p64">
              <a:extLst>
                <a:ext uri="{FF2B5EF4-FFF2-40B4-BE49-F238E27FC236}">
                  <a16:creationId xmlns:a16="http://schemas.microsoft.com/office/drawing/2014/main" id="{867DEDEA-71E7-E699-BC35-C81DFE6EFC47}"/>
                </a:ext>
              </a:extLst>
            </p:cNvPr>
            <p:cNvSpPr/>
            <p:nvPr/>
          </p:nvSpPr>
          <p:spPr>
            <a:xfrm>
              <a:off x="21465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4074;p64">
              <a:extLst>
                <a:ext uri="{FF2B5EF4-FFF2-40B4-BE49-F238E27FC236}">
                  <a16:creationId xmlns:a16="http://schemas.microsoft.com/office/drawing/2014/main" id="{7ADC115A-C6A3-C81D-C9A6-30DFEB96A7D9}"/>
                </a:ext>
              </a:extLst>
            </p:cNvPr>
            <p:cNvSpPr/>
            <p:nvPr/>
          </p:nvSpPr>
          <p:spPr>
            <a:xfrm>
              <a:off x="24217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4075;p64">
              <a:extLst>
                <a:ext uri="{FF2B5EF4-FFF2-40B4-BE49-F238E27FC236}">
                  <a16:creationId xmlns:a16="http://schemas.microsoft.com/office/drawing/2014/main" id="{C8442D5A-AE50-065F-AAB7-A99A72A753B0}"/>
                </a:ext>
              </a:extLst>
            </p:cNvPr>
            <p:cNvSpPr/>
            <p:nvPr/>
          </p:nvSpPr>
          <p:spPr>
            <a:xfrm>
              <a:off x="2697525"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4076;p64">
              <a:extLst>
                <a:ext uri="{FF2B5EF4-FFF2-40B4-BE49-F238E27FC236}">
                  <a16:creationId xmlns:a16="http://schemas.microsoft.com/office/drawing/2014/main" id="{B1E8A12E-E2C5-74F3-3072-DEE18963E4DF}"/>
                </a:ext>
              </a:extLst>
            </p:cNvPr>
            <p:cNvSpPr/>
            <p:nvPr/>
          </p:nvSpPr>
          <p:spPr>
            <a:xfrm>
              <a:off x="29726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4077;p64">
              <a:extLst>
                <a:ext uri="{FF2B5EF4-FFF2-40B4-BE49-F238E27FC236}">
                  <a16:creationId xmlns:a16="http://schemas.microsoft.com/office/drawing/2014/main" id="{45D542DE-C2A6-2364-91C7-AD653A56C839}"/>
                </a:ext>
              </a:extLst>
            </p:cNvPr>
            <p:cNvSpPr/>
            <p:nvPr/>
          </p:nvSpPr>
          <p:spPr>
            <a:xfrm>
              <a:off x="32478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4078;p64">
              <a:extLst>
                <a:ext uri="{FF2B5EF4-FFF2-40B4-BE49-F238E27FC236}">
                  <a16:creationId xmlns:a16="http://schemas.microsoft.com/office/drawing/2014/main" id="{0743E7AF-79E0-3EAC-AE6B-1A995EC962D3}"/>
                </a:ext>
              </a:extLst>
            </p:cNvPr>
            <p:cNvSpPr/>
            <p:nvPr/>
          </p:nvSpPr>
          <p:spPr>
            <a:xfrm>
              <a:off x="3523625"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4079;p64">
              <a:extLst>
                <a:ext uri="{FF2B5EF4-FFF2-40B4-BE49-F238E27FC236}">
                  <a16:creationId xmlns:a16="http://schemas.microsoft.com/office/drawing/2014/main" id="{2EF8706C-8491-2C87-4129-D889D01A988D}"/>
                </a:ext>
              </a:extLst>
            </p:cNvPr>
            <p:cNvSpPr/>
            <p:nvPr/>
          </p:nvSpPr>
          <p:spPr>
            <a:xfrm>
              <a:off x="37987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4080;p64">
              <a:extLst>
                <a:ext uri="{FF2B5EF4-FFF2-40B4-BE49-F238E27FC236}">
                  <a16:creationId xmlns:a16="http://schemas.microsoft.com/office/drawing/2014/main" id="{B16273C6-6AAE-CF49-1AF7-47A162102720}"/>
                </a:ext>
              </a:extLst>
            </p:cNvPr>
            <p:cNvSpPr/>
            <p:nvPr/>
          </p:nvSpPr>
          <p:spPr>
            <a:xfrm>
              <a:off x="40739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4081;p64">
              <a:extLst>
                <a:ext uri="{FF2B5EF4-FFF2-40B4-BE49-F238E27FC236}">
                  <a16:creationId xmlns:a16="http://schemas.microsoft.com/office/drawing/2014/main" id="{ADB5E394-FF44-51CF-9D7B-E46F0BDD3E06}"/>
                </a:ext>
              </a:extLst>
            </p:cNvPr>
            <p:cNvSpPr/>
            <p:nvPr/>
          </p:nvSpPr>
          <p:spPr>
            <a:xfrm>
              <a:off x="4349725" y="1916975"/>
              <a:ext cx="5650" cy="16875"/>
            </a:xfrm>
            <a:custGeom>
              <a:avLst/>
              <a:gdLst/>
              <a:ahLst/>
              <a:cxnLst/>
              <a:rect l="l" t="t" r="r" b="b"/>
              <a:pathLst>
                <a:path w="226" h="675" extrusionOk="0">
                  <a:moveTo>
                    <a:pt x="0" y="1"/>
                  </a:moveTo>
                  <a:lnTo>
                    <a:pt x="0"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4082;p64">
              <a:extLst>
                <a:ext uri="{FF2B5EF4-FFF2-40B4-BE49-F238E27FC236}">
                  <a16:creationId xmlns:a16="http://schemas.microsoft.com/office/drawing/2014/main" id="{CF4ECCA0-3445-9E1E-57E2-F33E679944E9}"/>
                </a:ext>
              </a:extLst>
            </p:cNvPr>
            <p:cNvSpPr/>
            <p:nvPr/>
          </p:nvSpPr>
          <p:spPr>
            <a:xfrm>
              <a:off x="2274300" y="1744725"/>
              <a:ext cx="301125" cy="108725"/>
            </a:xfrm>
            <a:custGeom>
              <a:avLst/>
              <a:gdLst/>
              <a:ahLst/>
              <a:cxnLst/>
              <a:rect l="l" t="t" r="r" b="b"/>
              <a:pathLst>
                <a:path w="12045" h="4349" extrusionOk="0">
                  <a:moveTo>
                    <a:pt x="11502" y="0"/>
                  </a:moveTo>
                  <a:cubicBezTo>
                    <a:pt x="11467" y="0"/>
                    <a:pt x="11432" y="4"/>
                    <a:pt x="11399" y="13"/>
                  </a:cubicBezTo>
                  <a:lnTo>
                    <a:pt x="365" y="3438"/>
                  </a:lnTo>
                  <a:cubicBezTo>
                    <a:pt x="141" y="3494"/>
                    <a:pt x="0" y="3775"/>
                    <a:pt x="57" y="4027"/>
                  </a:cubicBezTo>
                  <a:cubicBezTo>
                    <a:pt x="128" y="4218"/>
                    <a:pt x="322" y="4348"/>
                    <a:pt x="534" y="4348"/>
                  </a:cubicBezTo>
                  <a:cubicBezTo>
                    <a:pt x="571" y="4348"/>
                    <a:pt x="608" y="4344"/>
                    <a:pt x="646" y="4336"/>
                  </a:cubicBezTo>
                  <a:lnTo>
                    <a:pt x="11680" y="911"/>
                  </a:lnTo>
                  <a:cubicBezTo>
                    <a:pt x="11904" y="827"/>
                    <a:pt x="12045" y="574"/>
                    <a:pt x="11988" y="321"/>
                  </a:cubicBezTo>
                  <a:cubicBezTo>
                    <a:pt x="11917" y="130"/>
                    <a:pt x="11703" y="0"/>
                    <a:pt x="115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4083;p64">
              <a:extLst>
                <a:ext uri="{FF2B5EF4-FFF2-40B4-BE49-F238E27FC236}">
                  <a16:creationId xmlns:a16="http://schemas.microsoft.com/office/drawing/2014/main" id="{FD916A8A-30EC-E78A-5EFA-0BBFB627E92F}"/>
                </a:ext>
              </a:extLst>
            </p:cNvPr>
            <p:cNvSpPr/>
            <p:nvPr/>
          </p:nvSpPr>
          <p:spPr>
            <a:xfrm>
              <a:off x="2549425" y="1557275"/>
              <a:ext cx="301825" cy="210775"/>
            </a:xfrm>
            <a:custGeom>
              <a:avLst/>
              <a:gdLst/>
              <a:ahLst/>
              <a:cxnLst/>
              <a:rect l="l" t="t" r="r" b="b"/>
              <a:pathLst>
                <a:path w="12073" h="8431" extrusionOk="0">
                  <a:moveTo>
                    <a:pt x="11555" y="1"/>
                  </a:moveTo>
                  <a:cubicBezTo>
                    <a:pt x="11459" y="1"/>
                    <a:pt x="11364" y="32"/>
                    <a:pt x="11287" y="99"/>
                  </a:cubicBezTo>
                  <a:lnTo>
                    <a:pt x="253" y="7595"/>
                  </a:lnTo>
                  <a:cubicBezTo>
                    <a:pt x="57" y="7735"/>
                    <a:pt x="1" y="8016"/>
                    <a:pt x="141" y="8240"/>
                  </a:cubicBezTo>
                  <a:cubicBezTo>
                    <a:pt x="229" y="8363"/>
                    <a:pt x="370" y="8431"/>
                    <a:pt x="519" y="8431"/>
                  </a:cubicBezTo>
                  <a:cubicBezTo>
                    <a:pt x="609" y="8431"/>
                    <a:pt x="702" y="8406"/>
                    <a:pt x="787" y="8353"/>
                  </a:cubicBezTo>
                  <a:lnTo>
                    <a:pt x="11792" y="857"/>
                  </a:lnTo>
                  <a:cubicBezTo>
                    <a:pt x="12017" y="716"/>
                    <a:pt x="12073" y="436"/>
                    <a:pt x="11933" y="211"/>
                  </a:cubicBezTo>
                  <a:cubicBezTo>
                    <a:pt x="11848" y="75"/>
                    <a:pt x="11701" y="1"/>
                    <a:pt x="115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4084;p64">
              <a:extLst>
                <a:ext uri="{FF2B5EF4-FFF2-40B4-BE49-F238E27FC236}">
                  <a16:creationId xmlns:a16="http://schemas.microsoft.com/office/drawing/2014/main" id="{2615F68E-2DAE-E7A7-5AB9-F1A952364722}"/>
                </a:ext>
              </a:extLst>
            </p:cNvPr>
            <p:cNvSpPr/>
            <p:nvPr/>
          </p:nvSpPr>
          <p:spPr>
            <a:xfrm>
              <a:off x="2824575" y="1301875"/>
              <a:ext cx="301825" cy="278950"/>
            </a:xfrm>
            <a:custGeom>
              <a:avLst/>
              <a:gdLst/>
              <a:ahLst/>
              <a:cxnLst/>
              <a:rect l="l" t="t" r="r" b="b"/>
              <a:pathLst>
                <a:path w="12073" h="11158" extrusionOk="0">
                  <a:moveTo>
                    <a:pt x="11550" y="1"/>
                  </a:moveTo>
                  <a:cubicBezTo>
                    <a:pt x="11438" y="1"/>
                    <a:pt x="11324" y="43"/>
                    <a:pt x="11230" y="124"/>
                  </a:cubicBezTo>
                  <a:lnTo>
                    <a:pt x="225" y="10343"/>
                  </a:lnTo>
                  <a:cubicBezTo>
                    <a:pt x="28" y="10511"/>
                    <a:pt x="0" y="10820"/>
                    <a:pt x="197" y="11017"/>
                  </a:cubicBezTo>
                  <a:cubicBezTo>
                    <a:pt x="288" y="11108"/>
                    <a:pt x="412" y="11158"/>
                    <a:pt x="538" y="11158"/>
                  </a:cubicBezTo>
                  <a:cubicBezTo>
                    <a:pt x="644" y="11158"/>
                    <a:pt x="752" y="11122"/>
                    <a:pt x="842" y="11045"/>
                  </a:cubicBezTo>
                  <a:lnTo>
                    <a:pt x="11876" y="826"/>
                  </a:lnTo>
                  <a:cubicBezTo>
                    <a:pt x="12044" y="629"/>
                    <a:pt x="12072" y="348"/>
                    <a:pt x="11876" y="152"/>
                  </a:cubicBezTo>
                  <a:cubicBezTo>
                    <a:pt x="11788" y="50"/>
                    <a:pt x="11670" y="1"/>
                    <a:pt x="115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4085;p64">
              <a:extLst>
                <a:ext uri="{FF2B5EF4-FFF2-40B4-BE49-F238E27FC236}">
                  <a16:creationId xmlns:a16="http://schemas.microsoft.com/office/drawing/2014/main" id="{12C284C7-DE24-85EB-BE2B-DFC3F0EDE1AD}"/>
                </a:ext>
              </a:extLst>
            </p:cNvPr>
            <p:cNvSpPr/>
            <p:nvPr/>
          </p:nvSpPr>
          <p:spPr>
            <a:xfrm>
              <a:off x="3101100" y="1276175"/>
              <a:ext cx="299725" cy="49225"/>
            </a:xfrm>
            <a:custGeom>
              <a:avLst/>
              <a:gdLst/>
              <a:ahLst/>
              <a:cxnLst/>
              <a:rect l="l" t="t" r="r" b="b"/>
              <a:pathLst>
                <a:path w="11989" h="1969" extrusionOk="0">
                  <a:moveTo>
                    <a:pt x="11455" y="1"/>
                  </a:moveTo>
                  <a:lnTo>
                    <a:pt x="450" y="1039"/>
                  </a:lnTo>
                  <a:cubicBezTo>
                    <a:pt x="197" y="1067"/>
                    <a:pt x="1" y="1292"/>
                    <a:pt x="29" y="1545"/>
                  </a:cubicBezTo>
                  <a:cubicBezTo>
                    <a:pt x="55" y="1781"/>
                    <a:pt x="253" y="1968"/>
                    <a:pt x="486" y="1968"/>
                  </a:cubicBezTo>
                  <a:cubicBezTo>
                    <a:pt x="502" y="1968"/>
                    <a:pt x="518" y="1968"/>
                    <a:pt x="534" y="1966"/>
                  </a:cubicBezTo>
                  <a:lnTo>
                    <a:pt x="11539" y="955"/>
                  </a:lnTo>
                  <a:cubicBezTo>
                    <a:pt x="11792" y="927"/>
                    <a:pt x="11988" y="702"/>
                    <a:pt x="11960" y="422"/>
                  </a:cubicBezTo>
                  <a:cubicBezTo>
                    <a:pt x="11932" y="169"/>
                    <a:pt x="11708" y="1"/>
                    <a:pt x="114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4086;p64">
              <a:extLst>
                <a:ext uri="{FF2B5EF4-FFF2-40B4-BE49-F238E27FC236}">
                  <a16:creationId xmlns:a16="http://schemas.microsoft.com/office/drawing/2014/main" id="{FBB83C0B-96C3-A9F5-784F-F89A28FBC886}"/>
                </a:ext>
              </a:extLst>
            </p:cNvPr>
            <p:cNvSpPr/>
            <p:nvPr/>
          </p:nvSpPr>
          <p:spPr>
            <a:xfrm>
              <a:off x="3375525" y="1276375"/>
              <a:ext cx="301825" cy="210900"/>
            </a:xfrm>
            <a:custGeom>
              <a:avLst/>
              <a:gdLst/>
              <a:ahLst/>
              <a:cxnLst/>
              <a:rect l="l" t="t" r="r" b="b"/>
              <a:pathLst>
                <a:path w="12073" h="8436" extrusionOk="0">
                  <a:moveTo>
                    <a:pt x="527" y="0"/>
                  </a:moveTo>
                  <a:cubicBezTo>
                    <a:pt x="375" y="0"/>
                    <a:pt x="230" y="75"/>
                    <a:pt x="141" y="217"/>
                  </a:cubicBezTo>
                  <a:cubicBezTo>
                    <a:pt x="1" y="414"/>
                    <a:pt x="57" y="723"/>
                    <a:pt x="253" y="863"/>
                  </a:cubicBezTo>
                  <a:lnTo>
                    <a:pt x="11287" y="8359"/>
                  </a:lnTo>
                  <a:cubicBezTo>
                    <a:pt x="11359" y="8410"/>
                    <a:pt x="11446" y="8435"/>
                    <a:pt x="11534" y="8435"/>
                  </a:cubicBezTo>
                  <a:cubicBezTo>
                    <a:pt x="11687" y="8435"/>
                    <a:pt x="11844" y="8361"/>
                    <a:pt x="11933" y="8218"/>
                  </a:cubicBezTo>
                  <a:cubicBezTo>
                    <a:pt x="12073" y="8022"/>
                    <a:pt x="12017" y="7713"/>
                    <a:pt x="11792" y="7573"/>
                  </a:cubicBezTo>
                  <a:lnTo>
                    <a:pt x="787" y="77"/>
                  </a:lnTo>
                  <a:cubicBezTo>
                    <a:pt x="704" y="25"/>
                    <a:pt x="615" y="0"/>
                    <a:pt x="5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4087;p64">
              <a:extLst>
                <a:ext uri="{FF2B5EF4-FFF2-40B4-BE49-F238E27FC236}">
                  <a16:creationId xmlns:a16="http://schemas.microsoft.com/office/drawing/2014/main" id="{03949997-4C43-BE52-6780-E3DE206897DF}"/>
                </a:ext>
              </a:extLst>
            </p:cNvPr>
            <p:cNvSpPr/>
            <p:nvPr/>
          </p:nvSpPr>
          <p:spPr>
            <a:xfrm>
              <a:off x="3650675" y="1463775"/>
              <a:ext cx="301825" cy="202300"/>
            </a:xfrm>
            <a:custGeom>
              <a:avLst/>
              <a:gdLst/>
              <a:ahLst/>
              <a:cxnLst/>
              <a:rect l="l" t="t" r="r" b="b"/>
              <a:pathLst>
                <a:path w="12073" h="8092" extrusionOk="0">
                  <a:moveTo>
                    <a:pt x="526" y="0"/>
                  </a:moveTo>
                  <a:cubicBezTo>
                    <a:pt x="374" y="0"/>
                    <a:pt x="229" y="75"/>
                    <a:pt x="140" y="217"/>
                  </a:cubicBezTo>
                  <a:cubicBezTo>
                    <a:pt x="0" y="442"/>
                    <a:pt x="56" y="722"/>
                    <a:pt x="281" y="863"/>
                  </a:cubicBezTo>
                  <a:lnTo>
                    <a:pt x="11286" y="8022"/>
                  </a:lnTo>
                  <a:cubicBezTo>
                    <a:pt x="11363" y="8070"/>
                    <a:pt x="11446" y="8092"/>
                    <a:pt x="11528" y="8092"/>
                  </a:cubicBezTo>
                  <a:cubicBezTo>
                    <a:pt x="11686" y="8092"/>
                    <a:pt x="11839" y="8011"/>
                    <a:pt x="11932" y="7882"/>
                  </a:cubicBezTo>
                  <a:cubicBezTo>
                    <a:pt x="12072" y="7657"/>
                    <a:pt x="12016" y="7376"/>
                    <a:pt x="11791" y="7236"/>
                  </a:cubicBezTo>
                  <a:lnTo>
                    <a:pt x="786" y="77"/>
                  </a:lnTo>
                  <a:cubicBezTo>
                    <a:pt x="704" y="25"/>
                    <a:pt x="614" y="0"/>
                    <a:pt x="5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4088;p64">
              <a:extLst>
                <a:ext uri="{FF2B5EF4-FFF2-40B4-BE49-F238E27FC236}">
                  <a16:creationId xmlns:a16="http://schemas.microsoft.com/office/drawing/2014/main" id="{4F752771-F8DE-60E0-5C6F-735D08D952C8}"/>
                </a:ext>
              </a:extLst>
            </p:cNvPr>
            <p:cNvSpPr/>
            <p:nvPr/>
          </p:nvSpPr>
          <p:spPr>
            <a:xfrm>
              <a:off x="3925800" y="1267900"/>
              <a:ext cx="301825" cy="398225"/>
            </a:xfrm>
            <a:custGeom>
              <a:avLst/>
              <a:gdLst/>
              <a:ahLst/>
              <a:cxnLst/>
              <a:rect l="l" t="t" r="r" b="b"/>
              <a:pathLst>
                <a:path w="12073" h="15929" extrusionOk="0">
                  <a:moveTo>
                    <a:pt x="11572" y="1"/>
                  </a:moveTo>
                  <a:cubicBezTo>
                    <a:pt x="11427" y="1"/>
                    <a:pt x="11279" y="69"/>
                    <a:pt x="11174" y="191"/>
                  </a:cubicBezTo>
                  <a:lnTo>
                    <a:pt x="169" y="15183"/>
                  </a:lnTo>
                  <a:cubicBezTo>
                    <a:pt x="0" y="15380"/>
                    <a:pt x="56" y="15688"/>
                    <a:pt x="253" y="15829"/>
                  </a:cubicBezTo>
                  <a:cubicBezTo>
                    <a:pt x="344" y="15897"/>
                    <a:pt x="445" y="15929"/>
                    <a:pt x="543" y="15929"/>
                  </a:cubicBezTo>
                  <a:cubicBezTo>
                    <a:pt x="687" y="15929"/>
                    <a:pt x="827" y="15861"/>
                    <a:pt x="927" y="15745"/>
                  </a:cubicBezTo>
                  <a:lnTo>
                    <a:pt x="11932" y="753"/>
                  </a:lnTo>
                  <a:cubicBezTo>
                    <a:pt x="12072" y="528"/>
                    <a:pt x="12044" y="247"/>
                    <a:pt x="11820" y="79"/>
                  </a:cubicBezTo>
                  <a:cubicBezTo>
                    <a:pt x="11746" y="26"/>
                    <a:pt x="11659" y="1"/>
                    <a:pt x="115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4089;p64">
              <a:extLst>
                <a:ext uri="{FF2B5EF4-FFF2-40B4-BE49-F238E27FC236}">
                  <a16:creationId xmlns:a16="http://schemas.microsoft.com/office/drawing/2014/main" id="{7622D6F8-77BF-8BA2-777D-9F59E256EAD5}"/>
                </a:ext>
              </a:extLst>
            </p:cNvPr>
            <p:cNvSpPr/>
            <p:nvPr/>
          </p:nvSpPr>
          <p:spPr>
            <a:xfrm>
              <a:off x="2251850" y="1806800"/>
              <a:ext cx="70200" cy="70200"/>
            </a:xfrm>
            <a:custGeom>
              <a:avLst/>
              <a:gdLst/>
              <a:ahLst/>
              <a:cxnLst/>
              <a:rect l="l" t="t" r="r" b="b"/>
              <a:pathLst>
                <a:path w="2808" h="2808" extrusionOk="0">
                  <a:moveTo>
                    <a:pt x="1404" y="0"/>
                  </a:moveTo>
                  <a:cubicBezTo>
                    <a:pt x="646" y="0"/>
                    <a:pt x="0" y="618"/>
                    <a:pt x="0" y="1404"/>
                  </a:cubicBezTo>
                  <a:cubicBezTo>
                    <a:pt x="0" y="2162"/>
                    <a:pt x="646" y="2808"/>
                    <a:pt x="1404" y="2808"/>
                  </a:cubicBezTo>
                  <a:cubicBezTo>
                    <a:pt x="2190" y="2808"/>
                    <a:pt x="2808" y="2162"/>
                    <a:pt x="2808" y="1404"/>
                  </a:cubicBezTo>
                  <a:cubicBezTo>
                    <a:pt x="2808" y="618"/>
                    <a:pt x="2190"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4090;p64">
              <a:extLst>
                <a:ext uri="{FF2B5EF4-FFF2-40B4-BE49-F238E27FC236}">
                  <a16:creationId xmlns:a16="http://schemas.microsoft.com/office/drawing/2014/main" id="{5469F7C2-8E32-2DF5-A332-969D357EDC6E}"/>
                </a:ext>
              </a:extLst>
            </p:cNvPr>
            <p:cNvSpPr/>
            <p:nvPr/>
          </p:nvSpPr>
          <p:spPr>
            <a:xfrm>
              <a:off x="2246225" y="1800475"/>
              <a:ext cx="82150" cy="82150"/>
            </a:xfrm>
            <a:custGeom>
              <a:avLst/>
              <a:gdLst/>
              <a:ahLst/>
              <a:cxnLst/>
              <a:rect l="l" t="t" r="r" b="b"/>
              <a:pathLst>
                <a:path w="3286" h="3286" extrusionOk="0">
                  <a:moveTo>
                    <a:pt x="1629" y="478"/>
                  </a:moveTo>
                  <a:cubicBezTo>
                    <a:pt x="2275" y="478"/>
                    <a:pt x="2808" y="1011"/>
                    <a:pt x="2808" y="1657"/>
                  </a:cubicBezTo>
                  <a:cubicBezTo>
                    <a:pt x="2808" y="2303"/>
                    <a:pt x="2275" y="2808"/>
                    <a:pt x="1629" y="2808"/>
                  </a:cubicBezTo>
                  <a:cubicBezTo>
                    <a:pt x="983" y="2808"/>
                    <a:pt x="478" y="2303"/>
                    <a:pt x="478" y="1657"/>
                  </a:cubicBezTo>
                  <a:cubicBezTo>
                    <a:pt x="478" y="1011"/>
                    <a:pt x="983" y="478"/>
                    <a:pt x="1629" y="478"/>
                  </a:cubicBezTo>
                  <a:close/>
                  <a:moveTo>
                    <a:pt x="1629" y="0"/>
                  </a:moveTo>
                  <a:cubicBezTo>
                    <a:pt x="730" y="0"/>
                    <a:pt x="0" y="730"/>
                    <a:pt x="0" y="1657"/>
                  </a:cubicBezTo>
                  <a:cubicBezTo>
                    <a:pt x="0" y="2555"/>
                    <a:pt x="730" y="3285"/>
                    <a:pt x="1629" y="3285"/>
                  </a:cubicBezTo>
                  <a:cubicBezTo>
                    <a:pt x="2527" y="3285"/>
                    <a:pt x="3285" y="2555"/>
                    <a:pt x="3285" y="1657"/>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4091;p64">
              <a:extLst>
                <a:ext uri="{FF2B5EF4-FFF2-40B4-BE49-F238E27FC236}">
                  <a16:creationId xmlns:a16="http://schemas.microsoft.com/office/drawing/2014/main" id="{8C5B3758-1D4B-361E-3DD5-EF11E04C6203}"/>
                </a:ext>
              </a:extLst>
            </p:cNvPr>
            <p:cNvSpPr/>
            <p:nvPr/>
          </p:nvSpPr>
          <p:spPr>
            <a:xfrm>
              <a:off x="2527675" y="1721150"/>
              <a:ext cx="70200" cy="70225"/>
            </a:xfrm>
            <a:custGeom>
              <a:avLst/>
              <a:gdLst/>
              <a:ahLst/>
              <a:cxnLst/>
              <a:rect l="l" t="t" r="r" b="b"/>
              <a:pathLst>
                <a:path w="2808" h="2809" extrusionOk="0">
                  <a:moveTo>
                    <a:pt x="1404" y="1"/>
                  </a:moveTo>
                  <a:cubicBezTo>
                    <a:pt x="618" y="1"/>
                    <a:pt x="0" y="647"/>
                    <a:pt x="0" y="1405"/>
                  </a:cubicBezTo>
                  <a:cubicBezTo>
                    <a:pt x="0" y="2191"/>
                    <a:pt x="618" y="2808"/>
                    <a:pt x="1404" y="2808"/>
                  </a:cubicBezTo>
                  <a:cubicBezTo>
                    <a:pt x="2162" y="2808"/>
                    <a:pt x="2808" y="2191"/>
                    <a:pt x="2808" y="1405"/>
                  </a:cubicBezTo>
                  <a:cubicBezTo>
                    <a:pt x="2808" y="647"/>
                    <a:pt x="2162" y="1"/>
                    <a:pt x="14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4092;p64">
              <a:extLst>
                <a:ext uri="{FF2B5EF4-FFF2-40B4-BE49-F238E27FC236}">
                  <a16:creationId xmlns:a16="http://schemas.microsoft.com/office/drawing/2014/main" id="{4417CBE6-FE64-3FBE-FD78-62E44169638B}"/>
                </a:ext>
              </a:extLst>
            </p:cNvPr>
            <p:cNvSpPr/>
            <p:nvPr/>
          </p:nvSpPr>
          <p:spPr>
            <a:xfrm>
              <a:off x="2521350" y="1715550"/>
              <a:ext cx="82150" cy="82150"/>
            </a:xfrm>
            <a:custGeom>
              <a:avLst/>
              <a:gdLst/>
              <a:ahLst/>
              <a:cxnLst/>
              <a:rect l="l" t="t" r="r" b="b"/>
              <a:pathLst>
                <a:path w="3286" h="3286" extrusionOk="0">
                  <a:moveTo>
                    <a:pt x="1657" y="478"/>
                  </a:moveTo>
                  <a:cubicBezTo>
                    <a:pt x="2303" y="478"/>
                    <a:pt x="2808" y="983"/>
                    <a:pt x="2808" y="1629"/>
                  </a:cubicBezTo>
                  <a:cubicBezTo>
                    <a:pt x="2808" y="2274"/>
                    <a:pt x="2303" y="2808"/>
                    <a:pt x="1657" y="2808"/>
                  </a:cubicBezTo>
                  <a:cubicBezTo>
                    <a:pt x="1011" y="2808"/>
                    <a:pt x="478" y="2274"/>
                    <a:pt x="478" y="1629"/>
                  </a:cubicBezTo>
                  <a:cubicBezTo>
                    <a:pt x="478" y="983"/>
                    <a:pt x="1011" y="478"/>
                    <a:pt x="1657" y="478"/>
                  </a:cubicBezTo>
                  <a:close/>
                  <a:moveTo>
                    <a:pt x="1657" y="0"/>
                  </a:moveTo>
                  <a:cubicBezTo>
                    <a:pt x="731" y="0"/>
                    <a:pt x="1" y="730"/>
                    <a:pt x="1" y="1629"/>
                  </a:cubicBezTo>
                  <a:cubicBezTo>
                    <a:pt x="1" y="2555"/>
                    <a:pt x="731" y="3285"/>
                    <a:pt x="1657" y="3285"/>
                  </a:cubicBezTo>
                  <a:cubicBezTo>
                    <a:pt x="2556" y="3285"/>
                    <a:pt x="3286" y="2555"/>
                    <a:pt x="3286" y="1629"/>
                  </a:cubicBezTo>
                  <a:cubicBezTo>
                    <a:pt x="3286" y="730"/>
                    <a:pt x="2556" y="0"/>
                    <a:pt x="16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4093;p64">
              <a:extLst>
                <a:ext uri="{FF2B5EF4-FFF2-40B4-BE49-F238E27FC236}">
                  <a16:creationId xmlns:a16="http://schemas.microsoft.com/office/drawing/2014/main" id="{32E747BE-6701-A511-B764-F764C2A317FD}"/>
                </a:ext>
              </a:extLst>
            </p:cNvPr>
            <p:cNvSpPr/>
            <p:nvPr/>
          </p:nvSpPr>
          <p:spPr>
            <a:xfrm>
              <a:off x="2802800" y="1533775"/>
              <a:ext cx="70225" cy="70200"/>
            </a:xfrm>
            <a:custGeom>
              <a:avLst/>
              <a:gdLst/>
              <a:ahLst/>
              <a:cxnLst/>
              <a:rect l="l" t="t" r="r" b="b"/>
              <a:pathLst>
                <a:path w="2809" h="2808" extrusionOk="0">
                  <a:moveTo>
                    <a:pt x="1404" y="0"/>
                  </a:moveTo>
                  <a:cubicBezTo>
                    <a:pt x="618" y="0"/>
                    <a:pt x="1" y="646"/>
                    <a:pt x="1" y="1404"/>
                  </a:cubicBezTo>
                  <a:cubicBezTo>
                    <a:pt x="1" y="2190"/>
                    <a:pt x="618" y="2807"/>
                    <a:pt x="1404" y="2807"/>
                  </a:cubicBezTo>
                  <a:cubicBezTo>
                    <a:pt x="2191" y="2807"/>
                    <a:pt x="2808" y="2190"/>
                    <a:pt x="2808" y="1404"/>
                  </a:cubicBezTo>
                  <a:cubicBezTo>
                    <a:pt x="2808" y="646"/>
                    <a:pt x="2191"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4094;p64">
              <a:extLst>
                <a:ext uri="{FF2B5EF4-FFF2-40B4-BE49-F238E27FC236}">
                  <a16:creationId xmlns:a16="http://schemas.microsoft.com/office/drawing/2014/main" id="{C293901B-B4EC-46F9-285B-50069C5B9F50}"/>
                </a:ext>
              </a:extLst>
            </p:cNvPr>
            <p:cNvSpPr/>
            <p:nvPr/>
          </p:nvSpPr>
          <p:spPr>
            <a:xfrm>
              <a:off x="2797200" y="1528150"/>
              <a:ext cx="81425" cy="82150"/>
            </a:xfrm>
            <a:custGeom>
              <a:avLst/>
              <a:gdLst/>
              <a:ahLst/>
              <a:cxnLst/>
              <a:rect l="l" t="t" r="r" b="b"/>
              <a:pathLst>
                <a:path w="3257" h="3286" extrusionOk="0">
                  <a:moveTo>
                    <a:pt x="1628" y="478"/>
                  </a:moveTo>
                  <a:cubicBezTo>
                    <a:pt x="2274" y="478"/>
                    <a:pt x="2808" y="983"/>
                    <a:pt x="2808" y="1629"/>
                  </a:cubicBezTo>
                  <a:cubicBezTo>
                    <a:pt x="2808" y="2274"/>
                    <a:pt x="2274" y="2808"/>
                    <a:pt x="1628" y="2808"/>
                  </a:cubicBezTo>
                  <a:cubicBezTo>
                    <a:pt x="983" y="2808"/>
                    <a:pt x="449" y="2274"/>
                    <a:pt x="449" y="1629"/>
                  </a:cubicBezTo>
                  <a:cubicBezTo>
                    <a:pt x="449" y="983"/>
                    <a:pt x="983" y="478"/>
                    <a:pt x="1628" y="478"/>
                  </a:cubicBezTo>
                  <a:close/>
                  <a:moveTo>
                    <a:pt x="1628" y="0"/>
                  </a:moveTo>
                  <a:cubicBezTo>
                    <a:pt x="730" y="0"/>
                    <a:pt x="0" y="730"/>
                    <a:pt x="0" y="1629"/>
                  </a:cubicBezTo>
                  <a:cubicBezTo>
                    <a:pt x="0" y="2555"/>
                    <a:pt x="730" y="3285"/>
                    <a:pt x="1628" y="3285"/>
                  </a:cubicBezTo>
                  <a:cubicBezTo>
                    <a:pt x="2527" y="3285"/>
                    <a:pt x="3257" y="2555"/>
                    <a:pt x="3257" y="1629"/>
                  </a:cubicBezTo>
                  <a:cubicBezTo>
                    <a:pt x="3257" y="730"/>
                    <a:pt x="2527" y="0"/>
                    <a:pt x="1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4095;p64">
              <a:extLst>
                <a:ext uri="{FF2B5EF4-FFF2-40B4-BE49-F238E27FC236}">
                  <a16:creationId xmlns:a16="http://schemas.microsoft.com/office/drawing/2014/main" id="{0766D01B-6E8F-6DFB-7A7D-398D8018E4BF}"/>
                </a:ext>
              </a:extLst>
            </p:cNvPr>
            <p:cNvSpPr/>
            <p:nvPr/>
          </p:nvSpPr>
          <p:spPr>
            <a:xfrm>
              <a:off x="3077950" y="1278275"/>
              <a:ext cx="70200" cy="70225"/>
            </a:xfrm>
            <a:custGeom>
              <a:avLst/>
              <a:gdLst/>
              <a:ahLst/>
              <a:cxnLst/>
              <a:rect l="l" t="t" r="r" b="b"/>
              <a:pathLst>
                <a:path w="2808" h="2809" extrusionOk="0">
                  <a:moveTo>
                    <a:pt x="1404" y="1"/>
                  </a:moveTo>
                  <a:cubicBezTo>
                    <a:pt x="646" y="1"/>
                    <a:pt x="0" y="647"/>
                    <a:pt x="0" y="1405"/>
                  </a:cubicBezTo>
                  <a:cubicBezTo>
                    <a:pt x="0" y="2191"/>
                    <a:pt x="646" y="2808"/>
                    <a:pt x="1404" y="2808"/>
                  </a:cubicBezTo>
                  <a:cubicBezTo>
                    <a:pt x="2190" y="2808"/>
                    <a:pt x="2808" y="2191"/>
                    <a:pt x="2808" y="1405"/>
                  </a:cubicBezTo>
                  <a:cubicBezTo>
                    <a:pt x="2808" y="647"/>
                    <a:pt x="2190" y="1"/>
                    <a:pt x="14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4096;p64">
              <a:extLst>
                <a:ext uri="{FF2B5EF4-FFF2-40B4-BE49-F238E27FC236}">
                  <a16:creationId xmlns:a16="http://schemas.microsoft.com/office/drawing/2014/main" id="{D0F8DF3A-48E5-ECBA-38D7-48835000B6E3}"/>
                </a:ext>
              </a:extLst>
            </p:cNvPr>
            <p:cNvSpPr/>
            <p:nvPr/>
          </p:nvSpPr>
          <p:spPr>
            <a:xfrm>
              <a:off x="3072325" y="1272675"/>
              <a:ext cx="82150" cy="82125"/>
            </a:xfrm>
            <a:custGeom>
              <a:avLst/>
              <a:gdLst/>
              <a:ahLst/>
              <a:cxnLst/>
              <a:rect l="l" t="t" r="r" b="b"/>
              <a:pathLst>
                <a:path w="3286" h="3285" extrusionOk="0">
                  <a:moveTo>
                    <a:pt x="1629" y="477"/>
                  </a:moveTo>
                  <a:cubicBezTo>
                    <a:pt x="2275" y="477"/>
                    <a:pt x="2808" y="983"/>
                    <a:pt x="2808" y="1629"/>
                  </a:cubicBezTo>
                  <a:cubicBezTo>
                    <a:pt x="2808" y="2274"/>
                    <a:pt x="2275" y="2808"/>
                    <a:pt x="1629" y="2808"/>
                  </a:cubicBezTo>
                  <a:cubicBezTo>
                    <a:pt x="983" y="2808"/>
                    <a:pt x="478" y="2274"/>
                    <a:pt x="478" y="1629"/>
                  </a:cubicBezTo>
                  <a:cubicBezTo>
                    <a:pt x="478" y="983"/>
                    <a:pt x="983" y="477"/>
                    <a:pt x="1629" y="477"/>
                  </a:cubicBezTo>
                  <a:close/>
                  <a:moveTo>
                    <a:pt x="1629" y="0"/>
                  </a:moveTo>
                  <a:cubicBezTo>
                    <a:pt x="730" y="0"/>
                    <a:pt x="0" y="730"/>
                    <a:pt x="0" y="1629"/>
                  </a:cubicBezTo>
                  <a:cubicBezTo>
                    <a:pt x="0" y="2555"/>
                    <a:pt x="730" y="3285"/>
                    <a:pt x="1629" y="3285"/>
                  </a:cubicBezTo>
                  <a:cubicBezTo>
                    <a:pt x="2527" y="3285"/>
                    <a:pt x="3285" y="2555"/>
                    <a:pt x="3285" y="1629"/>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4097;p64">
              <a:extLst>
                <a:ext uri="{FF2B5EF4-FFF2-40B4-BE49-F238E27FC236}">
                  <a16:creationId xmlns:a16="http://schemas.microsoft.com/office/drawing/2014/main" id="{CC4155BE-5007-D87F-A07A-5C5CFBEEDB60}"/>
                </a:ext>
              </a:extLst>
            </p:cNvPr>
            <p:cNvSpPr/>
            <p:nvPr/>
          </p:nvSpPr>
          <p:spPr>
            <a:xfrm>
              <a:off x="3353775" y="1253025"/>
              <a:ext cx="70200" cy="70200"/>
            </a:xfrm>
            <a:custGeom>
              <a:avLst/>
              <a:gdLst/>
              <a:ahLst/>
              <a:cxnLst/>
              <a:rect l="l" t="t" r="r" b="b"/>
              <a:pathLst>
                <a:path w="2808" h="2808" extrusionOk="0">
                  <a:moveTo>
                    <a:pt x="1404" y="0"/>
                  </a:moveTo>
                  <a:cubicBezTo>
                    <a:pt x="618" y="0"/>
                    <a:pt x="0" y="618"/>
                    <a:pt x="0" y="1404"/>
                  </a:cubicBezTo>
                  <a:cubicBezTo>
                    <a:pt x="0" y="2190"/>
                    <a:pt x="618" y="2808"/>
                    <a:pt x="1404" y="2808"/>
                  </a:cubicBezTo>
                  <a:cubicBezTo>
                    <a:pt x="2162" y="2808"/>
                    <a:pt x="2808" y="2190"/>
                    <a:pt x="2808" y="1404"/>
                  </a:cubicBezTo>
                  <a:cubicBezTo>
                    <a:pt x="2808" y="618"/>
                    <a:pt x="2162"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4098;p64">
              <a:extLst>
                <a:ext uri="{FF2B5EF4-FFF2-40B4-BE49-F238E27FC236}">
                  <a16:creationId xmlns:a16="http://schemas.microsoft.com/office/drawing/2014/main" id="{40D42AA9-06D0-0900-7389-F8472DF8A64E}"/>
                </a:ext>
              </a:extLst>
            </p:cNvPr>
            <p:cNvSpPr/>
            <p:nvPr/>
          </p:nvSpPr>
          <p:spPr>
            <a:xfrm>
              <a:off x="3347450" y="1247400"/>
              <a:ext cx="82150" cy="81450"/>
            </a:xfrm>
            <a:custGeom>
              <a:avLst/>
              <a:gdLst/>
              <a:ahLst/>
              <a:cxnLst/>
              <a:rect l="l" t="t" r="r" b="b"/>
              <a:pathLst>
                <a:path w="3286" h="3258" extrusionOk="0">
                  <a:moveTo>
                    <a:pt x="1657" y="450"/>
                  </a:moveTo>
                  <a:cubicBezTo>
                    <a:pt x="2303" y="450"/>
                    <a:pt x="2808" y="983"/>
                    <a:pt x="2808" y="1629"/>
                  </a:cubicBezTo>
                  <a:cubicBezTo>
                    <a:pt x="2808" y="2275"/>
                    <a:pt x="2303" y="2808"/>
                    <a:pt x="1657" y="2808"/>
                  </a:cubicBezTo>
                  <a:cubicBezTo>
                    <a:pt x="1011" y="2808"/>
                    <a:pt x="478" y="2275"/>
                    <a:pt x="478" y="1629"/>
                  </a:cubicBezTo>
                  <a:cubicBezTo>
                    <a:pt x="478" y="983"/>
                    <a:pt x="1011" y="450"/>
                    <a:pt x="1657" y="450"/>
                  </a:cubicBezTo>
                  <a:close/>
                  <a:moveTo>
                    <a:pt x="1657" y="1"/>
                  </a:moveTo>
                  <a:cubicBezTo>
                    <a:pt x="731" y="1"/>
                    <a:pt x="1" y="730"/>
                    <a:pt x="1" y="1629"/>
                  </a:cubicBezTo>
                  <a:cubicBezTo>
                    <a:pt x="1" y="2527"/>
                    <a:pt x="731" y="3257"/>
                    <a:pt x="1657" y="3257"/>
                  </a:cubicBezTo>
                  <a:cubicBezTo>
                    <a:pt x="2556" y="3257"/>
                    <a:pt x="3285" y="2527"/>
                    <a:pt x="3285" y="1629"/>
                  </a:cubicBezTo>
                  <a:cubicBezTo>
                    <a:pt x="3285" y="730"/>
                    <a:pt x="2556" y="1"/>
                    <a:pt x="16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4099;p64">
              <a:extLst>
                <a:ext uri="{FF2B5EF4-FFF2-40B4-BE49-F238E27FC236}">
                  <a16:creationId xmlns:a16="http://schemas.microsoft.com/office/drawing/2014/main" id="{B838A754-4A28-BFA7-0B92-8483A862A2E3}"/>
                </a:ext>
              </a:extLst>
            </p:cNvPr>
            <p:cNvSpPr/>
            <p:nvPr/>
          </p:nvSpPr>
          <p:spPr>
            <a:xfrm>
              <a:off x="3628900" y="1440425"/>
              <a:ext cx="70225" cy="70200"/>
            </a:xfrm>
            <a:custGeom>
              <a:avLst/>
              <a:gdLst/>
              <a:ahLst/>
              <a:cxnLst/>
              <a:rect l="l" t="t" r="r" b="b"/>
              <a:pathLst>
                <a:path w="2809" h="2808" extrusionOk="0">
                  <a:moveTo>
                    <a:pt x="1404" y="0"/>
                  </a:moveTo>
                  <a:cubicBezTo>
                    <a:pt x="618" y="0"/>
                    <a:pt x="1" y="618"/>
                    <a:pt x="1" y="1404"/>
                  </a:cubicBezTo>
                  <a:cubicBezTo>
                    <a:pt x="1" y="2190"/>
                    <a:pt x="618" y="2808"/>
                    <a:pt x="1404" y="2808"/>
                  </a:cubicBezTo>
                  <a:cubicBezTo>
                    <a:pt x="2191" y="2808"/>
                    <a:pt x="2808" y="2190"/>
                    <a:pt x="2808" y="1404"/>
                  </a:cubicBezTo>
                  <a:cubicBezTo>
                    <a:pt x="2808" y="618"/>
                    <a:pt x="2191"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4100;p64">
              <a:extLst>
                <a:ext uri="{FF2B5EF4-FFF2-40B4-BE49-F238E27FC236}">
                  <a16:creationId xmlns:a16="http://schemas.microsoft.com/office/drawing/2014/main" id="{3DA6B265-0587-54D2-4F2F-FD4F80B2E724}"/>
                </a:ext>
              </a:extLst>
            </p:cNvPr>
            <p:cNvSpPr/>
            <p:nvPr/>
          </p:nvSpPr>
          <p:spPr>
            <a:xfrm>
              <a:off x="3623300" y="1434800"/>
              <a:ext cx="81425" cy="81450"/>
            </a:xfrm>
            <a:custGeom>
              <a:avLst/>
              <a:gdLst/>
              <a:ahLst/>
              <a:cxnLst/>
              <a:rect l="l" t="t" r="r" b="b"/>
              <a:pathLst>
                <a:path w="3257" h="3258" extrusionOk="0">
                  <a:moveTo>
                    <a:pt x="1628" y="450"/>
                  </a:moveTo>
                  <a:cubicBezTo>
                    <a:pt x="2274" y="450"/>
                    <a:pt x="2808" y="983"/>
                    <a:pt x="2808" y="1629"/>
                  </a:cubicBezTo>
                  <a:cubicBezTo>
                    <a:pt x="2808" y="2275"/>
                    <a:pt x="2274" y="2808"/>
                    <a:pt x="1628" y="2808"/>
                  </a:cubicBezTo>
                  <a:cubicBezTo>
                    <a:pt x="983" y="2808"/>
                    <a:pt x="449" y="2275"/>
                    <a:pt x="449" y="1629"/>
                  </a:cubicBezTo>
                  <a:cubicBezTo>
                    <a:pt x="449" y="983"/>
                    <a:pt x="983" y="450"/>
                    <a:pt x="1628" y="450"/>
                  </a:cubicBezTo>
                  <a:close/>
                  <a:moveTo>
                    <a:pt x="1628" y="0"/>
                  </a:moveTo>
                  <a:cubicBezTo>
                    <a:pt x="730" y="0"/>
                    <a:pt x="0" y="730"/>
                    <a:pt x="0" y="1629"/>
                  </a:cubicBezTo>
                  <a:cubicBezTo>
                    <a:pt x="0" y="2527"/>
                    <a:pt x="730" y="3257"/>
                    <a:pt x="1628" y="3257"/>
                  </a:cubicBezTo>
                  <a:cubicBezTo>
                    <a:pt x="2527" y="3257"/>
                    <a:pt x="3257" y="2527"/>
                    <a:pt x="3257" y="1629"/>
                  </a:cubicBezTo>
                  <a:cubicBezTo>
                    <a:pt x="3257" y="730"/>
                    <a:pt x="2527" y="0"/>
                    <a:pt x="1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4101;p64">
              <a:extLst>
                <a:ext uri="{FF2B5EF4-FFF2-40B4-BE49-F238E27FC236}">
                  <a16:creationId xmlns:a16="http://schemas.microsoft.com/office/drawing/2014/main" id="{08BD9E34-8505-783A-3AAC-E2C4F992273C}"/>
                </a:ext>
              </a:extLst>
            </p:cNvPr>
            <p:cNvSpPr/>
            <p:nvPr/>
          </p:nvSpPr>
          <p:spPr>
            <a:xfrm>
              <a:off x="3904050" y="1619400"/>
              <a:ext cx="70200" cy="70200"/>
            </a:xfrm>
            <a:custGeom>
              <a:avLst/>
              <a:gdLst/>
              <a:ahLst/>
              <a:cxnLst/>
              <a:rect l="l" t="t" r="r" b="b"/>
              <a:pathLst>
                <a:path w="2808" h="2808" extrusionOk="0">
                  <a:moveTo>
                    <a:pt x="1404" y="0"/>
                  </a:moveTo>
                  <a:cubicBezTo>
                    <a:pt x="646" y="0"/>
                    <a:pt x="0" y="618"/>
                    <a:pt x="0" y="1404"/>
                  </a:cubicBezTo>
                  <a:cubicBezTo>
                    <a:pt x="0" y="2162"/>
                    <a:pt x="646" y="2808"/>
                    <a:pt x="1404" y="2808"/>
                  </a:cubicBezTo>
                  <a:cubicBezTo>
                    <a:pt x="2190" y="2808"/>
                    <a:pt x="2807" y="2162"/>
                    <a:pt x="2807" y="1404"/>
                  </a:cubicBezTo>
                  <a:cubicBezTo>
                    <a:pt x="2807" y="618"/>
                    <a:pt x="2190"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4102;p64">
              <a:extLst>
                <a:ext uri="{FF2B5EF4-FFF2-40B4-BE49-F238E27FC236}">
                  <a16:creationId xmlns:a16="http://schemas.microsoft.com/office/drawing/2014/main" id="{26C004B7-7C72-7B7C-2B01-424AE76A2CB6}"/>
                </a:ext>
              </a:extLst>
            </p:cNvPr>
            <p:cNvSpPr/>
            <p:nvPr/>
          </p:nvSpPr>
          <p:spPr>
            <a:xfrm>
              <a:off x="3898425" y="1613075"/>
              <a:ext cx="82150" cy="82150"/>
            </a:xfrm>
            <a:custGeom>
              <a:avLst/>
              <a:gdLst/>
              <a:ahLst/>
              <a:cxnLst/>
              <a:rect l="l" t="t" r="r" b="b"/>
              <a:pathLst>
                <a:path w="3286" h="3286" extrusionOk="0">
                  <a:moveTo>
                    <a:pt x="1629" y="478"/>
                  </a:moveTo>
                  <a:cubicBezTo>
                    <a:pt x="2274" y="478"/>
                    <a:pt x="2808" y="1011"/>
                    <a:pt x="2808" y="1657"/>
                  </a:cubicBezTo>
                  <a:cubicBezTo>
                    <a:pt x="2808" y="2303"/>
                    <a:pt x="2274" y="2808"/>
                    <a:pt x="1629" y="2808"/>
                  </a:cubicBezTo>
                  <a:cubicBezTo>
                    <a:pt x="983" y="2808"/>
                    <a:pt x="478" y="2303"/>
                    <a:pt x="478" y="1657"/>
                  </a:cubicBezTo>
                  <a:cubicBezTo>
                    <a:pt x="478" y="1011"/>
                    <a:pt x="983" y="478"/>
                    <a:pt x="1629" y="478"/>
                  </a:cubicBezTo>
                  <a:close/>
                  <a:moveTo>
                    <a:pt x="1629" y="0"/>
                  </a:moveTo>
                  <a:cubicBezTo>
                    <a:pt x="730" y="0"/>
                    <a:pt x="0" y="730"/>
                    <a:pt x="0" y="1657"/>
                  </a:cubicBezTo>
                  <a:cubicBezTo>
                    <a:pt x="0" y="2555"/>
                    <a:pt x="730" y="3285"/>
                    <a:pt x="1629" y="3285"/>
                  </a:cubicBezTo>
                  <a:cubicBezTo>
                    <a:pt x="2527" y="3285"/>
                    <a:pt x="3285" y="2555"/>
                    <a:pt x="3285" y="1657"/>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4103;p64">
              <a:extLst>
                <a:ext uri="{FF2B5EF4-FFF2-40B4-BE49-F238E27FC236}">
                  <a16:creationId xmlns:a16="http://schemas.microsoft.com/office/drawing/2014/main" id="{0FC41E5B-03C5-6375-701F-92F78AD87801}"/>
                </a:ext>
              </a:extLst>
            </p:cNvPr>
            <p:cNvSpPr/>
            <p:nvPr/>
          </p:nvSpPr>
          <p:spPr>
            <a:xfrm>
              <a:off x="4179875" y="1244600"/>
              <a:ext cx="70200" cy="70200"/>
            </a:xfrm>
            <a:custGeom>
              <a:avLst/>
              <a:gdLst/>
              <a:ahLst/>
              <a:cxnLst/>
              <a:rect l="l" t="t" r="r" b="b"/>
              <a:pathLst>
                <a:path w="2808" h="2808" extrusionOk="0">
                  <a:moveTo>
                    <a:pt x="1404" y="0"/>
                  </a:moveTo>
                  <a:cubicBezTo>
                    <a:pt x="618" y="0"/>
                    <a:pt x="0" y="618"/>
                    <a:pt x="0" y="1404"/>
                  </a:cubicBezTo>
                  <a:cubicBezTo>
                    <a:pt x="0" y="2162"/>
                    <a:pt x="618" y="2808"/>
                    <a:pt x="1404" y="2808"/>
                  </a:cubicBezTo>
                  <a:cubicBezTo>
                    <a:pt x="2162" y="2808"/>
                    <a:pt x="2808" y="2162"/>
                    <a:pt x="2808" y="1404"/>
                  </a:cubicBezTo>
                  <a:cubicBezTo>
                    <a:pt x="2808" y="618"/>
                    <a:pt x="2162"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4104;p64">
              <a:extLst>
                <a:ext uri="{FF2B5EF4-FFF2-40B4-BE49-F238E27FC236}">
                  <a16:creationId xmlns:a16="http://schemas.microsoft.com/office/drawing/2014/main" id="{1B7D0B65-3EF1-502F-B788-1C3E36F8625F}"/>
                </a:ext>
              </a:extLst>
            </p:cNvPr>
            <p:cNvSpPr/>
            <p:nvPr/>
          </p:nvSpPr>
          <p:spPr>
            <a:xfrm>
              <a:off x="4173550" y="1238975"/>
              <a:ext cx="82150" cy="81450"/>
            </a:xfrm>
            <a:custGeom>
              <a:avLst/>
              <a:gdLst/>
              <a:ahLst/>
              <a:cxnLst/>
              <a:rect l="l" t="t" r="r" b="b"/>
              <a:pathLst>
                <a:path w="3286" h="3258" extrusionOk="0">
                  <a:moveTo>
                    <a:pt x="1657" y="450"/>
                  </a:moveTo>
                  <a:cubicBezTo>
                    <a:pt x="2303" y="450"/>
                    <a:pt x="2808" y="983"/>
                    <a:pt x="2808" y="1629"/>
                  </a:cubicBezTo>
                  <a:cubicBezTo>
                    <a:pt x="2808" y="2275"/>
                    <a:pt x="2303" y="2780"/>
                    <a:pt x="1657" y="2808"/>
                  </a:cubicBezTo>
                  <a:cubicBezTo>
                    <a:pt x="1011" y="2780"/>
                    <a:pt x="478" y="2275"/>
                    <a:pt x="478" y="1629"/>
                  </a:cubicBezTo>
                  <a:cubicBezTo>
                    <a:pt x="478" y="983"/>
                    <a:pt x="1011" y="450"/>
                    <a:pt x="1657" y="450"/>
                  </a:cubicBezTo>
                  <a:close/>
                  <a:moveTo>
                    <a:pt x="1657" y="1"/>
                  </a:moveTo>
                  <a:cubicBezTo>
                    <a:pt x="731" y="1"/>
                    <a:pt x="1" y="731"/>
                    <a:pt x="1" y="1629"/>
                  </a:cubicBezTo>
                  <a:cubicBezTo>
                    <a:pt x="1" y="2527"/>
                    <a:pt x="731" y="3257"/>
                    <a:pt x="1657" y="3257"/>
                  </a:cubicBezTo>
                  <a:cubicBezTo>
                    <a:pt x="2556" y="3257"/>
                    <a:pt x="3285" y="2527"/>
                    <a:pt x="3285" y="1629"/>
                  </a:cubicBezTo>
                  <a:cubicBezTo>
                    <a:pt x="3285" y="731"/>
                    <a:pt x="2556" y="1"/>
                    <a:pt x="16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4105;p64">
              <a:extLst>
                <a:ext uri="{FF2B5EF4-FFF2-40B4-BE49-F238E27FC236}">
                  <a16:creationId xmlns:a16="http://schemas.microsoft.com/office/drawing/2014/main" id="{AA499FE4-5C16-D2FA-AAEE-C7F50A01DAB4}"/>
                </a:ext>
              </a:extLst>
            </p:cNvPr>
            <p:cNvSpPr/>
            <p:nvPr/>
          </p:nvSpPr>
          <p:spPr>
            <a:xfrm>
              <a:off x="2899675" y="2124725"/>
              <a:ext cx="271625" cy="294825"/>
            </a:xfrm>
            <a:custGeom>
              <a:avLst/>
              <a:gdLst/>
              <a:ahLst/>
              <a:cxnLst/>
              <a:rect l="l" t="t" r="r" b="b"/>
              <a:pathLst>
                <a:path w="10865" h="11793" extrusionOk="0">
                  <a:moveTo>
                    <a:pt x="10865" y="1"/>
                  </a:moveTo>
                  <a:cubicBezTo>
                    <a:pt x="10275" y="1"/>
                    <a:pt x="9686" y="57"/>
                    <a:pt x="9124" y="141"/>
                  </a:cubicBezTo>
                  <a:cubicBezTo>
                    <a:pt x="3650" y="1096"/>
                    <a:pt x="0" y="6318"/>
                    <a:pt x="955" y="11792"/>
                  </a:cubicBezTo>
                  <a:lnTo>
                    <a:pt x="10865" y="10052"/>
                  </a:lnTo>
                  <a:lnTo>
                    <a:pt x="108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4106;p64">
              <a:extLst>
                <a:ext uri="{FF2B5EF4-FFF2-40B4-BE49-F238E27FC236}">
                  <a16:creationId xmlns:a16="http://schemas.microsoft.com/office/drawing/2014/main" id="{E5770B09-EC4E-8322-4F9D-A6038ECED042}"/>
                </a:ext>
              </a:extLst>
            </p:cNvPr>
            <p:cNvSpPr/>
            <p:nvPr/>
          </p:nvSpPr>
          <p:spPr>
            <a:xfrm>
              <a:off x="2913700" y="2118425"/>
              <a:ext cx="263225" cy="306875"/>
            </a:xfrm>
            <a:custGeom>
              <a:avLst/>
              <a:gdLst/>
              <a:ahLst/>
              <a:cxnLst/>
              <a:rect l="l" t="t" r="r" b="b"/>
              <a:pathLst>
                <a:path w="10529" h="12275" extrusionOk="0">
                  <a:moveTo>
                    <a:pt x="10051" y="481"/>
                  </a:moveTo>
                  <a:lnTo>
                    <a:pt x="10051" y="10114"/>
                  </a:lnTo>
                  <a:lnTo>
                    <a:pt x="10051" y="10114"/>
                  </a:lnTo>
                  <a:lnTo>
                    <a:pt x="586" y="11781"/>
                  </a:lnTo>
                  <a:lnTo>
                    <a:pt x="586" y="11781"/>
                  </a:lnTo>
                  <a:cubicBezTo>
                    <a:pt x="520" y="11276"/>
                    <a:pt x="478" y="10786"/>
                    <a:pt x="478" y="10276"/>
                  </a:cubicBezTo>
                  <a:cubicBezTo>
                    <a:pt x="478" y="5615"/>
                    <a:pt x="3819" y="1460"/>
                    <a:pt x="8591" y="618"/>
                  </a:cubicBezTo>
                  <a:cubicBezTo>
                    <a:pt x="9069" y="546"/>
                    <a:pt x="9567" y="495"/>
                    <a:pt x="10051" y="481"/>
                  </a:cubicBezTo>
                  <a:close/>
                  <a:moveTo>
                    <a:pt x="10304" y="0"/>
                  </a:moveTo>
                  <a:cubicBezTo>
                    <a:pt x="9714" y="0"/>
                    <a:pt x="9097" y="56"/>
                    <a:pt x="8507" y="169"/>
                  </a:cubicBezTo>
                  <a:cubicBezTo>
                    <a:pt x="3510" y="1039"/>
                    <a:pt x="1" y="5391"/>
                    <a:pt x="1" y="10276"/>
                  </a:cubicBezTo>
                  <a:cubicBezTo>
                    <a:pt x="1" y="10893"/>
                    <a:pt x="57" y="11483"/>
                    <a:pt x="169" y="12072"/>
                  </a:cubicBezTo>
                  <a:cubicBezTo>
                    <a:pt x="193" y="12195"/>
                    <a:pt x="282" y="12274"/>
                    <a:pt x="397" y="12274"/>
                  </a:cubicBezTo>
                  <a:cubicBezTo>
                    <a:pt x="414" y="12274"/>
                    <a:pt x="432" y="12273"/>
                    <a:pt x="450" y="12269"/>
                  </a:cubicBezTo>
                  <a:lnTo>
                    <a:pt x="10332" y="10528"/>
                  </a:lnTo>
                  <a:cubicBezTo>
                    <a:pt x="10444" y="10500"/>
                    <a:pt x="10529" y="10416"/>
                    <a:pt x="10529" y="10304"/>
                  </a:cubicBezTo>
                  <a:lnTo>
                    <a:pt x="10529" y="253"/>
                  </a:lnTo>
                  <a:cubicBezTo>
                    <a:pt x="10529" y="169"/>
                    <a:pt x="10501" y="113"/>
                    <a:pt x="10472" y="85"/>
                  </a:cubicBezTo>
                  <a:cubicBezTo>
                    <a:pt x="10416" y="28"/>
                    <a:pt x="10360"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4107;p64">
              <a:extLst>
                <a:ext uri="{FF2B5EF4-FFF2-40B4-BE49-F238E27FC236}">
                  <a16:creationId xmlns:a16="http://schemas.microsoft.com/office/drawing/2014/main" id="{B21C0C13-4366-AC43-964C-766AB96CCF27}"/>
                </a:ext>
              </a:extLst>
            </p:cNvPr>
            <p:cNvSpPr/>
            <p:nvPr/>
          </p:nvSpPr>
          <p:spPr>
            <a:xfrm>
              <a:off x="2923525" y="2376000"/>
              <a:ext cx="247775" cy="197950"/>
            </a:xfrm>
            <a:custGeom>
              <a:avLst/>
              <a:gdLst/>
              <a:ahLst/>
              <a:cxnLst/>
              <a:rect l="l" t="t" r="r" b="b"/>
              <a:pathLst>
                <a:path w="9911" h="7918" extrusionOk="0">
                  <a:moveTo>
                    <a:pt x="9911" y="1"/>
                  </a:moveTo>
                  <a:lnTo>
                    <a:pt x="1" y="1741"/>
                  </a:lnTo>
                  <a:cubicBezTo>
                    <a:pt x="450" y="4324"/>
                    <a:pt x="1657" y="6318"/>
                    <a:pt x="3706" y="7918"/>
                  </a:cubicBezTo>
                  <a:lnTo>
                    <a:pt x="991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4108;p64">
              <a:extLst>
                <a:ext uri="{FF2B5EF4-FFF2-40B4-BE49-F238E27FC236}">
                  <a16:creationId xmlns:a16="http://schemas.microsoft.com/office/drawing/2014/main" id="{760B453B-0D7D-617F-3C87-81A32D37579A}"/>
                </a:ext>
              </a:extLst>
            </p:cNvPr>
            <p:cNvSpPr/>
            <p:nvPr/>
          </p:nvSpPr>
          <p:spPr>
            <a:xfrm>
              <a:off x="2916500" y="2367575"/>
              <a:ext cx="268850" cy="214800"/>
            </a:xfrm>
            <a:custGeom>
              <a:avLst/>
              <a:gdLst/>
              <a:ahLst/>
              <a:cxnLst/>
              <a:rect l="l" t="t" r="r" b="b"/>
              <a:pathLst>
                <a:path w="10754" h="8592" extrusionOk="0">
                  <a:moveTo>
                    <a:pt x="9630" y="666"/>
                  </a:moveTo>
                  <a:lnTo>
                    <a:pt x="3964" y="7929"/>
                  </a:lnTo>
                  <a:lnTo>
                    <a:pt x="3964" y="7929"/>
                  </a:lnTo>
                  <a:cubicBezTo>
                    <a:pt x="2101" y="6427"/>
                    <a:pt x="1009" y="4618"/>
                    <a:pt x="547" y="2266"/>
                  </a:cubicBezTo>
                  <a:lnTo>
                    <a:pt x="547" y="2266"/>
                  </a:lnTo>
                  <a:lnTo>
                    <a:pt x="9630" y="666"/>
                  </a:lnTo>
                  <a:close/>
                  <a:moveTo>
                    <a:pt x="10753" y="1"/>
                  </a:moveTo>
                  <a:lnTo>
                    <a:pt x="10136" y="113"/>
                  </a:lnTo>
                  <a:lnTo>
                    <a:pt x="1" y="1882"/>
                  </a:lnTo>
                  <a:lnTo>
                    <a:pt x="57" y="2106"/>
                  </a:lnTo>
                  <a:cubicBezTo>
                    <a:pt x="506" y="4745"/>
                    <a:pt x="1741" y="6795"/>
                    <a:pt x="3847" y="8451"/>
                  </a:cubicBezTo>
                  <a:lnTo>
                    <a:pt x="4044" y="8592"/>
                  </a:lnTo>
                  <a:lnTo>
                    <a:pt x="107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4109;p64">
              <a:extLst>
                <a:ext uri="{FF2B5EF4-FFF2-40B4-BE49-F238E27FC236}">
                  <a16:creationId xmlns:a16="http://schemas.microsoft.com/office/drawing/2014/main" id="{B37F3709-1AC2-2ADA-A994-80D37DC32FEC}"/>
                </a:ext>
              </a:extLst>
            </p:cNvPr>
            <p:cNvSpPr/>
            <p:nvPr/>
          </p:nvSpPr>
          <p:spPr>
            <a:xfrm>
              <a:off x="3016175" y="2250375"/>
              <a:ext cx="442200" cy="377675"/>
            </a:xfrm>
            <a:custGeom>
              <a:avLst/>
              <a:gdLst/>
              <a:ahLst/>
              <a:cxnLst/>
              <a:rect l="l" t="t" r="r" b="b"/>
              <a:pathLst>
                <a:path w="17688" h="15107" extrusionOk="0">
                  <a:moveTo>
                    <a:pt x="14908" y="0"/>
                  </a:moveTo>
                  <a:lnTo>
                    <a:pt x="6205" y="5026"/>
                  </a:lnTo>
                  <a:lnTo>
                    <a:pt x="0" y="12943"/>
                  </a:lnTo>
                  <a:cubicBezTo>
                    <a:pt x="1846" y="14382"/>
                    <a:pt x="3997" y="15106"/>
                    <a:pt x="6167" y="15106"/>
                  </a:cubicBezTo>
                  <a:cubicBezTo>
                    <a:pt x="7891" y="15106"/>
                    <a:pt x="9627" y="14649"/>
                    <a:pt x="11230" y="13729"/>
                  </a:cubicBezTo>
                  <a:cubicBezTo>
                    <a:pt x="16031" y="10949"/>
                    <a:pt x="17688" y="4801"/>
                    <a:pt x="149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4110;p64">
              <a:extLst>
                <a:ext uri="{FF2B5EF4-FFF2-40B4-BE49-F238E27FC236}">
                  <a16:creationId xmlns:a16="http://schemas.microsoft.com/office/drawing/2014/main" id="{0A6184A4-6107-D91D-51B2-84A02EFE1185}"/>
                </a:ext>
              </a:extLst>
            </p:cNvPr>
            <p:cNvSpPr/>
            <p:nvPr/>
          </p:nvSpPr>
          <p:spPr>
            <a:xfrm>
              <a:off x="3009850" y="2244450"/>
              <a:ext cx="418350" cy="389175"/>
            </a:xfrm>
            <a:custGeom>
              <a:avLst/>
              <a:gdLst/>
              <a:ahLst/>
              <a:cxnLst/>
              <a:rect l="l" t="t" r="r" b="b"/>
              <a:pathLst>
                <a:path w="16734" h="15567" extrusionOk="0">
                  <a:moveTo>
                    <a:pt x="15077" y="547"/>
                  </a:moveTo>
                  <a:cubicBezTo>
                    <a:pt x="15898" y="2037"/>
                    <a:pt x="16284" y="3649"/>
                    <a:pt x="16284" y="5235"/>
                  </a:cubicBezTo>
                  <a:cubicBezTo>
                    <a:pt x="16284" y="8632"/>
                    <a:pt x="14515" y="11945"/>
                    <a:pt x="11371" y="13769"/>
                  </a:cubicBezTo>
                  <a:cubicBezTo>
                    <a:pt x="9799" y="14668"/>
                    <a:pt x="8114" y="15117"/>
                    <a:pt x="6430" y="15117"/>
                  </a:cubicBezTo>
                  <a:cubicBezTo>
                    <a:pt x="4374" y="15117"/>
                    <a:pt x="2371" y="14439"/>
                    <a:pt x="595" y="13134"/>
                  </a:cubicBezTo>
                  <a:lnTo>
                    <a:pt x="595" y="13134"/>
                  </a:lnTo>
                  <a:lnTo>
                    <a:pt x="6593" y="5446"/>
                  </a:lnTo>
                  <a:lnTo>
                    <a:pt x="6593" y="5446"/>
                  </a:lnTo>
                  <a:lnTo>
                    <a:pt x="15077" y="547"/>
                  </a:lnTo>
                  <a:close/>
                  <a:moveTo>
                    <a:pt x="15166" y="0"/>
                  </a:moveTo>
                  <a:cubicBezTo>
                    <a:pt x="15127" y="0"/>
                    <a:pt x="15086" y="13"/>
                    <a:pt x="15049" y="41"/>
                  </a:cubicBezTo>
                  <a:lnTo>
                    <a:pt x="6346" y="5066"/>
                  </a:lnTo>
                  <a:lnTo>
                    <a:pt x="6261" y="5122"/>
                  </a:lnTo>
                  <a:lnTo>
                    <a:pt x="85" y="13039"/>
                  </a:lnTo>
                  <a:cubicBezTo>
                    <a:pt x="1" y="13124"/>
                    <a:pt x="29" y="13292"/>
                    <a:pt x="113" y="13376"/>
                  </a:cubicBezTo>
                  <a:cubicBezTo>
                    <a:pt x="1994" y="14836"/>
                    <a:pt x="4212" y="15566"/>
                    <a:pt x="6430" y="15566"/>
                  </a:cubicBezTo>
                  <a:cubicBezTo>
                    <a:pt x="8199" y="15566"/>
                    <a:pt x="9967" y="15117"/>
                    <a:pt x="11596" y="14162"/>
                  </a:cubicBezTo>
                  <a:cubicBezTo>
                    <a:pt x="14908" y="12253"/>
                    <a:pt x="16733" y="8800"/>
                    <a:pt x="16733" y="5235"/>
                  </a:cubicBezTo>
                  <a:cubicBezTo>
                    <a:pt x="16733" y="3494"/>
                    <a:pt x="16284" y="1725"/>
                    <a:pt x="15358" y="125"/>
                  </a:cubicBezTo>
                  <a:cubicBezTo>
                    <a:pt x="15320" y="50"/>
                    <a:pt x="15245" y="0"/>
                    <a:pt x="151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4111;p64">
              <a:extLst>
                <a:ext uri="{FF2B5EF4-FFF2-40B4-BE49-F238E27FC236}">
                  <a16:creationId xmlns:a16="http://schemas.microsoft.com/office/drawing/2014/main" id="{1C5E1AAC-9054-AED2-4ABC-2CCB9986DE1C}"/>
                </a:ext>
              </a:extLst>
            </p:cNvPr>
            <p:cNvSpPr/>
            <p:nvPr/>
          </p:nvSpPr>
          <p:spPr>
            <a:xfrm>
              <a:off x="3171275" y="2124725"/>
              <a:ext cx="217625" cy="251300"/>
            </a:xfrm>
            <a:custGeom>
              <a:avLst/>
              <a:gdLst/>
              <a:ahLst/>
              <a:cxnLst/>
              <a:rect l="l" t="t" r="r" b="b"/>
              <a:pathLst>
                <a:path w="8705" h="10052" extrusionOk="0">
                  <a:moveTo>
                    <a:pt x="1" y="1"/>
                  </a:moveTo>
                  <a:lnTo>
                    <a:pt x="1" y="10052"/>
                  </a:lnTo>
                  <a:lnTo>
                    <a:pt x="8704" y="5026"/>
                  </a:lnTo>
                  <a:cubicBezTo>
                    <a:pt x="6851" y="1798"/>
                    <a:pt x="3707"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4112;p64">
              <a:extLst>
                <a:ext uri="{FF2B5EF4-FFF2-40B4-BE49-F238E27FC236}">
                  <a16:creationId xmlns:a16="http://schemas.microsoft.com/office/drawing/2014/main" id="{C6CF7C01-32F1-54FD-9B79-F3A6B27ED88D}"/>
                </a:ext>
              </a:extLst>
            </p:cNvPr>
            <p:cNvSpPr/>
            <p:nvPr/>
          </p:nvSpPr>
          <p:spPr>
            <a:xfrm>
              <a:off x="3164975" y="2118425"/>
              <a:ext cx="231625" cy="267425"/>
            </a:xfrm>
            <a:custGeom>
              <a:avLst/>
              <a:gdLst/>
              <a:ahLst/>
              <a:cxnLst/>
              <a:rect l="l" t="t" r="r" b="b"/>
              <a:pathLst>
                <a:path w="9265" h="10697" extrusionOk="0">
                  <a:moveTo>
                    <a:pt x="478" y="480"/>
                  </a:moveTo>
                  <a:cubicBezTo>
                    <a:pt x="3926" y="550"/>
                    <a:pt x="6847" y="2238"/>
                    <a:pt x="8645" y="5197"/>
                  </a:cubicBezTo>
                  <a:lnTo>
                    <a:pt x="8645" y="5197"/>
                  </a:lnTo>
                  <a:lnTo>
                    <a:pt x="478" y="9913"/>
                  </a:lnTo>
                  <a:lnTo>
                    <a:pt x="478" y="480"/>
                  </a:lnTo>
                  <a:close/>
                  <a:moveTo>
                    <a:pt x="0" y="0"/>
                  </a:moveTo>
                  <a:lnTo>
                    <a:pt x="0" y="10697"/>
                  </a:lnTo>
                  <a:lnTo>
                    <a:pt x="365" y="10500"/>
                  </a:lnTo>
                  <a:lnTo>
                    <a:pt x="9265" y="5363"/>
                  </a:lnTo>
                  <a:lnTo>
                    <a:pt x="9153" y="5166"/>
                  </a:lnTo>
                  <a:cubicBezTo>
                    <a:pt x="7272" y="1881"/>
                    <a:pt x="4043" y="0"/>
                    <a:pt x="2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4113;p64">
              <a:extLst>
                <a:ext uri="{FF2B5EF4-FFF2-40B4-BE49-F238E27FC236}">
                  <a16:creationId xmlns:a16="http://schemas.microsoft.com/office/drawing/2014/main" id="{4E067673-6469-ECA6-B2A7-9D088A4361E7}"/>
                </a:ext>
              </a:extLst>
            </p:cNvPr>
            <p:cNvSpPr/>
            <p:nvPr/>
          </p:nvSpPr>
          <p:spPr>
            <a:xfrm>
              <a:off x="3048450" y="2253175"/>
              <a:ext cx="244975" cy="244975"/>
            </a:xfrm>
            <a:custGeom>
              <a:avLst/>
              <a:gdLst/>
              <a:ahLst/>
              <a:cxnLst/>
              <a:rect l="l" t="t" r="r" b="b"/>
              <a:pathLst>
                <a:path w="9799" h="9799" extrusionOk="0">
                  <a:moveTo>
                    <a:pt x="4914" y="1"/>
                  </a:moveTo>
                  <a:cubicBezTo>
                    <a:pt x="2191" y="1"/>
                    <a:pt x="1" y="2190"/>
                    <a:pt x="1" y="4914"/>
                  </a:cubicBezTo>
                  <a:cubicBezTo>
                    <a:pt x="1" y="7609"/>
                    <a:pt x="2191" y="9799"/>
                    <a:pt x="4914" y="9799"/>
                  </a:cubicBezTo>
                  <a:cubicBezTo>
                    <a:pt x="7609" y="9799"/>
                    <a:pt x="9799" y="7609"/>
                    <a:pt x="9799" y="4914"/>
                  </a:cubicBezTo>
                  <a:cubicBezTo>
                    <a:pt x="9799" y="2190"/>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4114;p64">
              <a:extLst>
                <a:ext uri="{FF2B5EF4-FFF2-40B4-BE49-F238E27FC236}">
                  <a16:creationId xmlns:a16="http://schemas.microsoft.com/office/drawing/2014/main" id="{BCBAB2D9-8D1E-4774-CAC0-87B68C122B16}"/>
                </a:ext>
              </a:extLst>
            </p:cNvPr>
            <p:cNvSpPr/>
            <p:nvPr/>
          </p:nvSpPr>
          <p:spPr>
            <a:xfrm>
              <a:off x="3042850" y="2247575"/>
              <a:ext cx="256900" cy="256900"/>
            </a:xfrm>
            <a:custGeom>
              <a:avLst/>
              <a:gdLst/>
              <a:ahLst/>
              <a:cxnLst/>
              <a:rect l="l" t="t" r="r" b="b"/>
              <a:pathLst>
                <a:path w="10276" h="10276" extrusionOk="0">
                  <a:moveTo>
                    <a:pt x="5138" y="477"/>
                  </a:moveTo>
                  <a:cubicBezTo>
                    <a:pt x="6429" y="477"/>
                    <a:pt x="7580" y="983"/>
                    <a:pt x="8423" y="1825"/>
                  </a:cubicBezTo>
                  <a:cubicBezTo>
                    <a:pt x="9265" y="2667"/>
                    <a:pt x="9798" y="3846"/>
                    <a:pt x="9798" y="5138"/>
                  </a:cubicBezTo>
                  <a:cubicBezTo>
                    <a:pt x="9798" y="6429"/>
                    <a:pt x="9265" y="7580"/>
                    <a:pt x="8423" y="8422"/>
                  </a:cubicBezTo>
                  <a:cubicBezTo>
                    <a:pt x="7580" y="9265"/>
                    <a:pt x="6429" y="9798"/>
                    <a:pt x="5138" y="9798"/>
                  </a:cubicBezTo>
                  <a:cubicBezTo>
                    <a:pt x="3847" y="9798"/>
                    <a:pt x="2667" y="9265"/>
                    <a:pt x="1825" y="8422"/>
                  </a:cubicBezTo>
                  <a:cubicBezTo>
                    <a:pt x="983" y="7580"/>
                    <a:pt x="478" y="6429"/>
                    <a:pt x="478" y="5138"/>
                  </a:cubicBezTo>
                  <a:cubicBezTo>
                    <a:pt x="478" y="3846"/>
                    <a:pt x="983" y="2667"/>
                    <a:pt x="1825" y="1825"/>
                  </a:cubicBezTo>
                  <a:cubicBezTo>
                    <a:pt x="2667" y="983"/>
                    <a:pt x="3847" y="477"/>
                    <a:pt x="5138" y="477"/>
                  </a:cubicBezTo>
                  <a:close/>
                  <a:moveTo>
                    <a:pt x="5138" y="0"/>
                  </a:moveTo>
                  <a:cubicBezTo>
                    <a:pt x="2302" y="0"/>
                    <a:pt x="0" y="2302"/>
                    <a:pt x="0" y="5138"/>
                  </a:cubicBezTo>
                  <a:cubicBezTo>
                    <a:pt x="0" y="7973"/>
                    <a:pt x="2302" y="10275"/>
                    <a:pt x="5138" y="10275"/>
                  </a:cubicBezTo>
                  <a:cubicBezTo>
                    <a:pt x="7974" y="10275"/>
                    <a:pt x="10276" y="7973"/>
                    <a:pt x="10276" y="5138"/>
                  </a:cubicBezTo>
                  <a:cubicBezTo>
                    <a:pt x="10276" y="2302"/>
                    <a:pt x="7974"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4115;p64">
              <a:extLst>
                <a:ext uri="{FF2B5EF4-FFF2-40B4-BE49-F238E27FC236}">
                  <a16:creationId xmlns:a16="http://schemas.microsoft.com/office/drawing/2014/main" id="{286B000E-DE61-A617-D2FD-BEA99B341AC5}"/>
                </a:ext>
              </a:extLst>
            </p:cNvPr>
            <p:cNvSpPr/>
            <p:nvPr/>
          </p:nvSpPr>
          <p:spPr>
            <a:xfrm>
              <a:off x="2176025" y="2376000"/>
              <a:ext cx="295525" cy="251575"/>
            </a:xfrm>
            <a:custGeom>
              <a:avLst/>
              <a:gdLst/>
              <a:ahLst/>
              <a:cxnLst/>
              <a:rect l="l" t="t" r="r" b="b"/>
              <a:pathLst>
                <a:path w="11821" h="10063" extrusionOk="0">
                  <a:moveTo>
                    <a:pt x="1" y="1"/>
                  </a:moveTo>
                  <a:cubicBezTo>
                    <a:pt x="1" y="590"/>
                    <a:pt x="57" y="1208"/>
                    <a:pt x="169" y="1769"/>
                  </a:cubicBezTo>
                  <a:cubicBezTo>
                    <a:pt x="1022" y="6632"/>
                    <a:pt x="5276" y="10063"/>
                    <a:pt x="10074" y="10063"/>
                  </a:cubicBezTo>
                  <a:cubicBezTo>
                    <a:pt x="10650" y="10063"/>
                    <a:pt x="11234" y="10013"/>
                    <a:pt x="11820" y="9911"/>
                  </a:cubicBezTo>
                  <a:lnTo>
                    <a:pt x="1008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4116;p64">
              <a:extLst>
                <a:ext uri="{FF2B5EF4-FFF2-40B4-BE49-F238E27FC236}">
                  <a16:creationId xmlns:a16="http://schemas.microsoft.com/office/drawing/2014/main" id="{5680243C-CF05-1BEF-5F18-B36DC2DC3E27}"/>
                </a:ext>
              </a:extLst>
            </p:cNvPr>
            <p:cNvSpPr/>
            <p:nvPr/>
          </p:nvSpPr>
          <p:spPr>
            <a:xfrm>
              <a:off x="2170425" y="2370400"/>
              <a:ext cx="306750" cy="263225"/>
            </a:xfrm>
            <a:custGeom>
              <a:avLst/>
              <a:gdLst/>
              <a:ahLst/>
              <a:cxnLst/>
              <a:rect l="l" t="t" r="r" b="b"/>
              <a:pathLst>
                <a:path w="12270" h="10529" extrusionOk="0">
                  <a:moveTo>
                    <a:pt x="10086" y="477"/>
                  </a:moveTo>
                  <a:lnTo>
                    <a:pt x="11775" y="9941"/>
                  </a:lnTo>
                  <a:lnTo>
                    <a:pt x="11775" y="9941"/>
                  </a:lnTo>
                  <a:cubicBezTo>
                    <a:pt x="11279" y="10008"/>
                    <a:pt x="10767" y="10051"/>
                    <a:pt x="10276" y="10051"/>
                  </a:cubicBezTo>
                  <a:cubicBezTo>
                    <a:pt x="5615" y="10051"/>
                    <a:pt x="1460" y="6710"/>
                    <a:pt x="618" y="1937"/>
                  </a:cubicBezTo>
                  <a:cubicBezTo>
                    <a:pt x="546" y="1483"/>
                    <a:pt x="495" y="967"/>
                    <a:pt x="481" y="477"/>
                  </a:cubicBezTo>
                  <a:close/>
                  <a:moveTo>
                    <a:pt x="225" y="0"/>
                  </a:moveTo>
                  <a:cubicBezTo>
                    <a:pt x="169" y="0"/>
                    <a:pt x="113" y="28"/>
                    <a:pt x="85" y="56"/>
                  </a:cubicBezTo>
                  <a:cubicBezTo>
                    <a:pt x="28" y="112"/>
                    <a:pt x="0" y="169"/>
                    <a:pt x="0" y="225"/>
                  </a:cubicBezTo>
                  <a:cubicBezTo>
                    <a:pt x="0" y="814"/>
                    <a:pt x="57" y="1432"/>
                    <a:pt x="169" y="2022"/>
                  </a:cubicBezTo>
                  <a:cubicBezTo>
                    <a:pt x="1039" y="7019"/>
                    <a:pt x="5391" y="10528"/>
                    <a:pt x="10276" y="10528"/>
                  </a:cubicBezTo>
                  <a:cubicBezTo>
                    <a:pt x="10865" y="10528"/>
                    <a:pt x="11483" y="10472"/>
                    <a:pt x="12073" y="10360"/>
                  </a:cubicBezTo>
                  <a:cubicBezTo>
                    <a:pt x="12129" y="10360"/>
                    <a:pt x="12185" y="10332"/>
                    <a:pt x="12241" y="10275"/>
                  </a:cubicBezTo>
                  <a:cubicBezTo>
                    <a:pt x="12269" y="10219"/>
                    <a:pt x="12269" y="10163"/>
                    <a:pt x="12269" y="10107"/>
                  </a:cubicBezTo>
                  <a:lnTo>
                    <a:pt x="10528" y="197"/>
                  </a:lnTo>
                  <a:cubicBezTo>
                    <a:pt x="10500" y="84"/>
                    <a:pt x="10416"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4117;p64">
              <a:extLst>
                <a:ext uri="{FF2B5EF4-FFF2-40B4-BE49-F238E27FC236}">
                  <a16:creationId xmlns:a16="http://schemas.microsoft.com/office/drawing/2014/main" id="{1005D790-8656-A810-67C6-5105FFD2D709}"/>
                </a:ext>
              </a:extLst>
            </p:cNvPr>
            <p:cNvSpPr/>
            <p:nvPr/>
          </p:nvSpPr>
          <p:spPr>
            <a:xfrm>
              <a:off x="2428000" y="2376000"/>
              <a:ext cx="197950" cy="247800"/>
            </a:xfrm>
            <a:custGeom>
              <a:avLst/>
              <a:gdLst/>
              <a:ahLst/>
              <a:cxnLst/>
              <a:rect l="l" t="t" r="r" b="b"/>
              <a:pathLst>
                <a:path w="7918" h="9912" extrusionOk="0">
                  <a:moveTo>
                    <a:pt x="1" y="1"/>
                  </a:moveTo>
                  <a:lnTo>
                    <a:pt x="1741" y="9911"/>
                  </a:lnTo>
                  <a:cubicBezTo>
                    <a:pt x="4324" y="9462"/>
                    <a:pt x="6290" y="8255"/>
                    <a:pt x="7918" y="6205"/>
                  </a:cubicBezTo>
                  <a:lnTo>
                    <a:pt x="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4118;p64">
              <a:extLst>
                <a:ext uri="{FF2B5EF4-FFF2-40B4-BE49-F238E27FC236}">
                  <a16:creationId xmlns:a16="http://schemas.microsoft.com/office/drawing/2014/main" id="{DF457E54-508A-10FC-508E-F61608970756}"/>
                </a:ext>
              </a:extLst>
            </p:cNvPr>
            <p:cNvSpPr/>
            <p:nvPr/>
          </p:nvSpPr>
          <p:spPr>
            <a:xfrm>
              <a:off x="2419575" y="2361975"/>
              <a:ext cx="214100" cy="268825"/>
            </a:xfrm>
            <a:custGeom>
              <a:avLst/>
              <a:gdLst/>
              <a:ahLst/>
              <a:cxnLst/>
              <a:rect l="l" t="t" r="r" b="b"/>
              <a:pathLst>
                <a:path w="8564" h="10753" extrusionOk="0">
                  <a:moveTo>
                    <a:pt x="670" y="1148"/>
                  </a:moveTo>
                  <a:lnTo>
                    <a:pt x="7928" y="6790"/>
                  </a:lnTo>
                  <a:lnTo>
                    <a:pt x="7928" y="6790"/>
                  </a:lnTo>
                  <a:cubicBezTo>
                    <a:pt x="6430" y="8647"/>
                    <a:pt x="4603" y="9738"/>
                    <a:pt x="2261" y="10203"/>
                  </a:cubicBezTo>
                  <a:lnTo>
                    <a:pt x="2261" y="10203"/>
                  </a:lnTo>
                  <a:lnTo>
                    <a:pt x="670" y="1148"/>
                  </a:lnTo>
                  <a:close/>
                  <a:moveTo>
                    <a:pt x="1" y="0"/>
                  </a:moveTo>
                  <a:lnTo>
                    <a:pt x="85" y="618"/>
                  </a:lnTo>
                  <a:lnTo>
                    <a:pt x="1882" y="10753"/>
                  </a:lnTo>
                  <a:lnTo>
                    <a:pt x="2107" y="10697"/>
                  </a:lnTo>
                  <a:cubicBezTo>
                    <a:pt x="4746" y="10248"/>
                    <a:pt x="6795" y="9012"/>
                    <a:pt x="8423" y="6907"/>
                  </a:cubicBezTo>
                  <a:lnTo>
                    <a:pt x="8564" y="6710"/>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4119;p64">
              <a:extLst>
                <a:ext uri="{FF2B5EF4-FFF2-40B4-BE49-F238E27FC236}">
                  <a16:creationId xmlns:a16="http://schemas.microsoft.com/office/drawing/2014/main" id="{909627D5-438C-357F-B929-989360B25BD1}"/>
                </a:ext>
              </a:extLst>
            </p:cNvPr>
            <p:cNvSpPr/>
            <p:nvPr/>
          </p:nvSpPr>
          <p:spPr>
            <a:xfrm>
              <a:off x="2302375" y="2124700"/>
              <a:ext cx="395175" cy="406450"/>
            </a:xfrm>
            <a:custGeom>
              <a:avLst/>
              <a:gdLst/>
              <a:ahLst/>
              <a:cxnLst/>
              <a:rect l="l" t="t" r="r" b="b"/>
              <a:pathLst>
                <a:path w="15807" h="16258" extrusionOk="0">
                  <a:moveTo>
                    <a:pt x="5009" y="1"/>
                  </a:moveTo>
                  <a:cubicBezTo>
                    <a:pt x="3306" y="1"/>
                    <a:pt x="1580" y="435"/>
                    <a:pt x="0" y="1350"/>
                  </a:cubicBezTo>
                  <a:lnTo>
                    <a:pt x="5026" y="10053"/>
                  </a:lnTo>
                  <a:lnTo>
                    <a:pt x="12943" y="16257"/>
                  </a:lnTo>
                  <a:cubicBezTo>
                    <a:pt x="15498" y="12972"/>
                    <a:pt x="15807" y="8649"/>
                    <a:pt x="13729" y="5027"/>
                  </a:cubicBezTo>
                  <a:cubicBezTo>
                    <a:pt x="11864" y="1806"/>
                    <a:pt x="8483" y="1"/>
                    <a:pt x="50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4120;p64">
              <a:extLst>
                <a:ext uri="{FF2B5EF4-FFF2-40B4-BE49-F238E27FC236}">
                  <a16:creationId xmlns:a16="http://schemas.microsoft.com/office/drawing/2014/main" id="{6BBE0F6B-71B5-3110-AC2D-5911EFDA34F1}"/>
                </a:ext>
              </a:extLst>
            </p:cNvPr>
            <p:cNvSpPr/>
            <p:nvPr/>
          </p:nvSpPr>
          <p:spPr>
            <a:xfrm>
              <a:off x="2295350" y="2119125"/>
              <a:ext cx="390275" cy="417625"/>
            </a:xfrm>
            <a:custGeom>
              <a:avLst/>
              <a:gdLst/>
              <a:ahLst/>
              <a:cxnLst/>
              <a:rect l="l" t="t" r="r" b="b"/>
              <a:pathLst>
                <a:path w="15611" h="16705" extrusionOk="0">
                  <a:moveTo>
                    <a:pt x="5279" y="478"/>
                  </a:moveTo>
                  <a:cubicBezTo>
                    <a:pt x="8676" y="478"/>
                    <a:pt x="11989" y="2218"/>
                    <a:pt x="13785" y="5391"/>
                  </a:cubicBezTo>
                  <a:cubicBezTo>
                    <a:pt x="14712" y="6935"/>
                    <a:pt x="15161" y="8647"/>
                    <a:pt x="15161" y="10304"/>
                  </a:cubicBezTo>
                  <a:cubicBezTo>
                    <a:pt x="15134" y="12359"/>
                    <a:pt x="14482" y="14388"/>
                    <a:pt x="13180" y="16140"/>
                  </a:cubicBezTo>
                  <a:lnTo>
                    <a:pt x="13180" y="16140"/>
                  </a:lnTo>
                  <a:lnTo>
                    <a:pt x="5490" y="10141"/>
                  </a:lnTo>
                  <a:lnTo>
                    <a:pt x="5490" y="10141"/>
                  </a:lnTo>
                  <a:lnTo>
                    <a:pt x="593" y="1660"/>
                  </a:lnTo>
                  <a:lnTo>
                    <a:pt x="593" y="1660"/>
                  </a:lnTo>
                  <a:cubicBezTo>
                    <a:pt x="2082" y="863"/>
                    <a:pt x="3693" y="478"/>
                    <a:pt x="5279" y="478"/>
                  </a:cubicBezTo>
                  <a:close/>
                  <a:moveTo>
                    <a:pt x="5279" y="0"/>
                  </a:moveTo>
                  <a:cubicBezTo>
                    <a:pt x="3538" y="0"/>
                    <a:pt x="1769" y="450"/>
                    <a:pt x="141" y="1376"/>
                  </a:cubicBezTo>
                  <a:cubicBezTo>
                    <a:pt x="29" y="1432"/>
                    <a:pt x="1" y="1573"/>
                    <a:pt x="57" y="1685"/>
                  </a:cubicBezTo>
                  <a:lnTo>
                    <a:pt x="5082" y="10416"/>
                  </a:lnTo>
                  <a:lnTo>
                    <a:pt x="5138" y="10472"/>
                  </a:lnTo>
                  <a:lnTo>
                    <a:pt x="13084" y="16649"/>
                  </a:lnTo>
                  <a:cubicBezTo>
                    <a:pt x="13112" y="16705"/>
                    <a:pt x="13196" y="16705"/>
                    <a:pt x="13252" y="16705"/>
                  </a:cubicBezTo>
                  <a:cubicBezTo>
                    <a:pt x="13308" y="16705"/>
                    <a:pt x="13364" y="16677"/>
                    <a:pt x="13392" y="16621"/>
                  </a:cubicBezTo>
                  <a:cubicBezTo>
                    <a:pt x="14880" y="14740"/>
                    <a:pt x="15610" y="12550"/>
                    <a:pt x="15610" y="10304"/>
                  </a:cubicBezTo>
                  <a:cubicBezTo>
                    <a:pt x="15610" y="8563"/>
                    <a:pt x="15161" y="6766"/>
                    <a:pt x="14207" y="5138"/>
                  </a:cubicBezTo>
                  <a:cubicBezTo>
                    <a:pt x="12297" y="1853"/>
                    <a:pt x="8844" y="0"/>
                    <a:pt x="52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4121;p64">
              <a:extLst>
                <a:ext uri="{FF2B5EF4-FFF2-40B4-BE49-F238E27FC236}">
                  <a16:creationId xmlns:a16="http://schemas.microsoft.com/office/drawing/2014/main" id="{32B4E421-333C-C2C5-E55B-97518FD6A4F6}"/>
                </a:ext>
              </a:extLst>
            </p:cNvPr>
            <p:cNvSpPr/>
            <p:nvPr/>
          </p:nvSpPr>
          <p:spPr>
            <a:xfrm>
              <a:off x="2176025" y="2158425"/>
              <a:ext cx="252000" cy="217600"/>
            </a:xfrm>
            <a:custGeom>
              <a:avLst/>
              <a:gdLst/>
              <a:ahLst/>
              <a:cxnLst/>
              <a:rect l="l" t="t" r="r" b="b"/>
              <a:pathLst>
                <a:path w="10080" h="8704" extrusionOk="0">
                  <a:moveTo>
                    <a:pt x="5054" y="1"/>
                  </a:moveTo>
                  <a:cubicBezTo>
                    <a:pt x="1826" y="1853"/>
                    <a:pt x="1" y="4998"/>
                    <a:pt x="1" y="8704"/>
                  </a:cubicBezTo>
                  <a:lnTo>
                    <a:pt x="10080" y="8704"/>
                  </a:lnTo>
                  <a:lnTo>
                    <a:pt x="5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4122;p64">
              <a:extLst>
                <a:ext uri="{FF2B5EF4-FFF2-40B4-BE49-F238E27FC236}">
                  <a16:creationId xmlns:a16="http://schemas.microsoft.com/office/drawing/2014/main" id="{48E2EFAC-50B0-E323-3C25-9E70DEE54510}"/>
                </a:ext>
              </a:extLst>
            </p:cNvPr>
            <p:cNvSpPr/>
            <p:nvPr/>
          </p:nvSpPr>
          <p:spPr>
            <a:xfrm>
              <a:off x="2170425" y="2150700"/>
              <a:ext cx="267425" cy="231650"/>
            </a:xfrm>
            <a:custGeom>
              <a:avLst/>
              <a:gdLst/>
              <a:ahLst/>
              <a:cxnLst/>
              <a:rect l="l" t="t" r="r" b="b"/>
              <a:pathLst>
                <a:path w="10697" h="9266" extrusionOk="0">
                  <a:moveTo>
                    <a:pt x="5176" y="634"/>
                  </a:moveTo>
                  <a:lnTo>
                    <a:pt x="9869" y="8788"/>
                  </a:lnTo>
                  <a:lnTo>
                    <a:pt x="480" y="8788"/>
                  </a:lnTo>
                  <a:cubicBezTo>
                    <a:pt x="550" y="5347"/>
                    <a:pt x="2230" y="2433"/>
                    <a:pt x="5176" y="634"/>
                  </a:cubicBezTo>
                  <a:close/>
                  <a:moveTo>
                    <a:pt x="5363" y="1"/>
                  </a:moveTo>
                  <a:lnTo>
                    <a:pt x="5138" y="113"/>
                  </a:lnTo>
                  <a:cubicBezTo>
                    <a:pt x="1853" y="1994"/>
                    <a:pt x="0" y="5223"/>
                    <a:pt x="0" y="9013"/>
                  </a:cubicBezTo>
                  <a:lnTo>
                    <a:pt x="0" y="9265"/>
                  </a:lnTo>
                  <a:lnTo>
                    <a:pt x="10697" y="9265"/>
                  </a:lnTo>
                  <a:lnTo>
                    <a:pt x="10500" y="8900"/>
                  </a:lnTo>
                  <a:lnTo>
                    <a:pt x="5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4123;p64">
              <a:extLst>
                <a:ext uri="{FF2B5EF4-FFF2-40B4-BE49-F238E27FC236}">
                  <a16:creationId xmlns:a16="http://schemas.microsoft.com/office/drawing/2014/main" id="{A7B78BA8-1852-31D2-69B2-D415554D21D0}"/>
                </a:ext>
              </a:extLst>
            </p:cNvPr>
            <p:cNvSpPr/>
            <p:nvPr/>
          </p:nvSpPr>
          <p:spPr>
            <a:xfrm>
              <a:off x="2305175" y="2253875"/>
              <a:ext cx="244975" cy="244975"/>
            </a:xfrm>
            <a:custGeom>
              <a:avLst/>
              <a:gdLst/>
              <a:ahLst/>
              <a:cxnLst/>
              <a:rect l="l" t="t" r="r" b="b"/>
              <a:pathLst>
                <a:path w="9799" h="9799" extrusionOk="0">
                  <a:moveTo>
                    <a:pt x="4914" y="1"/>
                  </a:moveTo>
                  <a:cubicBezTo>
                    <a:pt x="2191" y="1"/>
                    <a:pt x="1" y="2191"/>
                    <a:pt x="1" y="4886"/>
                  </a:cubicBezTo>
                  <a:cubicBezTo>
                    <a:pt x="1" y="7609"/>
                    <a:pt x="2191" y="9799"/>
                    <a:pt x="4914" y="9799"/>
                  </a:cubicBezTo>
                  <a:cubicBezTo>
                    <a:pt x="7609" y="9799"/>
                    <a:pt x="9799" y="7609"/>
                    <a:pt x="9799" y="4886"/>
                  </a:cubicBezTo>
                  <a:cubicBezTo>
                    <a:pt x="9799" y="2191"/>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4124;p64">
              <a:extLst>
                <a:ext uri="{FF2B5EF4-FFF2-40B4-BE49-F238E27FC236}">
                  <a16:creationId xmlns:a16="http://schemas.microsoft.com/office/drawing/2014/main" id="{3D2A0D6C-2611-F65B-F6AB-1969EE04948D}"/>
                </a:ext>
              </a:extLst>
            </p:cNvPr>
            <p:cNvSpPr/>
            <p:nvPr/>
          </p:nvSpPr>
          <p:spPr>
            <a:xfrm>
              <a:off x="2299575" y="2247575"/>
              <a:ext cx="256200" cy="256900"/>
            </a:xfrm>
            <a:custGeom>
              <a:avLst/>
              <a:gdLst/>
              <a:ahLst/>
              <a:cxnLst/>
              <a:rect l="l" t="t" r="r" b="b"/>
              <a:pathLst>
                <a:path w="10248" h="10276" extrusionOk="0">
                  <a:moveTo>
                    <a:pt x="5138" y="477"/>
                  </a:moveTo>
                  <a:cubicBezTo>
                    <a:pt x="6401" y="477"/>
                    <a:pt x="7580" y="1011"/>
                    <a:pt x="8423" y="1853"/>
                  </a:cubicBezTo>
                  <a:cubicBezTo>
                    <a:pt x="9265" y="2695"/>
                    <a:pt x="9798" y="3846"/>
                    <a:pt x="9798" y="5138"/>
                  </a:cubicBezTo>
                  <a:cubicBezTo>
                    <a:pt x="9798" y="6429"/>
                    <a:pt x="9265" y="7608"/>
                    <a:pt x="8423" y="8451"/>
                  </a:cubicBezTo>
                  <a:cubicBezTo>
                    <a:pt x="7580" y="9293"/>
                    <a:pt x="6401" y="9826"/>
                    <a:pt x="5138" y="9826"/>
                  </a:cubicBezTo>
                  <a:cubicBezTo>
                    <a:pt x="3846" y="9826"/>
                    <a:pt x="2667" y="9293"/>
                    <a:pt x="1825" y="8451"/>
                  </a:cubicBezTo>
                  <a:cubicBezTo>
                    <a:pt x="983" y="7608"/>
                    <a:pt x="449" y="6429"/>
                    <a:pt x="449" y="5138"/>
                  </a:cubicBezTo>
                  <a:cubicBezTo>
                    <a:pt x="449" y="3846"/>
                    <a:pt x="983" y="2695"/>
                    <a:pt x="1825" y="1853"/>
                  </a:cubicBezTo>
                  <a:cubicBezTo>
                    <a:pt x="2667" y="1011"/>
                    <a:pt x="3846" y="477"/>
                    <a:pt x="5138" y="477"/>
                  </a:cubicBezTo>
                  <a:close/>
                  <a:moveTo>
                    <a:pt x="5138" y="0"/>
                  </a:moveTo>
                  <a:cubicBezTo>
                    <a:pt x="2302" y="0"/>
                    <a:pt x="0" y="2302"/>
                    <a:pt x="0" y="5138"/>
                  </a:cubicBezTo>
                  <a:cubicBezTo>
                    <a:pt x="0" y="7973"/>
                    <a:pt x="2302" y="10275"/>
                    <a:pt x="5138" y="10275"/>
                  </a:cubicBezTo>
                  <a:cubicBezTo>
                    <a:pt x="7973" y="10275"/>
                    <a:pt x="10247" y="7973"/>
                    <a:pt x="10247" y="5138"/>
                  </a:cubicBezTo>
                  <a:cubicBezTo>
                    <a:pt x="10247" y="2302"/>
                    <a:pt x="7973"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4125;p64">
              <a:extLst>
                <a:ext uri="{FF2B5EF4-FFF2-40B4-BE49-F238E27FC236}">
                  <a16:creationId xmlns:a16="http://schemas.microsoft.com/office/drawing/2014/main" id="{5ABB8AAA-4919-F828-6203-1BC0ED05428B}"/>
                </a:ext>
              </a:extLst>
            </p:cNvPr>
            <p:cNvSpPr/>
            <p:nvPr/>
          </p:nvSpPr>
          <p:spPr>
            <a:xfrm>
              <a:off x="3662600" y="2376000"/>
              <a:ext cx="294800" cy="251575"/>
            </a:xfrm>
            <a:custGeom>
              <a:avLst/>
              <a:gdLst/>
              <a:ahLst/>
              <a:cxnLst/>
              <a:rect l="l" t="t" r="r" b="b"/>
              <a:pathLst>
                <a:path w="11792" h="10063" extrusionOk="0">
                  <a:moveTo>
                    <a:pt x="0" y="1"/>
                  </a:moveTo>
                  <a:cubicBezTo>
                    <a:pt x="0" y="590"/>
                    <a:pt x="56" y="1208"/>
                    <a:pt x="141" y="1769"/>
                  </a:cubicBezTo>
                  <a:cubicBezTo>
                    <a:pt x="1018" y="6632"/>
                    <a:pt x="5252" y="10063"/>
                    <a:pt x="10046" y="10063"/>
                  </a:cubicBezTo>
                  <a:cubicBezTo>
                    <a:pt x="10622" y="10063"/>
                    <a:pt x="11205" y="10013"/>
                    <a:pt x="11792" y="9911"/>
                  </a:cubicBezTo>
                  <a:lnTo>
                    <a:pt x="1005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4126;p64">
              <a:extLst>
                <a:ext uri="{FF2B5EF4-FFF2-40B4-BE49-F238E27FC236}">
                  <a16:creationId xmlns:a16="http://schemas.microsoft.com/office/drawing/2014/main" id="{C5E0D38A-84CF-082E-6525-44550337848A}"/>
                </a:ext>
              </a:extLst>
            </p:cNvPr>
            <p:cNvSpPr/>
            <p:nvPr/>
          </p:nvSpPr>
          <p:spPr>
            <a:xfrm>
              <a:off x="3656275" y="2370400"/>
              <a:ext cx="307450" cy="263225"/>
            </a:xfrm>
            <a:custGeom>
              <a:avLst/>
              <a:gdLst/>
              <a:ahLst/>
              <a:cxnLst/>
              <a:rect l="l" t="t" r="r" b="b"/>
              <a:pathLst>
                <a:path w="12298" h="10529" extrusionOk="0">
                  <a:moveTo>
                    <a:pt x="10114" y="477"/>
                  </a:moveTo>
                  <a:lnTo>
                    <a:pt x="11777" y="9943"/>
                  </a:lnTo>
                  <a:lnTo>
                    <a:pt x="11777" y="9943"/>
                  </a:lnTo>
                  <a:cubicBezTo>
                    <a:pt x="11273" y="10009"/>
                    <a:pt x="10785" y="10051"/>
                    <a:pt x="10276" y="10051"/>
                  </a:cubicBezTo>
                  <a:cubicBezTo>
                    <a:pt x="5616" y="10051"/>
                    <a:pt x="1461" y="6710"/>
                    <a:pt x="618" y="1937"/>
                  </a:cubicBezTo>
                  <a:cubicBezTo>
                    <a:pt x="547" y="1483"/>
                    <a:pt x="495" y="967"/>
                    <a:pt x="482" y="477"/>
                  </a:cubicBezTo>
                  <a:close/>
                  <a:moveTo>
                    <a:pt x="253" y="0"/>
                  </a:moveTo>
                  <a:cubicBezTo>
                    <a:pt x="197" y="0"/>
                    <a:pt x="113" y="28"/>
                    <a:pt x="85" y="56"/>
                  </a:cubicBezTo>
                  <a:cubicBezTo>
                    <a:pt x="29" y="112"/>
                    <a:pt x="1" y="169"/>
                    <a:pt x="1" y="225"/>
                  </a:cubicBezTo>
                  <a:cubicBezTo>
                    <a:pt x="1" y="814"/>
                    <a:pt x="57" y="1432"/>
                    <a:pt x="169" y="2022"/>
                  </a:cubicBezTo>
                  <a:cubicBezTo>
                    <a:pt x="1039" y="7019"/>
                    <a:pt x="5391" y="10528"/>
                    <a:pt x="10276" y="10528"/>
                  </a:cubicBezTo>
                  <a:cubicBezTo>
                    <a:pt x="10894" y="10528"/>
                    <a:pt x="11483" y="10472"/>
                    <a:pt x="12101" y="10360"/>
                  </a:cubicBezTo>
                  <a:cubicBezTo>
                    <a:pt x="12157" y="10360"/>
                    <a:pt x="12213" y="10332"/>
                    <a:pt x="12241" y="10275"/>
                  </a:cubicBezTo>
                  <a:cubicBezTo>
                    <a:pt x="12269" y="10219"/>
                    <a:pt x="12297" y="10163"/>
                    <a:pt x="12269" y="10107"/>
                  </a:cubicBezTo>
                  <a:lnTo>
                    <a:pt x="10529" y="197"/>
                  </a:lnTo>
                  <a:cubicBezTo>
                    <a:pt x="10501" y="84"/>
                    <a:pt x="10416"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4127;p64">
              <a:extLst>
                <a:ext uri="{FF2B5EF4-FFF2-40B4-BE49-F238E27FC236}">
                  <a16:creationId xmlns:a16="http://schemas.microsoft.com/office/drawing/2014/main" id="{CF987B99-710D-D06F-26FE-06665BA4088B}"/>
                </a:ext>
              </a:extLst>
            </p:cNvPr>
            <p:cNvSpPr/>
            <p:nvPr/>
          </p:nvSpPr>
          <p:spPr>
            <a:xfrm>
              <a:off x="3913875" y="2376000"/>
              <a:ext cx="197950" cy="247800"/>
            </a:xfrm>
            <a:custGeom>
              <a:avLst/>
              <a:gdLst/>
              <a:ahLst/>
              <a:cxnLst/>
              <a:rect l="l" t="t" r="r" b="b"/>
              <a:pathLst>
                <a:path w="7918" h="9912" extrusionOk="0">
                  <a:moveTo>
                    <a:pt x="0" y="1"/>
                  </a:moveTo>
                  <a:lnTo>
                    <a:pt x="1741" y="9911"/>
                  </a:lnTo>
                  <a:cubicBezTo>
                    <a:pt x="4324" y="9462"/>
                    <a:pt x="6317" y="8255"/>
                    <a:pt x="7917" y="6205"/>
                  </a:cubicBezTo>
                  <a:lnTo>
                    <a:pt x="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4128;p64">
              <a:extLst>
                <a:ext uri="{FF2B5EF4-FFF2-40B4-BE49-F238E27FC236}">
                  <a16:creationId xmlns:a16="http://schemas.microsoft.com/office/drawing/2014/main" id="{C0CF000F-234B-6DBF-BFD9-922E5112079D}"/>
                </a:ext>
              </a:extLst>
            </p:cNvPr>
            <p:cNvSpPr/>
            <p:nvPr/>
          </p:nvSpPr>
          <p:spPr>
            <a:xfrm>
              <a:off x="3905450" y="2361975"/>
              <a:ext cx="214800" cy="268825"/>
            </a:xfrm>
            <a:custGeom>
              <a:avLst/>
              <a:gdLst/>
              <a:ahLst/>
              <a:cxnLst/>
              <a:rect l="l" t="t" r="r" b="b"/>
              <a:pathLst>
                <a:path w="8592" h="10753" extrusionOk="0">
                  <a:moveTo>
                    <a:pt x="665" y="1124"/>
                  </a:moveTo>
                  <a:lnTo>
                    <a:pt x="7944" y="6802"/>
                  </a:lnTo>
                  <a:lnTo>
                    <a:pt x="7944" y="6802"/>
                  </a:lnTo>
                  <a:cubicBezTo>
                    <a:pt x="6418" y="8659"/>
                    <a:pt x="4610" y="9747"/>
                    <a:pt x="2261" y="10208"/>
                  </a:cubicBezTo>
                  <a:lnTo>
                    <a:pt x="2261" y="10208"/>
                  </a:lnTo>
                  <a:lnTo>
                    <a:pt x="665" y="1124"/>
                  </a:lnTo>
                  <a:close/>
                  <a:moveTo>
                    <a:pt x="0" y="0"/>
                  </a:moveTo>
                  <a:lnTo>
                    <a:pt x="112" y="618"/>
                  </a:lnTo>
                  <a:lnTo>
                    <a:pt x="1881" y="10753"/>
                  </a:lnTo>
                  <a:lnTo>
                    <a:pt x="2134" y="10697"/>
                  </a:lnTo>
                  <a:cubicBezTo>
                    <a:pt x="4745" y="10248"/>
                    <a:pt x="6794" y="9012"/>
                    <a:pt x="8451" y="6907"/>
                  </a:cubicBezTo>
                  <a:lnTo>
                    <a:pt x="8591" y="6710"/>
                  </a:ln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4129;p64">
              <a:extLst>
                <a:ext uri="{FF2B5EF4-FFF2-40B4-BE49-F238E27FC236}">
                  <a16:creationId xmlns:a16="http://schemas.microsoft.com/office/drawing/2014/main" id="{8348D0B7-336C-0BE5-C8D5-2975FDE80E9F}"/>
                </a:ext>
              </a:extLst>
            </p:cNvPr>
            <p:cNvSpPr/>
            <p:nvPr/>
          </p:nvSpPr>
          <p:spPr>
            <a:xfrm>
              <a:off x="3788225" y="2124700"/>
              <a:ext cx="395175" cy="406450"/>
            </a:xfrm>
            <a:custGeom>
              <a:avLst/>
              <a:gdLst/>
              <a:ahLst/>
              <a:cxnLst/>
              <a:rect l="l" t="t" r="r" b="b"/>
              <a:pathLst>
                <a:path w="15807" h="16258" extrusionOk="0">
                  <a:moveTo>
                    <a:pt x="5010" y="1"/>
                  </a:moveTo>
                  <a:cubicBezTo>
                    <a:pt x="3306" y="1"/>
                    <a:pt x="1580" y="435"/>
                    <a:pt x="1" y="1350"/>
                  </a:cubicBezTo>
                  <a:lnTo>
                    <a:pt x="5026" y="10053"/>
                  </a:lnTo>
                  <a:lnTo>
                    <a:pt x="12943" y="16257"/>
                  </a:lnTo>
                  <a:cubicBezTo>
                    <a:pt x="15526" y="12972"/>
                    <a:pt x="15807" y="8649"/>
                    <a:pt x="13729" y="5027"/>
                  </a:cubicBezTo>
                  <a:cubicBezTo>
                    <a:pt x="11864" y="1806"/>
                    <a:pt x="8483" y="1"/>
                    <a:pt x="5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4130;p64">
              <a:extLst>
                <a:ext uri="{FF2B5EF4-FFF2-40B4-BE49-F238E27FC236}">
                  <a16:creationId xmlns:a16="http://schemas.microsoft.com/office/drawing/2014/main" id="{B65CE6CD-85B5-66B7-C341-F620431A8F34}"/>
                </a:ext>
              </a:extLst>
            </p:cNvPr>
            <p:cNvSpPr/>
            <p:nvPr/>
          </p:nvSpPr>
          <p:spPr>
            <a:xfrm>
              <a:off x="3781200" y="2119125"/>
              <a:ext cx="390975" cy="417625"/>
            </a:xfrm>
            <a:custGeom>
              <a:avLst/>
              <a:gdLst/>
              <a:ahLst/>
              <a:cxnLst/>
              <a:rect l="l" t="t" r="r" b="b"/>
              <a:pathLst>
                <a:path w="15639" h="16705" extrusionOk="0">
                  <a:moveTo>
                    <a:pt x="5307" y="478"/>
                  </a:moveTo>
                  <a:cubicBezTo>
                    <a:pt x="8676" y="478"/>
                    <a:pt x="11989" y="2218"/>
                    <a:pt x="13814" y="5391"/>
                  </a:cubicBezTo>
                  <a:cubicBezTo>
                    <a:pt x="14712" y="6935"/>
                    <a:pt x="15161" y="8647"/>
                    <a:pt x="15161" y="10304"/>
                  </a:cubicBezTo>
                  <a:cubicBezTo>
                    <a:pt x="15161" y="12364"/>
                    <a:pt x="14507" y="14398"/>
                    <a:pt x="13198" y="16154"/>
                  </a:cubicBezTo>
                  <a:lnTo>
                    <a:pt x="13198" y="16154"/>
                  </a:lnTo>
                  <a:lnTo>
                    <a:pt x="5491" y="10141"/>
                  </a:lnTo>
                  <a:lnTo>
                    <a:pt x="5491" y="10141"/>
                  </a:lnTo>
                  <a:lnTo>
                    <a:pt x="593" y="1660"/>
                  </a:lnTo>
                  <a:lnTo>
                    <a:pt x="593" y="1660"/>
                  </a:lnTo>
                  <a:cubicBezTo>
                    <a:pt x="2083" y="863"/>
                    <a:pt x="3695" y="478"/>
                    <a:pt x="5307" y="478"/>
                  </a:cubicBezTo>
                  <a:close/>
                  <a:moveTo>
                    <a:pt x="5307" y="0"/>
                  </a:moveTo>
                  <a:cubicBezTo>
                    <a:pt x="3538" y="0"/>
                    <a:pt x="1770" y="450"/>
                    <a:pt x="169" y="1376"/>
                  </a:cubicBezTo>
                  <a:cubicBezTo>
                    <a:pt x="57" y="1432"/>
                    <a:pt x="1" y="1573"/>
                    <a:pt x="85" y="1685"/>
                  </a:cubicBezTo>
                  <a:lnTo>
                    <a:pt x="5111" y="10416"/>
                  </a:lnTo>
                  <a:lnTo>
                    <a:pt x="5167" y="10472"/>
                  </a:lnTo>
                  <a:lnTo>
                    <a:pt x="13084" y="16649"/>
                  </a:lnTo>
                  <a:cubicBezTo>
                    <a:pt x="13140" y="16705"/>
                    <a:pt x="13196" y="16705"/>
                    <a:pt x="13252" y="16705"/>
                  </a:cubicBezTo>
                  <a:cubicBezTo>
                    <a:pt x="13308" y="16705"/>
                    <a:pt x="13365" y="16677"/>
                    <a:pt x="13421" y="16621"/>
                  </a:cubicBezTo>
                  <a:cubicBezTo>
                    <a:pt x="14881" y="14740"/>
                    <a:pt x="15639" y="12550"/>
                    <a:pt x="15639" y="10304"/>
                  </a:cubicBezTo>
                  <a:cubicBezTo>
                    <a:pt x="15639" y="8563"/>
                    <a:pt x="15161" y="6766"/>
                    <a:pt x="14207" y="5138"/>
                  </a:cubicBezTo>
                  <a:cubicBezTo>
                    <a:pt x="12298" y="1853"/>
                    <a:pt x="8844" y="0"/>
                    <a:pt x="53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4131;p64">
              <a:extLst>
                <a:ext uri="{FF2B5EF4-FFF2-40B4-BE49-F238E27FC236}">
                  <a16:creationId xmlns:a16="http://schemas.microsoft.com/office/drawing/2014/main" id="{AC96696F-FC3D-E72C-114D-D164A66F7870}"/>
                </a:ext>
              </a:extLst>
            </p:cNvPr>
            <p:cNvSpPr/>
            <p:nvPr/>
          </p:nvSpPr>
          <p:spPr>
            <a:xfrm>
              <a:off x="3662600" y="2158425"/>
              <a:ext cx="251300" cy="217600"/>
            </a:xfrm>
            <a:custGeom>
              <a:avLst/>
              <a:gdLst/>
              <a:ahLst/>
              <a:cxnLst/>
              <a:rect l="l" t="t" r="r" b="b"/>
              <a:pathLst>
                <a:path w="10052" h="8704" extrusionOk="0">
                  <a:moveTo>
                    <a:pt x="5026" y="1"/>
                  </a:moveTo>
                  <a:cubicBezTo>
                    <a:pt x="1797" y="1853"/>
                    <a:pt x="0" y="4998"/>
                    <a:pt x="0" y="8704"/>
                  </a:cubicBezTo>
                  <a:lnTo>
                    <a:pt x="10051" y="8704"/>
                  </a:lnTo>
                  <a:lnTo>
                    <a:pt x="50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4132;p64">
              <a:extLst>
                <a:ext uri="{FF2B5EF4-FFF2-40B4-BE49-F238E27FC236}">
                  <a16:creationId xmlns:a16="http://schemas.microsoft.com/office/drawing/2014/main" id="{EC61F9FC-BBA1-7D8A-78DF-90188BAC008A}"/>
                </a:ext>
              </a:extLst>
            </p:cNvPr>
            <p:cNvSpPr/>
            <p:nvPr/>
          </p:nvSpPr>
          <p:spPr>
            <a:xfrm>
              <a:off x="3656275" y="2150700"/>
              <a:ext cx="267450" cy="231650"/>
            </a:xfrm>
            <a:custGeom>
              <a:avLst/>
              <a:gdLst/>
              <a:ahLst/>
              <a:cxnLst/>
              <a:rect l="l" t="t" r="r" b="b"/>
              <a:pathLst>
                <a:path w="10698" h="9266" extrusionOk="0">
                  <a:moveTo>
                    <a:pt x="5197" y="621"/>
                  </a:moveTo>
                  <a:lnTo>
                    <a:pt x="9897" y="8788"/>
                  </a:lnTo>
                  <a:lnTo>
                    <a:pt x="480" y="8788"/>
                  </a:lnTo>
                  <a:cubicBezTo>
                    <a:pt x="550" y="5339"/>
                    <a:pt x="2238" y="2419"/>
                    <a:pt x="5197" y="621"/>
                  </a:cubicBezTo>
                  <a:close/>
                  <a:moveTo>
                    <a:pt x="5363" y="1"/>
                  </a:moveTo>
                  <a:lnTo>
                    <a:pt x="5166" y="113"/>
                  </a:lnTo>
                  <a:cubicBezTo>
                    <a:pt x="1882" y="1994"/>
                    <a:pt x="1" y="5223"/>
                    <a:pt x="1" y="9013"/>
                  </a:cubicBezTo>
                  <a:lnTo>
                    <a:pt x="1" y="9265"/>
                  </a:lnTo>
                  <a:lnTo>
                    <a:pt x="10697" y="9265"/>
                  </a:lnTo>
                  <a:lnTo>
                    <a:pt x="10501" y="8900"/>
                  </a:lnTo>
                  <a:lnTo>
                    <a:pt x="5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4133;p64">
              <a:extLst>
                <a:ext uri="{FF2B5EF4-FFF2-40B4-BE49-F238E27FC236}">
                  <a16:creationId xmlns:a16="http://schemas.microsoft.com/office/drawing/2014/main" id="{D26BC33C-C742-2DE4-2209-FB07C90D3918}"/>
                </a:ext>
              </a:extLst>
            </p:cNvPr>
            <p:cNvSpPr/>
            <p:nvPr/>
          </p:nvSpPr>
          <p:spPr>
            <a:xfrm>
              <a:off x="3791025" y="2253875"/>
              <a:ext cx="245000" cy="244975"/>
            </a:xfrm>
            <a:custGeom>
              <a:avLst/>
              <a:gdLst/>
              <a:ahLst/>
              <a:cxnLst/>
              <a:rect l="l" t="t" r="r" b="b"/>
              <a:pathLst>
                <a:path w="9800" h="9799" extrusionOk="0">
                  <a:moveTo>
                    <a:pt x="4914" y="1"/>
                  </a:moveTo>
                  <a:cubicBezTo>
                    <a:pt x="2191" y="1"/>
                    <a:pt x="1" y="2191"/>
                    <a:pt x="1" y="4886"/>
                  </a:cubicBezTo>
                  <a:cubicBezTo>
                    <a:pt x="1" y="7609"/>
                    <a:pt x="2191" y="9799"/>
                    <a:pt x="4914" y="9799"/>
                  </a:cubicBezTo>
                  <a:cubicBezTo>
                    <a:pt x="7609" y="9799"/>
                    <a:pt x="9799" y="7609"/>
                    <a:pt x="9799" y="4886"/>
                  </a:cubicBezTo>
                  <a:cubicBezTo>
                    <a:pt x="9799" y="2191"/>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4134;p64">
              <a:extLst>
                <a:ext uri="{FF2B5EF4-FFF2-40B4-BE49-F238E27FC236}">
                  <a16:creationId xmlns:a16="http://schemas.microsoft.com/office/drawing/2014/main" id="{68BAC47C-8678-553E-8F30-6725798BE231}"/>
                </a:ext>
              </a:extLst>
            </p:cNvPr>
            <p:cNvSpPr/>
            <p:nvPr/>
          </p:nvSpPr>
          <p:spPr>
            <a:xfrm>
              <a:off x="3785425" y="2247575"/>
              <a:ext cx="256900" cy="256900"/>
            </a:xfrm>
            <a:custGeom>
              <a:avLst/>
              <a:gdLst/>
              <a:ahLst/>
              <a:cxnLst/>
              <a:rect l="l" t="t" r="r" b="b"/>
              <a:pathLst>
                <a:path w="10276" h="10276" extrusionOk="0">
                  <a:moveTo>
                    <a:pt x="5138" y="477"/>
                  </a:moveTo>
                  <a:cubicBezTo>
                    <a:pt x="6430" y="477"/>
                    <a:pt x="7581" y="1011"/>
                    <a:pt x="8423" y="1853"/>
                  </a:cubicBezTo>
                  <a:cubicBezTo>
                    <a:pt x="9293" y="2695"/>
                    <a:pt x="9798" y="3846"/>
                    <a:pt x="9798" y="5138"/>
                  </a:cubicBezTo>
                  <a:cubicBezTo>
                    <a:pt x="9798" y="6429"/>
                    <a:pt x="9293" y="7608"/>
                    <a:pt x="8423" y="8451"/>
                  </a:cubicBezTo>
                  <a:cubicBezTo>
                    <a:pt x="7581" y="9293"/>
                    <a:pt x="6430" y="9826"/>
                    <a:pt x="5138" y="9826"/>
                  </a:cubicBezTo>
                  <a:cubicBezTo>
                    <a:pt x="3847" y="9826"/>
                    <a:pt x="2667" y="9293"/>
                    <a:pt x="1825" y="8451"/>
                  </a:cubicBezTo>
                  <a:cubicBezTo>
                    <a:pt x="983" y="7608"/>
                    <a:pt x="478" y="6429"/>
                    <a:pt x="478" y="5138"/>
                  </a:cubicBezTo>
                  <a:cubicBezTo>
                    <a:pt x="478" y="3846"/>
                    <a:pt x="983" y="2695"/>
                    <a:pt x="1825" y="1853"/>
                  </a:cubicBezTo>
                  <a:cubicBezTo>
                    <a:pt x="2667" y="1011"/>
                    <a:pt x="3847" y="477"/>
                    <a:pt x="5138" y="477"/>
                  </a:cubicBezTo>
                  <a:close/>
                  <a:moveTo>
                    <a:pt x="5138" y="0"/>
                  </a:moveTo>
                  <a:cubicBezTo>
                    <a:pt x="2303" y="0"/>
                    <a:pt x="0" y="2302"/>
                    <a:pt x="0" y="5138"/>
                  </a:cubicBezTo>
                  <a:cubicBezTo>
                    <a:pt x="0" y="7973"/>
                    <a:pt x="2303" y="10275"/>
                    <a:pt x="5138" y="10275"/>
                  </a:cubicBezTo>
                  <a:cubicBezTo>
                    <a:pt x="7974" y="10275"/>
                    <a:pt x="10276" y="7973"/>
                    <a:pt x="10276" y="5138"/>
                  </a:cubicBezTo>
                  <a:cubicBezTo>
                    <a:pt x="10276" y="2302"/>
                    <a:pt x="7974"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4135;p64">
              <a:extLst>
                <a:ext uri="{FF2B5EF4-FFF2-40B4-BE49-F238E27FC236}">
                  <a16:creationId xmlns:a16="http://schemas.microsoft.com/office/drawing/2014/main" id="{0F58BAE6-34EA-7043-D25E-0F17F6E1B74F}"/>
                </a:ext>
              </a:extLst>
            </p:cNvPr>
            <p:cNvSpPr/>
            <p:nvPr/>
          </p:nvSpPr>
          <p:spPr>
            <a:xfrm>
              <a:off x="2155675" y="11828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4136;p64">
              <a:extLst>
                <a:ext uri="{FF2B5EF4-FFF2-40B4-BE49-F238E27FC236}">
                  <a16:creationId xmlns:a16="http://schemas.microsoft.com/office/drawing/2014/main" id="{B2B04FE0-7195-1E45-6896-1477E1D0CA34}"/>
                </a:ext>
              </a:extLst>
            </p:cNvPr>
            <p:cNvSpPr/>
            <p:nvPr/>
          </p:nvSpPr>
          <p:spPr>
            <a:xfrm>
              <a:off x="2155675" y="122985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4137;p64">
              <a:extLst>
                <a:ext uri="{FF2B5EF4-FFF2-40B4-BE49-F238E27FC236}">
                  <a16:creationId xmlns:a16="http://schemas.microsoft.com/office/drawing/2014/main" id="{A795A836-E7BA-70EC-BFC8-DE6808F17A8C}"/>
                </a:ext>
              </a:extLst>
            </p:cNvPr>
            <p:cNvSpPr/>
            <p:nvPr/>
          </p:nvSpPr>
          <p:spPr>
            <a:xfrm>
              <a:off x="2155675" y="127757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4138;p64">
              <a:extLst>
                <a:ext uri="{FF2B5EF4-FFF2-40B4-BE49-F238E27FC236}">
                  <a16:creationId xmlns:a16="http://schemas.microsoft.com/office/drawing/2014/main" id="{F877C9C6-2CE4-2578-C973-55969DA1693E}"/>
                </a:ext>
              </a:extLst>
            </p:cNvPr>
            <p:cNvSpPr/>
            <p:nvPr/>
          </p:nvSpPr>
          <p:spPr>
            <a:xfrm>
              <a:off x="2155675" y="132460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4139;p64">
              <a:extLst>
                <a:ext uri="{FF2B5EF4-FFF2-40B4-BE49-F238E27FC236}">
                  <a16:creationId xmlns:a16="http://schemas.microsoft.com/office/drawing/2014/main" id="{722C8DBA-9C1D-9E5F-2ED8-3F5B20B333B8}"/>
                </a:ext>
              </a:extLst>
            </p:cNvPr>
            <p:cNvSpPr/>
            <p:nvPr/>
          </p:nvSpPr>
          <p:spPr>
            <a:xfrm>
              <a:off x="4314625" y="1290925"/>
              <a:ext cx="604350" cy="291850"/>
            </a:xfrm>
            <a:custGeom>
              <a:avLst/>
              <a:gdLst/>
              <a:ahLst/>
              <a:cxnLst/>
              <a:rect l="l" t="t" r="r" b="b"/>
              <a:pathLst>
                <a:path w="24174" h="11674" extrusionOk="0">
                  <a:moveTo>
                    <a:pt x="225" y="0"/>
                  </a:moveTo>
                  <a:cubicBezTo>
                    <a:pt x="113" y="0"/>
                    <a:pt x="1" y="112"/>
                    <a:pt x="1" y="225"/>
                  </a:cubicBezTo>
                  <a:cubicBezTo>
                    <a:pt x="1" y="365"/>
                    <a:pt x="113" y="477"/>
                    <a:pt x="225" y="477"/>
                  </a:cubicBezTo>
                  <a:lnTo>
                    <a:pt x="11034" y="477"/>
                  </a:lnTo>
                  <a:lnTo>
                    <a:pt x="23752" y="11623"/>
                  </a:lnTo>
                  <a:cubicBezTo>
                    <a:pt x="23799" y="11658"/>
                    <a:pt x="23851" y="11674"/>
                    <a:pt x="23902" y="11674"/>
                  </a:cubicBezTo>
                  <a:cubicBezTo>
                    <a:pt x="23972" y="11674"/>
                    <a:pt x="24040" y="11644"/>
                    <a:pt x="24089" y="11595"/>
                  </a:cubicBezTo>
                  <a:cubicBezTo>
                    <a:pt x="24173" y="11483"/>
                    <a:pt x="24173" y="11342"/>
                    <a:pt x="24061" y="11258"/>
                  </a:cubicBezTo>
                  <a:lnTo>
                    <a:pt x="11259" y="56"/>
                  </a:lnTo>
                  <a:cubicBezTo>
                    <a:pt x="11231" y="28"/>
                    <a:pt x="11174" y="0"/>
                    <a:pt x="11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4140;p64">
              <a:extLst>
                <a:ext uri="{FF2B5EF4-FFF2-40B4-BE49-F238E27FC236}">
                  <a16:creationId xmlns:a16="http://schemas.microsoft.com/office/drawing/2014/main" id="{CE12F9AB-0984-3D67-4CFF-5AAD1606892D}"/>
                </a:ext>
              </a:extLst>
            </p:cNvPr>
            <p:cNvSpPr/>
            <p:nvPr/>
          </p:nvSpPr>
          <p:spPr>
            <a:xfrm>
              <a:off x="4963850" y="1490950"/>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4141;p64">
              <a:extLst>
                <a:ext uri="{FF2B5EF4-FFF2-40B4-BE49-F238E27FC236}">
                  <a16:creationId xmlns:a16="http://schemas.microsoft.com/office/drawing/2014/main" id="{4078F1C0-BA63-581C-5297-74D24FD03287}"/>
                </a:ext>
              </a:extLst>
            </p:cNvPr>
            <p:cNvSpPr/>
            <p:nvPr/>
          </p:nvSpPr>
          <p:spPr>
            <a:xfrm>
              <a:off x="4963850" y="1537975"/>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4142;p64">
              <a:extLst>
                <a:ext uri="{FF2B5EF4-FFF2-40B4-BE49-F238E27FC236}">
                  <a16:creationId xmlns:a16="http://schemas.microsoft.com/office/drawing/2014/main" id="{80603100-54DE-2ECB-FB11-0DD10E387CBF}"/>
                </a:ext>
              </a:extLst>
            </p:cNvPr>
            <p:cNvSpPr/>
            <p:nvPr/>
          </p:nvSpPr>
          <p:spPr>
            <a:xfrm>
              <a:off x="4963850" y="1585700"/>
              <a:ext cx="277975" cy="11250"/>
            </a:xfrm>
            <a:custGeom>
              <a:avLst/>
              <a:gdLst/>
              <a:ahLst/>
              <a:cxnLst/>
              <a:rect l="l" t="t" r="r" b="b"/>
              <a:pathLst>
                <a:path w="11119" h="450" extrusionOk="0">
                  <a:moveTo>
                    <a:pt x="1" y="1"/>
                  </a:moveTo>
                  <a:lnTo>
                    <a:pt x="1" y="450"/>
                  </a:lnTo>
                  <a:lnTo>
                    <a:pt x="11118" y="450"/>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4143;p64">
              <a:extLst>
                <a:ext uri="{FF2B5EF4-FFF2-40B4-BE49-F238E27FC236}">
                  <a16:creationId xmlns:a16="http://schemas.microsoft.com/office/drawing/2014/main" id="{DABFAF0B-AA64-13EA-1C9B-A0532DC6AE8F}"/>
                </a:ext>
              </a:extLst>
            </p:cNvPr>
            <p:cNvSpPr/>
            <p:nvPr/>
          </p:nvSpPr>
          <p:spPr>
            <a:xfrm>
              <a:off x="4963850" y="16327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4144;p64">
              <a:extLst>
                <a:ext uri="{FF2B5EF4-FFF2-40B4-BE49-F238E27FC236}">
                  <a16:creationId xmlns:a16="http://schemas.microsoft.com/office/drawing/2014/main" id="{CB57A041-8D2F-3C1D-3B45-7EB2D84C7BE5}"/>
                </a:ext>
              </a:extLst>
            </p:cNvPr>
            <p:cNvSpPr/>
            <p:nvPr/>
          </p:nvSpPr>
          <p:spPr>
            <a:xfrm>
              <a:off x="4963850" y="2298800"/>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4145;p64">
              <a:extLst>
                <a:ext uri="{FF2B5EF4-FFF2-40B4-BE49-F238E27FC236}">
                  <a16:creationId xmlns:a16="http://schemas.microsoft.com/office/drawing/2014/main" id="{9A4D43C1-749A-C075-CBB3-4CECF9B61AFA}"/>
                </a:ext>
              </a:extLst>
            </p:cNvPr>
            <p:cNvSpPr/>
            <p:nvPr/>
          </p:nvSpPr>
          <p:spPr>
            <a:xfrm>
              <a:off x="4963850" y="23458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4146;p64">
              <a:extLst>
                <a:ext uri="{FF2B5EF4-FFF2-40B4-BE49-F238E27FC236}">
                  <a16:creationId xmlns:a16="http://schemas.microsoft.com/office/drawing/2014/main" id="{4D1B66C4-03CF-F5A3-17A6-8EFBFBF94771}"/>
                </a:ext>
              </a:extLst>
            </p:cNvPr>
            <p:cNvSpPr/>
            <p:nvPr/>
          </p:nvSpPr>
          <p:spPr>
            <a:xfrm>
              <a:off x="4963850" y="239355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4147;p64">
              <a:extLst>
                <a:ext uri="{FF2B5EF4-FFF2-40B4-BE49-F238E27FC236}">
                  <a16:creationId xmlns:a16="http://schemas.microsoft.com/office/drawing/2014/main" id="{3D9EDA73-1BAD-E984-B12D-F5C8E6392480}"/>
                </a:ext>
              </a:extLst>
            </p:cNvPr>
            <p:cNvSpPr/>
            <p:nvPr/>
          </p:nvSpPr>
          <p:spPr>
            <a:xfrm>
              <a:off x="4963850" y="244057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4148;p64">
              <a:extLst>
                <a:ext uri="{FF2B5EF4-FFF2-40B4-BE49-F238E27FC236}">
                  <a16:creationId xmlns:a16="http://schemas.microsoft.com/office/drawing/2014/main" id="{7BD15A3F-0091-6C8A-6D47-8D0E9670AF0A}"/>
                </a:ext>
              </a:extLst>
            </p:cNvPr>
            <p:cNvSpPr/>
            <p:nvPr/>
          </p:nvSpPr>
          <p:spPr>
            <a:xfrm>
              <a:off x="2291850" y="3234400"/>
              <a:ext cx="278650" cy="11950"/>
            </a:xfrm>
            <a:custGeom>
              <a:avLst/>
              <a:gdLst/>
              <a:ahLst/>
              <a:cxnLst/>
              <a:rect l="l" t="t" r="r" b="b"/>
              <a:pathLst>
                <a:path w="11146" h="478" extrusionOk="0">
                  <a:moveTo>
                    <a:pt x="0" y="0"/>
                  </a:moveTo>
                  <a:lnTo>
                    <a:pt x="0" y="477"/>
                  </a:lnTo>
                  <a:lnTo>
                    <a:pt x="11146" y="477"/>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4149;p64">
              <a:extLst>
                <a:ext uri="{FF2B5EF4-FFF2-40B4-BE49-F238E27FC236}">
                  <a16:creationId xmlns:a16="http://schemas.microsoft.com/office/drawing/2014/main" id="{A42E1076-862C-A4D1-5119-1525129C0F16}"/>
                </a:ext>
              </a:extLst>
            </p:cNvPr>
            <p:cNvSpPr/>
            <p:nvPr/>
          </p:nvSpPr>
          <p:spPr>
            <a:xfrm>
              <a:off x="2291850" y="3282125"/>
              <a:ext cx="278650" cy="11950"/>
            </a:xfrm>
            <a:custGeom>
              <a:avLst/>
              <a:gdLst/>
              <a:ahLst/>
              <a:cxnLst/>
              <a:rect l="l" t="t" r="r" b="b"/>
              <a:pathLst>
                <a:path w="11146" h="478" extrusionOk="0">
                  <a:moveTo>
                    <a:pt x="0" y="0"/>
                  </a:moveTo>
                  <a:lnTo>
                    <a:pt x="0" y="478"/>
                  </a:lnTo>
                  <a:lnTo>
                    <a:pt x="11146" y="478"/>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4150;p64">
              <a:extLst>
                <a:ext uri="{FF2B5EF4-FFF2-40B4-BE49-F238E27FC236}">
                  <a16:creationId xmlns:a16="http://schemas.microsoft.com/office/drawing/2014/main" id="{79D42073-4517-3CE2-E9E5-B01807A450BA}"/>
                </a:ext>
              </a:extLst>
            </p:cNvPr>
            <p:cNvSpPr/>
            <p:nvPr/>
          </p:nvSpPr>
          <p:spPr>
            <a:xfrm>
              <a:off x="2291850" y="3329150"/>
              <a:ext cx="278650" cy="11950"/>
            </a:xfrm>
            <a:custGeom>
              <a:avLst/>
              <a:gdLst/>
              <a:ahLst/>
              <a:cxnLst/>
              <a:rect l="l" t="t" r="r" b="b"/>
              <a:pathLst>
                <a:path w="11146" h="478" extrusionOk="0">
                  <a:moveTo>
                    <a:pt x="0" y="0"/>
                  </a:moveTo>
                  <a:lnTo>
                    <a:pt x="0" y="478"/>
                  </a:lnTo>
                  <a:lnTo>
                    <a:pt x="11146" y="478"/>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4151;p64">
              <a:extLst>
                <a:ext uri="{FF2B5EF4-FFF2-40B4-BE49-F238E27FC236}">
                  <a16:creationId xmlns:a16="http://schemas.microsoft.com/office/drawing/2014/main" id="{864ED0A5-A8A8-13F9-5789-9AF4F3684A76}"/>
                </a:ext>
              </a:extLst>
            </p:cNvPr>
            <p:cNvSpPr/>
            <p:nvPr/>
          </p:nvSpPr>
          <p:spPr>
            <a:xfrm>
              <a:off x="2291850" y="3376875"/>
              <a:ext cx="278650" cy="11250"/>
            </a:xfrm>
            <a:custGeom>
              <a:avLst/>
              <a:gdLst/>
              <a:ahLst/>
              <a:cxnLst/>
              <a:rect l="l" t="t" r="r" b="b"/>
              <a:pathLst>
                <a:path w="11146" h="450" extrusionOk="0">
                  <a:moveTo>
                    <a:pt x="0" y="0"/>
                  </a:moveTo>
                  <a:lnTo>
                    <a:pt x="0" y="450"/>
                  </a:lnTo>
                  <a:lnTo>
                    <a:pt x="11146" y="450"/>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4152;p64">
              <a:extLst>
                <a:ext uri="{FF2B5EF4-FFF2-40B4-BE49-F238E27FC236}">
                  <a16:creationId xmlns:a16="http://schemas.microsoft.com/office/drawing/2014/main" id="{A236D27A-9308-D2F4-D7A2-15757509F468}"/>
                </a:ext>
              </a:extLst>
            </p:cNvPr>
            <p:cNvSpPr/>
            <p:nvPr/>
          </p:nvSpPr>
          <p:spPr>
            <a:xfrm>
              <a:off x="4036000" y="2098775"/>
              <a:ext cx="888575" cy="274450"/>
            </a:xfrm>
            <a:custGeom>
              <a:avLst/>
              <a:gdLst/>
              <a:ahLst/>
              <a:cxnLst/>
              <a:rect l="l" t="t" r="r" b="b"/>
              <a:pathLst>
                <a:path w="35543" h="10978" extrusionOk="0">
                  <a:moveTo>
                    <a:pt x="4548" y="0"/>
                  </a:moveTo>
                  <a:lnTo>
                    <a:pt x="0" y="5194"/>
                  </a:lnTo>
                  <a:lnTo>
                    <a:pt x="365" y="5503"/>
                  </a:lnTo>
                  <a:lnTo>
                    <a:pt x="4773" y="477"/>
                  </a:lnTo>
                  <a:lnTo>
                    <a:pt x="22488" y="477"/>
                  </a:lnTo>
                  <a:lnTo>
                    <a:pt x="35234" y="10977"/>
                  </a:lnTo>
                  <a:lnTo>
                    <a:pt x="35543" y="10612"/>
                  </a:lnTo>
                  <a:lnTo>
                    <a:pt x="2265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4153;p64">
              <a:extLst>
                <a:ext uri="{FF2B5EF4-FFF2-40B4-BE49-F238E27FC236}">
                  <a16:creationId xmlns:a16="http://schemas.microsoft.com/office/drawing/2014/main" id="{E6920603-BC82-A4E9-FF4E-5DECE49B4120}"/>
                </a:ext>
              </a:extLst>
            </p:cNvPr>
            <p:cNvSpPr/>
            <p:nvPr/>
          </p:nvSpPr>
          <p:spPr>
            <a:xfrm>
              <a:off x="2418875" y="2616750"/>
              <a:ext cx="11975" cy="600125"/>
            </a:xfrm>
            <a:custGeom>
              <a:avLst/>
              <a:gdLst/>
              <a:ahLst/>
              <a:cxnLst/>
              <a:rect l="l" t="t" r="r" b="b"/>
              <a:pathLst>
                <a:path w="479" h="24005" extrusionOk="0">
                  <a:moveTo>
                    <a:pt x="1" y="0"/>
                  </a:moveTo>
                  <a:lnTo>
                    <a:pt x="1" y="24004"/>
                  </a:lnTo>
                  <a:lnTo>
                    <a:pt x="478" y="24004"/>
                  </a:lnTo>
                  <a:lnTo>
                    <a:pt x="4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4154;p64">
              <a:extLst>
                <a:ext uri="{FF2B5EF4-FFF2-40B4-BE49-F238E27FC236}">
                  <a16:creationId xmlns:a16="http://schemas.microsoft.com/office/drawing/2014/main" id="{B909584B-1287-BD07-0F0A-91D88BCD8F3D}"/>
                </a:ext>
              </a:extLst>
            </p:cNvPr>
            <p:cNvSpPr/>
            <p:nvPr/>
          </p:nvSpPr>
          <p:spPr>
            <a:xfrm>
              <a:off x="1831425" y="3538000"/>
              <a:ext cx="129875" cy="102100"/>
            </a:xfrm>
            <a:custGeom>
              <a:avLst/>
              <a:gdLst/>
              <a:ahLst/>
              <a:cxnLst/>
              <a:rect l="l" t="t" r="r" b="b"/>
              <a:pathLst>
                <a:path w="5195" h="4084" extrusionOk="0">
                  <a:moveTo>
                    <a:pt x="1580" y="1"/>
                  </a:moveTo>
                  <a:cubicBezTo>
                    <a:pt x="1521" y="1"/>
                    <a:pt x="1462" y="5"/>
                    <a:pt x="1404" y="13"/>
                  </a:cubicBezTo>
                  <a:cubicBezTo>
                    <a:pt x="506" y="125"/>
                    <a:pt x="0" y="1023"/>
                    <a:pt x="197" y="1894"/>
                  </a:cubicBezTo>
                  <a:cubicBezTo>
                    <a:pt x="393" y="2736"/>
                    <a:pt x="1292" y="3381"/>
                    <a:pt x="2050" y="3718"/>
                  </a:cubicBezTo>
                  <a:cubicBezTo>
                    <a:pt x="2860" y="4062"/>
                    <a:pt x="4638" y="4084"/>
                    <a:pt x="5070" y="4084"/>
                  </a:cubicBezTo>
                  <a:cubicBezTo>
                    <a:pt x="5132" y="4084"/>
                    <a:pt x="5166" y="4083"/>
                    <a:pt x="5166" y="4083"/>
                  </a:cubicBezTo>
                  <a:cubicBezTo>
                    <a:pt x="5194" y="4083"/>
                    <a:pt x="4689" y="2623"/>
                    <a:pt x="4661" y="2539"/>
                  </a:cubicBezTo>
                  <a:cubicBezTo>
                    <a:pt x="4206" y="1576"/>
                    <a:pt x="2782" y="1"/>
                    <a:pt x="15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4155;p64">
              <a:extLst>
                <a:ext uri="{FF2B5EF4-FFF2-40B4-BE49-F238E27FC236}">
                  <a16:creationId xmlns:a16="http://schemas.microsoft.com/office/drawing/2014/main" id="{64453289-A99E-4EB3-4868-8EB1DE03D2A9}"/>
                </a:ext>
              </a:extLst>
            </p:cNvPr>
            <p:cNvSpPr/>
            <p:nvPr/>
          </p:nvSpPr>
          <p:spPr>
            <a:xfrm>
              <a:off x="1834225" y="3377750"/>
              <a:ext cx="807875" cy="1698375"/>
            </a:xfrm>
            <a:custGeom>
              <a:avLst/>
              <a:gdLst/>
              <a:ahLst/>
              <a:cxnLst/>
              <a:rect l="l" t="t" r="r" b="b"/>
              <a:pathLst>
                <a:path w="32315" h="67935" extrusionOk="0">
                  <a:moveTo>
                    <a:pt x="15189" y="33037"/>
                  </a:moveTo>
                  <a:cubicBezTo>
                    <a:pt x="15835" y="33739"/>
                    <a:pt x="17491" y="34553"/>
                    <a:pt x="17716" y="34666"/>
                  </a:cubicBezTo>
                  <a:cubicBezTo>
                    <a:pt x="17491" y="35199"/>
                    <a:pt x="17267" y="35733"/>
                    <a:pt x="17042" y="36238"/>
                  </a:cubicBezTo>
                  <a:cubicBezTo>
                    <a:pt x="16284" y="37979"/>
                    <a:pt x="15582" y="39410"/>
                    <a:pt x="15077" y="40393"/>
                  </a:cubicBezTo>
                  <a:cubicBezTo>
                    <a:pt x="14993" y="40590"/>
                    <a:pt x="14880" y="40758"/>
                    <a:pt x="14796" y="40926"/>
                  </a:cubicBezTo>
                  <a:lnTo>
                    <a:pt x="14712" y="40926"/>
                  </a:lnTo>
                  <a:cubicBezTo>
                    <a:pt x="14712" y="40730"/>
                    <a:pt x="14684" y="40533"/>
                    <a:pt x="14628" y="40281"/>
                  </a:cubicBezTo>
                  <a:cubicBezTo>
                    <a:pt x="14487" y="39186"/>
                    <a:pt x="14234" y="37614"/>
                    <a:pt x="13870" y="35733"/>
                  </a:cubicBezTo>
                  <a:cubicBezTo>
                    <a:pt x="13757" y="35115"/>
                    <a:pt x="13617" y="34497"/>
                    <a:pt x="13476" y="33852"/>
                  </a:cubicBezTo>
                  <a:cubicBezTo>
                    <a:pt x="13617" y="33795"/>
                    <a:pt x="14459" y="33459"/>
                    <a:pt x="15189" y="33037"/>
                  </a:cubicBezTo>
                  <a:close/>
                  <a:moveTo>
                    <a:pt x="6799" y="1"/>
                  </a:moveTo>
                  <a:cubicBezTo>
                    <a:pt x="6583" y="1"/>
                    <a:pt x="6362" y="52"/>
                    <a:pt x="6149" y="162"/>
                  </a:cubicBezTo>
                  <a:cubicBezTo>
                    <a:pt x="5026" y="751"/>
                    <a:pt x="4745" y="2997"/>
                    <a:pt x="4914" y="4092"/>
                  </a:cubicBezTo>
                  <a:cubicBezTo>
                    <a:pt x="4942" y="4205"/>
                    <a:pt x="5363" y="5665"/>
                    <a:pt x="5363" y="5665"/>
                  </a:cubicBezTo>
                  <a:lnTo>
                    <a:pt x="5391" y="5636"/>
                  </a:lnTo>
                  <a:lnTo>
                    <a:pt x="5391" y="5636"/>
                  </a:lnTo>
                  <a:cubicBezTo>
                    <a:pt x="5335" y="6001"/>
                    <a:pt x="5307" y="6366"/>
                    <a:pt x="5251" y="6787"/>
                  </a:cubicBezTo>
                  <a:cubicBezTo>
                    <a:pt x="5166" y="7574"/>
                    <a:pt x="5110" y="8444"/>
                    <a:pt x="5082" y="9398"/>
                  </a:cubicBezTo>
                  <a:cubicBezTo>
                    <a:pt x="5054" y="10353"/>
                    <a:pt x="5054" y="11392"/>
                    <a:pt x="5138" y="12487"/>
                  </a:cubicBezTo>
                  <a:cubicBezTo>
                    <a:pt x="5251" y="13582"/>
                    <a:pt x="5419" y="14733"/>
                    <a:pt x="5728" y="15884"/>
                  </a:cubicBezTo>
                  <a:lnTo>
                    <a:pt x="5728" y="15940"/>
                  </a:lnTo>
                  <a:cubicBezTo>
                    <a:pt x="5531" y="15603"/>
                    <a:pt x="4942" y="14761"/>
                    <a:pt x="4914" y="14705"/>
                  </a:cubicBezTo>
                  <a:cubicBezTo>
                    <a:pt x="4274" y="13994"/>
                    <a:pt x="2816" y="13024"/>
                    <a:pt x="1685" y="13024"/>
                  </a:cubicBezTo>
                  <a:cubicBezTo>
                    <a:pt x="1475" y="13024"/>
                    <a:pt x="1276" y="13058"/>
                    <a:pt x="1096" y="13132"/>
                  </a:cubicBezTo>
                  <a:cubicBezTo>
                    <a:pt x="253" y="13497"/>
                    <a:pt x="1" y="14480"/>
                    <a:pt x="422" y="15238"/>
                  </a:cubicBezTo>
                  <a:cubicBezTo>
                    <a:pt x="843" y="16024"/>
                    <a:pt x="1882" y="16417"/>
                    <a:pt x="2724" y="16529"/>
                  </a:cubicBezTo>
                  <a:cubicBezTo>
                    <a:pt x="2826" y="16545"/>
                    <a:pt x="2941" y="16552"/>
                    <a:pt x="3065" y="16552"/>
                  </a:cubicBezTo>
                  <a:cubicBezTo>
                    <a:pt x="4063" y="16552"/>
                    <a:pt x="5634" y="16102"/>
                    <a:pt x="5784" y="16052"/>
                  </a:cubicBezTo>
                  <a:cubicBezTo>
                    <a:pt x="6093" y="17147"/>
                    <a:pt x="6486" y="18270"/>
                    <a:pt x="6963" y="19365"/>
                  </a:cubicBezTo>
                  <a:cubicBezTo>
                    <a:pt x="7244" y="19983"/>
                    <a:pt x="7525" y="20628"/>
                    <a:pt x="7833" y="21246"/>
                  </a:cubicBezTo>
                  <a:cubicBezTo>
                    <a:pt x="7665" y="20965"/>
                    <a:pt x="7497" y="20741"/>
                    <a:pt x="7468" y="20713"/>
                  </a:cubicBezTo>
                  <a:cubicBezTo>
                    <a:pt x="6853" y="20002"/>
                    <a:pt x="5378" y="19032"/>
                    <a:pt x="4241" y="19032"/>
                  </a:cubicBezTo>
                  <a:cubicBezTo>
                    <a:pt x="4030" y="19032"/>
                    <a:pt x="3831" y="19066"/>
                    <a:pt x="3650" y="19140"/>
                  </a:cubicBezTo>
                  <a:cubicBezTo>
                    <a:pt x="2808" y="19505"/>
                    <a:pt x="2583" y="20488"/>
                    <a:pt x="3005" y="21246"/>
                  </a:cubicBezTo>
                  <a:cubicBezTo>
                    <a:pt x="3426" y="22032"/>
                    <a:pt x="4436" y="22425"/>
                    <a:pt x="5279" y="22537"/>
                  </a:cubicBezTo>
                  <a:cubicBezTo>
                    <a:pt x="5385" y="22555"/>
                    <a:pt x="5505" y="22563"/>
                    <a:pt x="5634" y="22563"/>
                  </a:cubicBezTo>
                  <a:cubicBezTo>
                    <a:pt x="6527" y="22563"/>
                    <a:pt x="7862" y="22186"/>
                    <a:pt x="8255" y="22088"/>
                  </a:cubicBezTo>
                  <a:cubicBezTo>
                    <a:pt x="8367" y="22313"/>
                    <a:pt x="8479" y="22566"/>
                    <a:pt x="8620" y="22790"/>
                  </a:cubicBezTo>
                  <a:cubicBezTo>
                    <a:pt x="9181" y="23941"/>
                    <a:pt x="9743" y="25064"/>
                    <a:pt x="10276" y="26187"/>
                  </a:cubicBezTo>
                  <a:cubicBezTo>
                    <a:pt x="10472" y="26608"/>
                    <a:pt x="10641" y="27001"/>
                    <a:pt x="10809" y="27394"/>
                  </a:cubicBezTo>
                  <a:cubicBezTo>
                    <a:pt x="10641" y="27170"/>
                    <a:pt x="10529" y="26973"/>
                    <a:pt x="10501" y="26945"/>
                  </a:cubicBezTo>
                  <a:cubicBezTo>
                    <a:pt x="9867" y="26217"/>
                    <a:pt x="8427" y="25253"/>
                    <a:pt x="7300" y="25253"/>
                  </a:cubicBezTo>
                  <a:cubicBezTo>
                    <a:pt x="7079" y="25253"/>
                    <a:pt x="6871" y="25290"/>
                    <a:pt x="6682" y="25373"/>
                  </a:cubicBezTo>
                  <a:cubicBezTo>
                    <a:pt x="5840" y="25710"/>
                    <a:pt x="5587" y="26721"/>
                    <a:pt x="6009" y="27479"/>
                  </a:cubicBezTo>
                  <a:cubicBezTo>
                    <a:pt x="6458" y="28265"/>
                    <a:pt x="7468" y="28658"/>
                    <a:pt x="8311" y="28770"/>
                  </a:cubicBezTo>
                  <a:cubicBezTo>
                    <a:pt x="8406" y="28784"/>
                    <a:pt x="8514" y="28790"/>
                    <a:pt x="8630" y="28790"/>
                  </a:cubicBezTo>
                  <a:cubicBezTo>
                    <a:pt x="9464" y="28790"/>
                    <a:pt x="10734" y="28469"/>
                    <a:pt x="11202" y="28321"/>
                  </a:cubicBezTo>
                  <a:cubicBezTo>
                    <a:pt x="11371" y="28742"/>
                    <a:pt x="11539" y="29163"/>
                    <a:pt x="11680" y="29556"/>
                  </a:cubicBezTo>
                  <a:cubicBezTo>
                    <a:pt x="11764" y="29837"/>
                    <a:pt x="11848" y="30118"/>
                    <a:pt x="11932" y="30398"/>
                  </a:cubicBezTo>
                  <a:cubicBezTo>
                    <a:pt x="12017" y="30679"/>
                    <a:pt x="12101" y="30960"/>
                    <a:pt x="12157" y="31241"/>
                  </a:cubicBezTo>
                  <a:cubicBezTo>
                    <a:pt x="12297" y="31774"/>
                    <a:pt x="12438" y="32336"/>
                    <a:pt x="12550" y="32841"/>
                  </a:cubicBezTo>
                  <a:cubicBezTo>
                    <a:pt x="12634" y="33206"/>
                    <a:pt x="12690" y="33571"/>
                    <a:pt x="12775" y="33936"/>
                  </a:cubicBezTo>
                  <a:cubicBezTo>
                    <a:pt x="12578" y="33515"/>
                    <a:pt x="12213" y="32757"/>
                    <a:pt x="12185" y="32700"/>
                  </a:cubicBezTo>
                  <a:cubicBezTo>
                    <a:pt x="11624" y="31833"/>
                    <a:pt x="10159" y="30525"/>
                    <a:pt x="8990" y="30525"/>
                  </a:cubicBezTo>
                  <a:cubicBezTo>
                    <a:pt x="8872" y="30525"/>
                    <a:pt x="8758" y="30539"/>
                    <a:pt x="8648" y="30567"/>
                  </a:cubicBezTo>
                  <a:cubicBezTo>
                    <a:pt x="7777" y="30791"/>
                    <a:pt x="7384" y="31746"/>
                    <a:pt x="7665" y="32560"/>
                  </a:cubicBezTo>
                  <a:cubicBezTo>
                    <a:pt x="7974" y="33402"/>
                    <a:pt x="8928" y="33936"/>
                    <a:pt x="9743" y="34160"/>
                  </a:cubicBezTo>
                  <a:cubicBezTo>
                    <a:pt x="10047" y="34259"/>
                    <a:pt x="10487" y="34292"/>
                    <a:pt x="10940" y="34292"/>
                  </a:cubicBezTo>
                  <a:cubicBezTo>
                    <a:pt x="11780" y="34292"/>
                    <a:pt x="12667" y="34179"/>
                    <a:pt x="12831" y="34160"/>
                  </a:cubicBezTo>
                  <a:cubicBezTo>
                    <a:pt x="12943" y="34750"/>
                    <a:pt x="13055" y="35311"/>
                    <a:pt x="13140" y="35873"/>
                  </a:cubicBezTo>
                  <a:cubicBezTo>
                    <a:pt x="13476" y="37726"/>
                    <a:pt x="13673" y="39298"/>
                    <a:pt x="13785" y="40393"/>
                  </a:cubicBezTo>
                  <a:cubicBezTo>
                    <a:pt x="13813" y="40590"/>
                    <a:pt x="13841" y="40758"/>
                    <a:pt x="13870" y="40926"/>
                  </a:cubicBezTo>
                  <a:lnTo>
                    <a:pt x="10079" y="40926"/>
                  </a:lnTo>
                  <a:lnTo>
                    <a:pt x="11455" y="67934"/>
                  </a:lnTo>
                  <a:lnTo>
                    <a:pt x="17912" y="67934"/>
                  </a:lnTo>
                  <a:lnTo>
                    <a:pt x="19288" y="40926"/>
                  </a:lnTo>
                  <a:lnTo>
                    <a:pt x="15751" y="40926"/>
                  </a:lnTo>
                  <a:cubicBezTo>
                    <a:pt x="15779" y="40870"/>
                    <a:pt x="15807" y="40814"/>
                    <a:pt x="15835" y="40758"/>
                  </a:cubicBezTo>
                  <a:cubicBezTo>
                    <a:pt x="16312" y="39747"/>
                    <a:pt x="16986" y="38315"/>
                    <a:pt x="17716" y="36547"/>
                  </a:cubicBezTo>
                  <a:cubicBezTo>
                    <a:pt x="17940" y="35985"/>
                    <a:pt x="18193" y="35368"/>
                    <a:pt x="18418" y="34750"/>
                  </a:cubicBezTo>
                  <a:cubicBezTo>
                    <a:pt x="18620" y="34795"/>
                    <a:pt x="19909" y="35057"/>
                    <a:pt x="20874" y="35057"/>
                  </a:cubicBezTo>
                  <a:cubicBezTo>
                    <a:pt x="21111" y="35057"/>
                    <a:pt x="21329" y="35041"/>
                    <a:pt x="21506" y="35003"/>
                  </a:cubicBezTo>
                  <a:cubicBezTo>
                    <a:pt x="22320" y="34806"/>
                    <a:pt x="23303" y="34329"/>
                    <a:pt x="23668" y="33543"/>
                  </a:cubicBezTo>
                  <a:cubicBezTo>
                    <a:pt x="24033" y="32729"/>
                    <a:pt x="23724" y="31774"/>
                    <a:pt x="22853" y="31465"/>
                  </a:cubicBezTo>
                  <a:cubicBezTo>
                    <a:pt x="22709" y="31417"/>
                    <a:pt x="22555" y="31395"/>
                    <a:pt x="22395" y="31395"/>
                  </a:cubicBezTo>
                  <a:cubicBezTo>
                    <a:pt x="21245" y="31395"/>
                    <a:pt x="19767" y="32530"/>
                    <a:pt x="19176" y="33318"/>
                  </a:cubicBezTo>
                  <a:cubicBezTo>
                    <a:pt x="19148" y="33374"/>
                    <a:pt x="18783" y="34020"/>
                    <a:pt x="18558" y="34413"/>
                  </a:cubicBezTo>
                  <a:cubicBezTo>
                    <a:pt x="18642" y="34160"/>
                    <a:pt x="18726" y="33908"/>
                    <a:pt x="18839" y="33655"/>
                  </a:cubicBezTo>
                  <a:cubicBezTo>
                    <a:pt x="19035" y="33122"/>
                    <a:pt x="19204" y="32616"/>
                    <a:pt x="19400" y="32055"/>
                  </a:cubicBezTo>
                  <a:cubicBezTo>
                    <a:pt x="19484" y="31774"/>
                    <a:pt x="19569" y="31493"/>
                    <a:pt x="19653" y="31213"/>
                  </a:cubicBezTo>
                  <a:cubicBezTo>
                    <a:pt x="19737" y="30932"/>
                    <a:pt x="19793" y="30623"/>
                    <a:pt x="19878" y="30342"/>
                  </a:cubicBezTo>
                  <a:cubicBezTo>
                    <a:pt x="20018" y="29668"/>
                    <a:pt x="20158" y="28967"/>
                    <a:pt x="20271" y="28237"/>
                  </a:cubicBezTo>
                  <a:cubicBezTo>
                    <a:pt x="20699" y="28397"/>
                    <a:pt x="22197" y="28914"/>
                    <a:pt x="23066" y="28914"/>
                  </a:cubicBezTo>
                  <a:cubicBezTo>
                    <a:pt x="23109" y="28914"/>
                    <a:pt x="23151" y="28913"/>
                    <a:pt x="23190" y="28910"/>
                  </a:cubicBezTo>
                  <a:cubicBezTo>
                    <a:pt x="24033" y="28854"/>
                    <a:pt x="25071" y="28545"/>
                    <a:pt x="25577" y="27815"/>
                  </a:cubicBezTo>
                  <a:cubicBezTo>
                    <a:pt x="26054" y="27086"/>
                    <a:pt x="25886" y="26075"/>
                    <a:pt x="25071" y="25654"/>
                  </a:cubicBezTo>
                  <a:cubicBezTo>
                    <a:pt x="24845" y="25535"/>
                    <a:pt x="24583" y="25483"/>
                    <a:pt x="24302" y="25483"/>
                  </a:cubicBezTo>
                  <a:cubicBezTo>
                    <a:pt x="23192" y="25483"/>
                    <a:pt x="21791" y="26290"/>
                    <a:pt x="21141" y="26917"/>
                  </a:cubicBezTo>
                  <a:cubicBezTo>
                    <a:pt x="21085" y="26973"/>
                    <a:pt x="20579" y="27619"/>
                    <a:pt x="20327" y="27956"/>
                  </a:cubicBezTo>
                  <a:cubicBezTo>
                    <a:pt x="20383" y="27535"/>
                    <a:pt x="20439" y="27114"/>
                    <a:pt x="20495" y="26692"/>
                  </a:cubicBezTo>
                  <a:cubicBezTo>
                    <a:pt x="20664" y="25429"/>
                    <a:pt x="20776" y="24166"/>
                    <a:pt x="20888" y="22902"/>
                  </a:cubicBezTo>
                  <a:cubicBezTo>
                    <a:pt x="20944" y="22509"/>
                    <a:pt x="20972" y="22116"/>
                    <a:pt x="21029" y="21751"/>
                  </a:cubicBezTo>
                  <a:cubicBezTo>
                    <a:pt x="21164" y="21805"/>
                    <a:pt x="22960" y="22456"/>
                    <a:pt x="23922" y="22456"/>
                  </a:cubicBezTo>
                  <a:cubicBezTo>
                    <a:pt x="23960" y="22456"/>
                    <a:pt x="23997" y="22455"/>
                    <a:pt x="24033" y="22453"/>
                  </a:cubicBezTo>
                  <a:cubicBezTo>
                    <a:pt x="24875" y="22397"/>
                    <a:pt x="25942" y="22088"/>
                    <a:pt x="26419" y="21330"/>
                  </a:cubicBezTo>
                  <a:cubicBezTo>
                    <a:pt x="26896" y="20600"/>
                    <a:pt x="26728" y="19590"/>
                    <a:pt x="25914" y="19168"/>
                  </a:cubicBezTo>
                  <a:cubicBezTo>
                    <a:pt x="25695" y="19059"/>
                    <a:pt x="25444" y="19012"/>
                    <a:pt x="25174" y="19012"/>
                  </a:cubicBezTo>
                  <a:cubicBezTo>
                    <a:pt x="24059" y="19012"/>
                    <a:pt x="22639" y="19827"/>
                    <a:pt x="21983" y="20460"/>
                  </a:cubicBezTo>
                  <a:cubicBezTo>
                    <a:pt x="21927" y="20516"/>
                    <a:pt x="21197" y="21443"/>
                    <a:pt x="21029" y="21667"/>
                  </a:cubicBezTo>
                  <a:cubicBezTo>
                    <a:pt x="21113" y="20825"/>
                    <a:pt x="21225" y="19983"/>
                    <a:pt x="21337" y="19140"/>
                  </a:cubicBezTo>
                  <a:cubicBezTo>
                    <a:pt x="21534" y="17989"/>
                    <a:pt x="21759" y="16894"/>
                    <a:pt x="22067" y="15828"/>
                  </a:cubicBezTo>
                  <a:cubicBezTo>
                    <a:pt x="22147" y="15854"/>
                    <a:pt x="23941" y="16536"/>
                    <a:pt x="24941" y="16536"/>
                  </a:cubicBezTo>
                  <a:cubicBezTo>
                    <a:pt x="24996" y="16536"/>
                    <a:pt x="25049" y="16534"/>
                    <a:pt x="25099" y="16529"/>
                  </a:cubicBezTo>
                  <a:cubicBezTo>
                    <a:pt x="25942" y="16473"/>
                    <a:pt x="27009" y="16164"/>
                    <a:pt x="27486" y="15435"/>
                  </a:cubicBezTo>
                  <a:cubicBezTo>
                    <a:pt x="27963" y="14705"/>
                    <a:pt x="27795" y="13666"/>
                    <a:pt x="26980" y="13273"/>
                  </a:cubicBezTo>
                  <a:cubicBezTo>
                    <a:pt x="26754" y="13154"/>
                    <a:pt x="26492" y="13102"/>
                    <a:pt x="26211" y="13102"/>
                  </a:cubicBezTo>
                  <a:cubicBezTo>
                    <a:pt x="25101" y="13102"/>
                    <a:pt x="23700" y="13909"/>
                    <a:pt x="23050" y="14536"/>
                  </a:cubicBezTo>
                  <a:cubicBezTo>
                    <a:pt x="22994" y="14592"/>
                    <a:pt x="22208" y="15575"/>
                    <a:pt x="22095" y="15771"/>
                  </a:cubicBezTo>
                  <a:cubicBezTo>
                    <a:pt x="22095" y="15715"/>
                    <a:pt x="22123" y="15631"/>
                    <a:pt x="22123" y="15575"/>
                  </a:cubicBezTo>
                  <a:cubicBezTo>
                    <a:pt x="22488" y="14452"/>
                    <a:pt x="22966" y="13385"/>
                    <a:pt x="23443" y="12431"/>
                  </a:cubicBezTo>
                  <a:cubicBezTo>
                    <a:pt x="23724" y="11869"/>
                    <a:pt x="24033" y="11364"/>
                    <a:pt x="24341" y="10858"/>
                  </a:cubicBezTo>
                  <a:cubicBezTo>
                    <a:pt x="24706" y="11027"/>
                    <a:pt x="26363" y="11841"/>
                    <a:pt x="27233" y="11869"/>
                  </a:cubicBezTo>
                  <a:cubicBezTo>
                    <a:pt x="27284" y="11871"/>
                    <a:pt x="27336" y="11872"/>
                    <a:pt x="27388" y="11872"/>
                  </a:cubicBezTo>
                  <a:cubicBezTo>
                    <a:pt x="28202" y="11872"/>
                    <a:pt x="29176" y="11660"/>
                    <a:pt x="29704" y="11027"/>
                  </a:cubicBezTo>
                  <a:cubicBezTo>
                    <a:pt x="30265" y="10353"/>
                    <a:pt x="30209" y="9314"/>
                    <a:pt x="29451" y="8809"/>
                  </a:cubicBezTo>
                  <a:cubicBezTo>
                    <a:pt x="29170" y="8631"/>
                    <a:pt x="28816" y="8557"/>
                    <a:pt x="28431" y="8557"/>
                  </a:cubicBezTo>
                  <a:cubicBezTo>
                    <a:pt x="27359" y="8557"/>
                    <a:pt x="26049" y="9134"/>
                    <a:pt x="25408" y="9651"/>
                  </a:cubicBezTo>
                  <a:cubicBezTo>
                    <a:pt x="25352" y="9707"/>
                    <a:pt x="24903" y="10156"/>
                    <a:pt x="24594" y="10465"/>
                  </a:cubicBezTo>
                  <a:cubicBezTo>
                    <a:pt x="24734" y="10241"/>
                    <a:pt x="24875" y="10016"/>
                    <a:pt x="25015" y="9791"/>
                  </a:cubicBezTo>
                  <a:cubicBezTo>
                    <a:pt x="25549" y="9005"/>
                    <a:pt x="26082" y="8304"/>
                    <a:pt x="26559" y="7714"/>
                  </a:cubicBezTo>
                  <a:cubicBezTo>
                    <a:pt x="26840" y="7349"/>
                    <a:pt x="27093" y="7040"/>
                    <a:pt x="27317" y="6759"/>
                  </a:cubicBezTo>
                  <a:cubicBezTo>
                    <a:pt x="27767" y="6759"/>
                    <a:pt x="29535" y="6703"/>
                    <a:pt x="30321" y="6338"/>
                  </a:cubicBezTo>
                  <a:cubicBezTo>
                    <a:pt x="31079" y="5973"/>
                    <a:pt x="31950" y="5328"/>
                    <a:pt x="32146" y="4457"/>
                  </a:cubicBezTo>
                  <a:cubicBezTo>
                    <a:pt x="32315" y="3587"/>
                    <a:pt x="31809" y="2717"/>
                    <a:pt x="30883" y="2604"/>
                  </a:cubicBezTo>
                  <a:cubicBezTo>
                    <a:pt x="30844" y="2601"/>
                    <a:pt x="30805" y="2599"/>
                    <a:pt x="30766" y="2599"/>
                  </a:cubicBezTo>
                  <a:cubicBezTo>
                    <a:pt x="29555" y="2599"/>
                    <a:pt x="28145" y="4236"/>
                    <a:pt x="27710" y="5215"/>
                  </a:cubicBezTo>
                  <a:cubicBezTo>
                    <a:pt x="27654" y="5300"/>
                    <a:pt x="27205" y="6759"/>
                    <a:pt x="27233" y="6759"/>
                  </a:cubicBezTo>
                  <a:lnTo>
                    <a:pt x="27261" y="6759"/>
                  </a:lnTo>
                  <a:cubicBezTo>
                    <a:pt x="27009" y="7040"/>
                    <a:pt x="26756" y="7321"/>
                    <a:pt x="26503" y="7658"/>
                  </a:cubicBezTo>
                  <a:cubicBezTo>
                    <a:pt x="25998" y="8247"/>
                    <a:pt x="25464" y="8949"/>
                    <a:pt x="24903" y="9735"/>
                  </a:cubicBezTo>
                  <a:cubicBezTo>
                    <a:pt x="24369" y="10493"/>
                    <a:pt x="23780" y="11364"/>
                    <a:pt x="23275" y="12346"/>
                  </a:cubicBezTo>
                  <a:cubicBezTo>
                    <a:pt x="22741" y="13301"/>
                    <a:pt x="22236" y="14340"/>
                    <a:pt x="21871" y="15491"/>
                  </a:cubicBezTo>
                  <a:lnTo>
                    <a:pt x="21843" y="15547"/>
                  </a:lnTo>
                  <a:cubicBezTo>
                    <a:pt x="21871" y="15154"/>
                    <a:pt x="21843" y="14143"/>
                    <a:pt x="21843" y="14059"/>
                  </a:cubicBezTo>
                  <a:cubicBezTo>
                    <a:pt x="21702" y="12936"/>
                    <a:pt x="20748" y="10858"/>
                    <a:pt x="19513" y="10634"/>
                  </a:cubicBezTo>
                  <a:cubicBezTo>
                    <a:pt x="19422" y="10617"/>
                    <a:pt x="19333" y="10609"/>
                    <a:pt x="19246" y="10609"/>
                  </a:cubicBezTo>
                  <a:cubicBezTo>
                    <a:pt x="18473" y="10609"/>
                    <a:pt x="17876" y="11255"/>
                    <a:pt x="17800" y="12037"/>
                  </a:cubicBezTo>
                  <a:cubicBezTo>
                    <a:pt x="17716" y="12936"/>
                    <a:pt x="18361" y="13806"/>
                    <a:pt x="19007" y="14368"/>
                  </a:cubicBezTo>
                  <a:cubicBezTo>
                    <a:pt x="19709" y="15013"/>
                    <a:pt x="21674" y="15631"/>
                    <a:pt x="21815" y="15659"/>
                  </a:cubicBezTo>
                  <a:cubicBezTo>
                    <a:pt x="21478" y="16754"/>
                    <a:pt x="21197" y="17905"/>
                    <a:pt x="21001" y="19084"/>
                  </a:cubicBezTo>
                  <a:cubicBezTo>
                    <a:pt x="20860" y="19758"/>
                    <a:pt x="20776" y="20432"/>
                    <a:pt x="20692" y="21134"/>
                  </a:cubicBezTo>
                  <a:cubicBezTo>
                    <a:pt x="20664" y="20797"/>
                    <a:pt x="20664" y="20516"/>
                    <a:pt x="20664" y="20488"/>
                  </a:cubicBezTo>
                  <a:cubicBezTo>
                    <a:pt x="20523" y="19365"/>
                    <a:pt x="19597" y="17287"/>
                    <a:pt x="18333" y="17063"/>
                  </a:cubicBezTo>
                  <a:cubicBezTo>
                    <a:pt x="18246" y="17046"/>
                    <a:pt x="18159" y="17038"/>
                    <a:pt x="18074" y="17038"/>
                  </a:cubicBezTo>
                  <a:cubicBezTo>
                    <a:pt x="17317" y="17038"/>
                    <a:pt x="16697" y="17684"/>
                    <a:pt x="16621" y="18467"/>
                  </a:cubicBezTo>
                  <a:cubicBezTo>
                    <a:pt x="16565" y="19365"/>
                    <a:pt x="17210" y="20235"/>
                    <a:pt x="17828" y="20797"/>
                  </a:cubicBezTo>
                  <a:cubicBezTo>
                    <a:pt x="18446" y="21358"/>
                    <a:pt x="20130" y="21920"/>
                    <a:pt x="20551" y="22060"/>
                  </a:cubicBezTo>
                  <a:cubicBezTo>
                    <a:pt x="20523" y="22341"/>
                    <a:pt x="20495" y="22594"/>
                    <a:pt x="20467" y="22846"/>
                  </a:cubicBezTo>
                  <a:cubicBezTo>
                    <a:pt x="20299" y="24110"/>
                    <a:pt x="20158" y="25373"/>
                    <a:pt x="19990" y="26608"/>
                  </a:cubicBezTo>
                  <a:cubicBezTo>
                    <a:pt x="19934" y="27057"/>
                    <a:pt x="19849" y="27479"/>
                    <a:pt x="19765" y="27900"/>
                  </a:cubicBezTo>
                  <a:cubicBezTo>
                    <a:pt x="19765" y="27619"/>
                    <a:pt x="19765" y="27366"/>
                    <a:pt x="19765" y="27338"/>
                  </a:cubicBezTo>
                  <a:cubicBezTo>
                    <a:pt x="19597" y="26215"/>
                    <a:pt x="18670" y="24166"/>
                    <a:pt x="17435" y="23941"/>
                  </a:cubicBezTo>
                  <a:cubicBezTo>
                    <a:pt x="17344" y="23924"/>
                    <a:pt x="17255" y="23916"/>
                    <a:pt x="17168" y="23916"/>
                  </a:cubicBezTo>
                  <a:cubicBezTo>
                    <a:pt x="16391" y="23916"/>
                    <a:pt x="15773" y="24560"/>
                    <a:pt x="15722" y="25317"/>
                  </a:cubicBezTo>
                  <a:cubicBezTo>
                    <a:pt x="15638" y="26215"/>
                    <a:pt x="16284" y="27114"/>
                    <a:pt x="16902" y="27647"/>
                  </a:cubicBezTo>
                  <a:cubicBezTo>
                    <a:pt x="17519" y="28209"/>
                    <a:pt x="19035" y="28714"/>
                    <a:pt x="19569" y="28910"/>
                  </a:cubicBezTo>
                  <a:cubicBezTo>
                    <a:pt x="19484" y="29332"/>
                    <a:pt x="19400" y="29753"/>
                    <a:pt x="19288" y="30174"/>
                  </a:cubicBezTo>
                  <a:cubicBezTo>
                    <a:pt x="19204" y="30455"/>
                    <a:pt x="19148" y="30735"/>
                    <a:pt x="19035" y="31016"/>
                  </a:cubicBezTo>
                  <a:cubicBezTo>
                    <a:pt x="18951" y="31297"/>
                    <a:pt x="18867" y="31578"/>
                    <a:pt x="18783" y="31858"/>
                  </a:cubicBezTo>
                  <a:cubicBezTo>
                    <a:pt x="18586" y="32364"/>
                    <a:pt x="18390" y="32897"/>
                    <a:pt x="18193" y="33402"/>
                  </a:cubicBezTo>
                  <a:cubicBezTo>
                    <a:pt x="18053" y="33767"/>
                    <a:pt x="17940" y="34104"/>
                    <a:pt x="17800" y="34413"/>
                  </a:cubicBezTo>
                  <a:cubicBezTo>
                    <a:pt x="17856" y="33992"/>
                    <a:pt x="17968" y="33150"/>
                    <a:pt x="17968" y="33065"/>
                  </a:cubicBezTo>
                  <a:cubicBezTo>
                    <a:pt x="17997" y="32336"/>
                    <a:pt x="17744" y="31100"/>
                    <a:pt x="17210" y="30258"/>
                  </a:cubicBezTo>
                  <a:cubicBezTo>
                    <a:pt x="17210" y="30146"/>
                    <a:pt x="17210" y="30033"/>
                    <a:pt x="17182" y="29921"/>
                  </a:cubicBezTo>
                  <a:cubicBezTo>
                    <a:pt x="17061" y="29194"/>
                    <a:pt x="16437" y="28613"/>
                    <a:pt x="15708" y="28613"/>
                  </a:cubicBezTo>
                  <a:cubicBezTo>
                    <a:pt x="15594" y="28613"/>
                    <a:pt x="15476" y="28627"/>
                    <a:pt x="15357" y="28658"/>
                  </a:cubicBezTo>
                  <a:cubicBezTo>
                    <a:pt x="14150" y="28995"/>
                    <a:pt x="13364" y="31128"/>
                    <a:pt x="13308" y="32251"/>
                  </a:cubicBezTo>
                  <a:cubicBezTo>
                    <a:pt x="13308" y="32307"/>
                    <a:pt x="13364" y="33037"/>
                    <a:pt x="13392" y="33487"/>
                  </a:cubicBezTo>
                  <a:cubicBezTo>
                    <a:pt x="13336" y="33234"/>
                    <a:pt x="13280" y="32981"/>
                    <a:pt x="13196" y="32700"/>
                  </a:cubicBezTo>
                  <a:cubicBezTo>
                    <a:pt x="13083" y="32167"/>
                    <a:pt x="12943" y="31634"/>
                    <a:pt x="12775" y="31044"/>
                  </a:cubicBezTo>
                  <a:cubicBezTo>
                    <a:pt x="12690" y="30791"/>
                    <a:pt x="12606" y="30511"/>
                    <a:pt x="12522" y="30230"/>
                  </a:cubicBezTo>
                  <a:cubicBezTo>
                    <a:pt x="12466" y="29949"/>
                    <a:pt x="12325" y="29668"/>
                    <a:pt x="12241" y="29360"/>
                  </a:cubicBezTo>
                  <a:cubicBezTo>
                    <a:pt x="11989" y="28714"/>
                    <a:pt x="11708" y="28068"/>
                    <a:pt x="11427" y="27394"/>
                  </a:cubicBezTo>
                  <a:cubicBezTo>
                    <a:pt x="11904" y="27282"/>
                    <a:pt x="13561" y="26861"/>
                    <a:pt x="14234" y="26356"/>
                  </a:cubicBezTo>
                  <a:cubicBezTo>
                    <a:pt x="14908" y="25850"/>
                    <a:pt x="15610" y="25008"/>
                    <a:pt x="15610" y="24110"/>
                  </a:cubicBezTo>
                  <a:cubicBezTo>
                    <a:pt x="15584" y="23297"/>
                    <a:pt x="14995" y="22583"/>
                    <a:pt x="14163" y="22583"/>
                  </a:cubicBezTo>
                  <a:cubicBezTo>
                    <a:pt x="14104" y="22583"/>
                    <a:pt x="14043" y="22586"/>
                    <a:pt x="13982" y="22594"/>
                  </a:cubicBezTo>
                  <a:cubicBezTo>
                    <a:pt x="12747" y="22734"/>
                    <a:pt x="11652" y="24727"/>
                    <a:pt x="11427" y="25822"/>
                  </a:cubicBezTo>
                  <a:cubicBezTo>
                    <a:pt x="11427" y="25878"/>
                    <a:pt x="11343" y="26692"/>
                    <a:pt x="11315" y="27142"/>
                  </a:cubicBezTo>
                  <a:cubicBezTo>
                    <a:pt x="11118" y="26749"/>
                    <a:pt x="10950" y="26356"/>
                    <a:pt x="10753" y="25963"/>
                  </a:cubicBezTo>
                  <a:cubicBezTo>
                    <a:pt x="10192" y="24840"/>
                    <a:pt x="9602" y="23717"/>
                    <a:pt x="9013" y="22594"/>
                  </a:cubicBezTo>
                  <a:cubicBezTo>
                    <a:pt x="8816" y="22257"/>
                    <a:pt x="8648" y="21920"/>
                    <a:pt x="8451" y="21555"/>
                  </a:cubicBezTo>
                  <a:cubicBezTo>
                    <a:pt x="8620" y="21527"/>
                    <a:pt x="10613" y="21078"/>
                    <a:pt x="11371" y="20488"/>
                  </a:cubicBezTo>
                  <a:cubicBezTo>
                    <a:pt x="12045" y="19983"/>
                    <a:pt x="12747" y="19140"/>
                    <a:pt x="12747" y="18242"/>
                  </a:cubicBezTo>
                  <a:cubicBezTo>
                    <a:pt x="12747" y="17418"/>
                    <a:pt x="12117" y="16719"/>
                    <a:pt x="11263" y="16719"/>
                  </a:cubicBezTo>
                  <a:cubicBezTo>
                    <a:pt x="11216" y="16719"/>
                    <a:pt x="11167" y="16722"/>
                    <a:pt x="11118" y="16726"/>
                  </a:cubicBezTo>
                  <a:cubicBezTo>
                    <a:pt x="9883" y="16866"/>
                    <a:pt x="8788" y="18860"/>
                    <a:pt x="8563" y="19955"/>
                  </a:cubicBezTo>
                  <a:cubicBezTo>
                    <a:pt x="8535" y="20039"/>
                    <a:pt x="8451" y="21218"/>
                    <a:pt x="8423" y="21499"/>
                  </a:cubicBezTo>
                  <a:cubicBezTo>
                    <a:pt x="8030" y="20741"/>
                    <a:pt x="7637" y="19983"/>
                    <a:pt x="7300" y="19225"/>
                  </a:cubicBezTo>
                  <a:cubicBezTo>
                    <a:pt x="6823" y="18158"/>
                    <a:pt x="6402" y="17091"/>
                    <a:pt x="6065" y="16052"/>
                  </a:cubicBezTo>
                  <a:cubicBezTo>
                    <a:pt x="6149" y="16024"/>
                    <a:pt x="8226" y="15547"/>
                    <a:pt x="9013" y="14957"/>
                  </a:cubicBezTo>
                  <a:cubicBezTo>
                    <a:pt x="9658" y="14452"/>
                    <a:pt x="10360" y="13610"/>
                    <a:pt x="10360" y="12739"/>
                  </a:cubicBezTo>
                  <a:cubicBezTo>
                    <a:pt x="10360" y="11914"/>
                    <a:pt x="9728" y="11189"/>
                    <a:pt x="8896" y="11189"/>
                  </a:cubicBezTo>
                  <a:cubicBezTo>
                    <a:pt x="8851" y="11189"/>
                    <a:pt x="8806" y="11191"/>
                    <a:pt x="8760" y="11195"/>
                  </a:cubicBezTo>
                  <a:cubicBezTo>
                    <a:pt x="7497" y="11336"/>
                    <a:pt x="6430" y="13329"/>
                    <a:pt x="6177" y="14424"/>
                  </a:cubicBezTo>
                  <a:cubicBezTo>
                    <a:pt x="6177" y="14508"/>
                    <a:pt x="6065" y="15771"/>
                    <a:pt x="6065" y="15996"/>
                  </a:cubicBezTo>
                  <a:cubicBezTo>
                    <a:pt x="6037" y="15940"/>
                    <a:pt x="6009" y="15884"/>
                    <a:pt x="5981" y="15799"/>
                  </a:cubicBezTo>
                  <a:cubicBezTo>
                    <a:pt x="5644" y="14677"/>
                    <a:pt x="5475" y="13525"/>
                    <a:pt x="5363" y="12459"/>
                  </a:cubicBezTo>
                  <a:cubicBezTo>
                    <a:pt x="5279" y="11841"/>
                    <a:pt x="5251" y="11223"/>
                    <a:pt x="5223" y="10662"/>
                  </a:cubicBezTo>
                  <a:cubicBezTo>
                    <a:pt x="5644" y="10606"/>
                    <a:pt x="7440" y="10353"/>
                    <a:pt x="8198" y="9904"/>
                  </a:cubicBezTo>
                  <a:cubicBezTo>
                    <a:pt x="8900" y="9483"/>
                    <a:pt x="9714" y="8725"/>
                    <a:pt x="9799" y="7826"/>
                  </a:cubicBezTo>
                  <a:cubicBezTo>
                    <a:pt x="9883" y="6956"/>
                    <a:pt x="9265" y="6142"/>
                    <a:pt x="8367" y="6142"/>
                  </a:cubicBezTo>
                  <a:cubicBezTo>
                    <a:pt x="7104" y="6142"/>
                    <a:pt x="5812" y="7995"/>
                    <a:pt x="5447" y="9062"/>
                  </a:cubicBezTo>
                  <a:cubicBezTo>
                    <a:pt x="5447" y="9118"/>
                    <a:pt x="5307" y="9735"/>
                    <a:pt x="5223" y="10185"/>
                  </a:cubicBezTo>
                  <a:cubicBezTo>
                    <a:pt x="5223" y="9932"/>
                    <a:pt x="5223" y="9651"/>
                    <a:pt x="5223" y="9398"/>
                  </a:cubicBezTo>
                  <a:cubicBezTo>
                    <a:pt x="5223" y="8444"/>
                    <a:pt x="5279" y="7574"/>
                    <a:pt x="5335" y="6787"/>
                  </a:cubicBezTo>
                  <a:cubicBezTo>
                    <a:pt x="5363" y="6366"/>
                    <a:pt x="5419" y="5973"/>
                    <a:pt x="5447" y="5608"/>
                  </a:cubicBezTo>
                  <a:cubicBezTo>
                    <a:pt x="5812" y="5356"/>
                    <a:pt x="7272" y="4317"/>
                    <a:pt x="7721" y="3587"/>
                  </a:cubicBezTo>
                  <a:cubicBezTo>
                    <a:pt x="8170" y="2857"/>
                    <a:pt x="8535" y="1818"/>
                    <a:pt x="8198" y="1004"/>
                  </a:cubicBezTo>
                  <a:cubicBezTo>
                    <a:pt x="7970" y="403"/>
                    <a:pt x="7406" y="1"/>
                    <a:pt x="67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4156;p64">
              <a:extLst>
                <a:ext uri="{FF2B5EF4-FFF2-40B4-BE49-F238E27FC236}">
                  <a16:creationId xmlns:a16="http://schemas.microsoft.com/office/drawing/2014/main" id="{65DCD811-A150-3867-7993-587AFC59444F}"/>
                </a:ext>
              </a:extLst>
            </p:cNvPr>
            <p:cNvSpPr/>
            <p:nvPr/>
          </p:nvSpPr>
          <p:spPr>
            <a:xfrm>
              <a:off x="2360625" y="3503225"/>
              <a:ext cx="95475" cy="140375"/>
            </a:xfrm>
            <a:custGeom>
              <a:avLst/>
              <a:gdLst/>
              <a:ahLst/>
              <a:cxnLst/>
              <a:rect l="l" t="t" r="r" b="b"/>
              <a:pathLst>
                <a:path w="3819" h="5615" extrusionOk="0">
                  <a:moveTo>
                    <a:pt x="1726" y="0"/>
                  </a:moveTo>
                  <a:cubicBezTo>
                    <a:pt x="1103" y="0"/>
                    <a:pt x="522" y="423"/>
                    <a:pt x="309" y="1039"/>
                  </a:cubicBezTo>
                  <a:cubicBezTo>
                    <a:pt x="1" y="1881"/>
                    <a:pt x="366" y="2891"/>
                    <a:pt x="843" y="3593"/>
                  </a:cubicBezTo>
                  <a:cubicBezTo>
                    <a:pt x="1376" y="4436"/>
                    <a:pt x="3229" y="5615"/>
                    <a:pt x="3229" y="5615"/>
                  </a:cubicBezTo>
                  <a:cubicBezTo>
                    <a:pt x="3257" y="5615"/>
                    <a:pt x="3650" y="4127"/>
                    <a:pt x="3650" y="4043"/>
                  </a:cubicBezTo>
                  <a:cubicBezTo>
                    <a:pt x="3819" y="2920"/>
                    <a:pt x="3454" y="674"/>
                    <a:pt x="2331" y="140"/>
                  </a:cubicBezTo>
                  <a:cubicBezTo>
                    <a:pt x="2132" y="44"/>
                    <a:pt x="1927" y="0"/>
                    <a:pt x="17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4157;p64">
              <a:extLst>
                <a:ext uri="{FF2B5EF4-FFF2-40B4-BE49-F238E27FC236}">
                  <a16:creationId xmlns:a16="http://schemas.microsoft.com/office/drawing/2014/main" id="{D198E35E-E451-8657-A8C0-DC0A82D6B816}"/>
                </a:ext>
              </a:extLst>
            </p:cNvPr>
            <p:cNvSpPr/>
            <p:nvPr/>
          </p:nvSpPr>
          <p:spPr>
            <a:xfrm>
              <a:off x="3864725" y="5031175"/>
              <a:ext cx="1179875" cy="346750"/>
            </a:xfrm>
            <a:custGeom>
              <a:avLst/>
              <a:gdLst/>
              <a:ahLst/>
              <a:cxnLst/>
              <a:rect l="l" t="t" r="r" b="b"/>
              <a:pathLst>
                <a:path w="47195" h="13870" extrusionOk="0">
                  <a:moveTo>
                    <a:pt x="23584" y="1"/>
                  </a:moveTo>
                  <a:cubicBezTo>
                    <a:pt x="10557" y="1"/>
                    <a:pt x="1" y="3117"/>
                    <a:pt x="1" y="6935"/>
                  </a:cubicBezTo>
                  <a:cubicBezTo>
                    <a:pt x="1" y="10753"/>
                    <a:pt x="10557" y="13869"/>
                    <a:pt x="23584" y="13869"/>
                  </a:cubicBezTo>
                  <a:cubicBezTo>
                    <a:pt x="36610" y="13869"/>
                    <a:pt x="47194" y="10753"/>
                    <a:pt x="47194" y="6935"/>
                  </a:cubicBezTo>
                  <a:cubicBezTo>
                    <a:pt x="47194" y="3117"/>
                    <a:pt x="36610" y="1"/>
                    <a:pt x="235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4158;p64">
              <a:extLst>
                <a:ext uri="{FF2B5EF4-FFF2-40B4-BE49-F238E27FC236}">
                  <a16:creationId xmlns:a16="http://schemas.microsoft.com/office/drawing/2014/main" id="{67292AEE-C935-BA4E-156D-6957CA2FB95F}"/>
                </a:ext>
              </a:extLst>
            </p:cNvPr>
            <p:cNvSpPr/>
            <p:nvPr/>
          </p:nvSpPr>
          <p:spPr>
            <a:xfrm>
              <a:off x="3864725" y="5031175"/>
              <a:ext cx="1179875" cy="346750"/>
            </a:xfrm>
            <a:custGeom>
              <a:avLst/>
              <a:gdLst/>
              <a:ahLst/>
              <a:cxnLst/>
              <a:rect l="l" t="t" r="r" b="b"/>
              <a:pathLst>
                <a:path w="47195" h="13870" extrusionOk="0">
                  <a:moveTo>
                    <a:pt x="23584" y="1"/>
                  </a:moveTo>
                  <a:cubicBezTo>
                    <a:pt x="10557" y="1"/>
                    <a:pt x="1" y="3117"/>
                    <a:pt x="1" y="6935"/>
                  </a:cubicBezTo>
                  <a:cubicBezTo>
                    <a:pt x="1" y="10753"/>
                    <a:pt x="10557" y="13869"/>
                    <a:pt x="23584" y="13869"/>
                  </a:cubicBezTo>
                  <a:cubicBezTo>
                    <a:pt x="36610" y="13869"/>
                    <a:pt x="47194" y="10753"/>
                    <a:pt x="47194" y="6935"/>
                  </a:cubicBezTo>
                  <a:cubicBezTo>
                    <a:pt x="47194" y="3117"/>
                    <a:pt x="36610" y="1"/>
                    <a:pt x="2358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4159;p64">
              <a:extLst>
                <a:ext uri="{FF2B5EF4-FFF2-40B4-BE49-F238E27FC236}">
                  <a16:creationId xmlns:a16="http://schemas.microsoft.com/office/drawing/2014/main" id="{CE53DCB5-B53D-F08C-6B65-3A989A4A1923}"/>
                </a:ext>
              </a:extLst>
            </p:cNvPr>
            <p:cNvSpPr/>
            <p:nvPr/>
          </p:nvSpPr>
          <p:spPr>
            <a:xfrm>
              <a:off x="4084425" y="2377175"/>
              <a:ext cx="392350" cy="435425"/>
            </a:xfrm>
            <a:custGeom>
              <a:avLst/>
              <a:gdLst/>
              <a:ahLst/>
              <a:cxnLst/>
              <a:rect l="l" t="t" r="r" b="b"/>
              <a:pathLst>
                <a:path w="15694" h="17417" extrusionOk="0">
                  <a:moveTo>
                    <a:pt x="7946" y="0"/>
                  </a:moveTo>
                  <a:cubicBezTo>
                    <a:pt x="5367" y="0"/>
                    <a:pt x="3225" y="1790"/>
                    <a:pt x="2162" y="2958"/>
                  </a:cubicBezTo>
                  <a:cubicBezTo>
                    <a:pt x="1011" y="4249"/>
                    <a:pt x="1769" y="6748"/>
                    <a:pt x="1657" y="7253"/>
                  </a:cubicBezTo>
                  <a:cubicBezTo>
                    <a:pt x="1516" y="7759"/>
                    <a:pt x="0" y="9415"/>
                    <a:pt x="56" y="9920"/>
                  </a:cubicBezTo>
                  <a:cubicBezTo>
                    <a:pt x="113" y="10426"/>
                    <a:pt x="871" y="10510"/>
                    <a:pt x="871" y="10510"/>
                  </a:cubicBezTo>
                  <a:cubicBezTo>
                    <a:pt x="871" y="10510"/>
                    <a:pt x="1516" y="13486"/>
                    <a:pt x="1909" y="14216"/>
                  </a:cubicBezTo>
                  <a:cubicBezTo>
                    <a:pt x="2274" y="14918"/>
                    <a:pt x="3313" y="15030"/>
                    <a:pt x="3678" y="15030"/>
                  </a:cubicBezTo>
                  <a:cubicBezTo>
                    <a:pt x="4071" y="15030"/>
                    <a:pt x="4464" y="15339"/>
                    <a:pt x="4464" y="15339"/>
                  </a:cubicBezTo>
                  <a:lnTo>
                    <a:pt x="5054" y="17416"/>
                  </a:lnTo>
                  <a:lnTo>
                    <a:pt x="13785" y="15423"/>
                  </a:lnTo>
                  <a:lnTo>
                    <a:pt x="13504" y="12531"/>
                  </a:lnTo>
                  <a:cubicBezTo>
                    <a:pt x="13504" y="12531"/>
                    <a:pt x="15694" y="9668"/>
                    <a:pt x="15497" y="6860"/>
                  </a:cubicBezTo>
                  <a:cubicBezTo>
                    <a:pt x="15301" y="4053"/>
                    <a:pt x="13083" y="2649"/>
                    <a:pt x="13083" y="2649"/>
                  </a:cubicBezTo>
                  <a:cubicBezTo>
                    <a:pt x="13083" y="2649"/>
                    <a:pt x="11483" y="347"/>
                    <a:pt x="8591" y="38"/>
                  </a:cubicBezTo>
                  <a:cubicBezTo>
                    <a:pt x="8373" y="12"/>
                    <a:pt x="8158" y="0"/>
                    <a:pt x="79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4160;p64">
              <a:extLst>
                <a:ext uri="{FF2B5EF4-FFF2-40B4-BE49-F238E27FC236}">
                  <a16:creationId xmlns:a16="http://schemas.microsoft.com/office/drawing/2014/main" id="{491B8693-A477-6886-E3BD-65C3A2E37467}"/>
                </a:ext>
              </a:extLst>
            </p:cNvPr>
            <p:cNvSpPr/>
            <p:nvPr/>
          </p:nvSpPr>
          <p:spPr>
            <a:xfrm>
              <a:off x="4079500" y="2371100"/>
              <a:ext cx="398700" cy="447250"/>
            </a:xfrm>
            <a:custGeom>
              <a:avLst/>
              <a:gdLst/>
              <a:ahLst/>
              <a:cxnLst/>
              <a:rect l="l" t="t" r="r" b="b"/>
              <a:pathLst>
                <a:path w="15948" h="17890" extrusionOk="0">
                  <a:moveTo>
                    <a:pt x="8170" y="477"/>
                  </a:moveTo>
                  <a:cubicBezTo>
                    <a:pt x="8367" y="477"/>
                    <a:pt x="8564" y="477"/>
                    <a:pt x="8788" y="506"/>
                  </a:cubicBezTo>
                  <a:cubicBezTo>
                    <a:pt x="10164" y="674"/>
                    <a:pt x="11231" y="1292"/>
                    <a:pt x="11961" y="1881"/>
                  </a:cubicBezTo>
                  <a:cubicBezTo>
                    <a:pt x="12326" y="2190"/>
                    <a:pt x="12606" y="2471"/>
                    <a:pt x="12803" y="2695"/>
                  </a:cubicBezTo>
                  <a:cubicBezTo>
                    <a:pt x="12887" y="2780"/>
                    <a:pt x="12971" y="2864"/>
                    <a:pt x="12999" y="2948"/>
                  </a:cubicBezTo>
                  <a:lnTo>
                    <a:pt x="13055" y="3004"/>
                  </a:lnTo>
                  <a:lnTo>
                    <a:pt x="13084" y="3032"/>
                  </a:lnTo>
                  <a:lnTo>
                    <a:pt x="13140" y="3088"/>
                  </a:lnTo>
                  <a:lnTo>
                    <a:pt x="13168" y="3116"/>
                  </a:lnTo>
                  <a:cubicBezTo>
                    <a:pt x="13280" y="3173"/>
                    <a:pt x="13813" y="3566"/>
                    <a:pt x="14347" y="4211"/>
                  </a:cubicBezTo>
                  <a:cubicBezTo>
                    <a:pt x="14852" y="4885"/>
                    <a:pt x="15386" y="5868"/>
                    <a:pt x="15470" y="7131"/>
                  </a:cubicBezTo>
                  <a:cubicBezTo>
                    <a:pt x="15470" y="7243"/>
                    <a:pt x="15470" y="7356"/>
                    <a:pt x="15470" y="7468"/>
                  </a:cubicBezTo>
                  <a:cubicBezTo>
                    <a:pt x="15470" y="8760"/>
                    <a:pt x="14993" y="10051"/>
                    <a:pt x="14487" y="11034"/>
                  </a:cubicBezTo>
                  <a:cubicBezTo>
                    <a:pt x="14263" y="11511"/>
                    <a:pt x="14010" y="11932"/>
                    <a:pt x="13842" y="12213"/>
                  </a:cubicBezTo>
                  <a:cubicBezTo>
                    <a:pt x="13729" y="12353"/>
                    <a:pt x="13673" y="12465"/>
                    <a:pt x="13617" y="12522"/>
                  </a:cubicBezTo>
                  <a:lnTo>
                    <a:pt x="13561" y="12606"/>
                  </a:lnTo>
                  <a:lnTo>
                    <a:pt x="13533" y="12634"/>
                  </a:lnTo>
                  <a:cubicBezTo>
                    <a:pt x="13505" y="12690"/>
                    <a:pt x="13477" y="12746"/>
                    <a:pt x="13477" y="12802"/>
                  </a:cubicBezTo>
                  <a:lnTo>
                    <a:pt x="13729" y="15469"/>
                  </a:lnTo>
                  <a:lnTo>
                    <a:pt x="5391" y="17378"/>
                  </a:lnTo>
                  <a:lnTo>
                    <a:pt x="4886" y="15526"/>
                  </a:lnTo>
                  <a:cubicBezTo>
                    <a:pt x="4858" y="15469"/>
                    <a:pt x="4830" y="15413"/>
                    <a:pt x="4801" y="15385"/>
                  </a:cubicBezTo>
                  <a:cubicBezTo>
                    <a:pt x="4773" y="15385"/>
                    <a:pt x="4689" y="15301"/>
                    <a:pt x="4521" y="15217"/>
                  </a:cubicBezTo>
                  <a:cubicBezTo>
                    <a:pt x="4352" y="15132"/>
                    <a:pt x="4128" y="15048"/>
                    <a:pt x="3875" y="15048"/>
                  </a:cubicBezTo>
                  <a:cubicBezTo>
                    <a:pt x="3707" y="15048"/>
                    <a:pt x="3398" y="15020"/>
                    <a:pt x="3061" y="14908"/>
                  </a:cubicBezTo>
                  <a:cubicBezTo>
                    <a:pt x="2752" y="14796"/>
                    <a:pt x="2443" y="14599"/>
                    <a:pt x="2303" y="14346"/>
                  </a:cubicBezTo>
                  <a:cubicBezTo>
                    <a:pt x="2219" y="14178"/>
                    <a:pt x="2106" y="13869"/>
                    <a:pt x="1994" y="13504"/>
                  </a:cubicBezTo>
                  <a:cubicBezTo>
                    <a:pt x="1826" y="12943"/>
                    <a:pt x="1657" y="12241"/>
                    <a:pt x="1517" y="11679"/>
                  </a:cubicBezTo>
                  <a:cubicBezTo>
                    <a:pt x="1404" y="11118"/>
                    <a:pt x="1320" y="10697"/>
                    <a:pt x="1292" y="10697"/>
                  </a:cubicBezTo>
                  <a:cubicBezTo>
                    <a:pt x="1292" y="10584"/>
                    <a:pt x="1208" y="10528"/>
                    <a:pt x="1096" y="10500"/>
                  </a:cubicBezTo>
                  <a:cubicBezTo>
                    <a:pt x="1068" y="10500"/>
                    <a:pt x="899" y="10472"/>
                    <a:pt x="731" y="10416"/>
                  </a:cubicBezTo>
                  <a:cubicBezTo>
                    <a:pt x="675" y="10388"/>
                    <a:pt x="590" y="10332"/>
                    <a:pt x="562" y="10304"/>
                  </a:cubicBezTo>
                  <a:cubicBezTo>
                    <a:pt x="506" y="10247"/>
                    <a:pt x="478" y="10191"/>
                    <a:pt x="478" y="10135"/>
                  </a:cubicBezTo>
                  <a:cubicBezTo>
                    <a:pt x="478" y="10107"/>
                    <a:pt x="478" y="10051"/>
                    <a:pt x="534" y="9967"/>
                  </a:cubicBezTo>
                  <a:cubicBezTo>
                    <a:pt x="646" y="9686"/>
                    <a:pt x="983" y="9181"/>
                    <a:pt x="1320" y="8731"/>
                  </a:cubicBezTo>
                  <a:cubicBezTo>
                    <a:pt x="1489" y="8507"/>
                    <a:pt x="1657" y="8282"/>
                    <a:pt x="1797" y="8086"/>
                  </a:cubicBezTo>
                  <a:cubicBezTo>
                    <a:pt x="1910" y="7889"/>
                    <a:pt x="2022" y="7721"/>
                    <a:pt x="2078" y="7552"/>
                  </a:cubicBezTo>
                  <a:cubicBezTo>
                    <a:pt x="2078" y="7468"/>
                    <a:pt x="2078" y="7412"/>
                    <a:pt x="2078" y="7328"/>
                  </a:cubicBezTo>
                  <a:cubicBezTo>
                    <a:pt x="2078" y="7103"/>
                    <a:pt x="2050" y="6822"/>
                    <a:pt x="2022" y="6485"/>
                  </a:cubicBezTo>
                  <a:cubicBezTo>
                    <a:pt x="1966" y="6149"/>
                    <a:pt x="1938" y="5756"/>
                    <a:pt x="1938" y="5362"/>
                  </a:cubicBezTo>
                  <a:cubicBezTo>
                    <a:pt x="1938" y="4604"/>
                    <a:pt x="2078" y="3875"/>
                    <a:pt x="2527" y="3369"/>
                  </a:cubicBezTo>
                  <a:cubicBezTo>
                    <a:pt x="3033" y="2780"/>
                    <a:pt x="3847" y="2050"/>
                    <a:pt x="4801" y="1488"/>
                  </a:cubicBezTo>
                  <a:cubicBezTo>
                    <a:pt x="5784" y="899"/>
                    <a:pt x="6935" y="477"/>
                    <a:pt x="8170" y="477"/>
                  </a:cubicBezTo>
                  <a:close/>
                  <a:moveTo>
                    <a:pt x="8170" y="0"/>
                  </a:moveTo>
                  <a:cubicBezTo>
                    <a:pt x="6823" y="0"/>
                    <a:pt x="5588" y="477"/>
                    <a:pt x="4577" y="1067"/>
                  </a:cubicBezTo>
                  <a:cubicBezTo>
                    <a:pt x="3538" y="1685"/>
                    <a:pt x="2724" y="2443"/>
                    <a:pt x="2191" y="3060"/>
                  </a:cubicBezTo>
                  <a:cubicBezTo>
                    <a:pt x="1601" y="3706"/>
                    <a:pt x="1489" y="4576"/>
                    <a:pt x="1489" y="5362"/>
                  </a:cubicBezTo>
                  <a:cubicBezTo>
                    <a:pt x="1489" y="5784"/>
                    <a:pt x="1517" y="6177"/>
                    <a:pt x="1545" y="6514"/>
                  </a:cubicBezTo>
                  <a:cubicBezTo>
                    <a:pt x="1601" y="6879"/>
                    <a:pt x="1629" y="7159"/>
                    <a:pt x="1629" y="7328"/>
                  </a:cubicBezTo>
                  <a:cubicBezTo>
                    <a:pt x="1629" y="7384"/>
                    <a:pt x="1629" y="7412"/>
                    <a:pt x="1601" y="7440"/>
                  </a:cubicBezTo>
                  <a:lnTo>
                    <a:pt x="1626" y="7446"/>
                  </a:lnTo>
                  <a:lnTo>
                    <a:pt x="1626" y="7446"/>
                  </a:lnTo>
                  <a:cubicBezTo>
                    <a:pt x="1594" y="7508"/>
                    <a:pt x="1484" y="7700"/>
                    <a:pt x="1348" y="7917"/>
                  </a:cubicBezTo>
                  <a:cubicBezTo>
                    <a:pt x="1124" y="8226"/>
                    <a:pt x="787" y="8675"/>
                    <a:pt x="534" y="9068"/>
                  </a:cubicBezTo>
                  <a:cubicBezTo>
                    <a:pt x="394" y="9265"/>
                    <a:pt x="253" y="9433"/>
                    <a:pt x="169" y="9630"/>
                  </a:cubicBezTo>
                  <a:cubicBezTo>
                    <a:pt x="85" y="9798"/>
                    <a:pt x="29" y="9967"/>
                    <a:pt x="1" y="10135"/>
                  </a:cubicBezTo>
                  <a:lnTo>
                    <a:pt x="29" y="10219"/>
                  </a:lnTo>
                  <a:lnTo>
                    <a:pt x="30" y="10219"/>
                  </a:lnTo>
                  <a:lnTo>
                    <a:pt x="30" y="10219"/>
                  </a:lnTo>
                  <a:cubicBezTo>
                    <a:pt x="40" y="10401"/>
                    <a:pt x="146" y="10534"/>
                    <a:pt x="253" y="10641"/>
                  </a:cubicBezTo>
                  <a:cubicBezTo>
                    <a:pt x="422" y="10809"/>
                    <a:pt x="618" y="10865"/>
                    <a:pt x="759" y="10921"/>
                  </a:cubicBezTo>
                  <a:cubicBezTo>
                    <a:pt x="804" y="10936"/>
                    <a:pt x="845" y="10947"/>
                    <a:pt x="882" y="10956"/>
                  </a:cubicBezTo>
                  <a:lnTo>
                    <a:pt x="882" y="10956"/>
                  </a:lnTo>
                  <a:cubicBezTo>
                    <a:pt x="943" y="11227"/>
                    <a:pt x="1068" y="11783"/>
                    <a:pt x="1208" y="12381"/>
                  </a:cubicBezTo>
                  <a:cubicBezTo>
                    <a:pt x="1320" y="12802"/>
                    <a:pt x="1433" y="13251"/>
                    <a:pt x="1545" y="13645"/>
                  </a:cubicBezTo>
                  <a:cubicBezTo>
                    <a:pt x="1657" y="14038"/>
                    <a:pt x="1769" y="14346"/>
                    <a:pt x="1882" y="14543"/>
                  </a:cubicBezTo>
                  <a:cubicBezTo>
                    <a:pt x="2134" y="14992"/>
                    <a:pt x="2527" y="15217"/>
                    <a:pt x="2920" y="15357"/>
                  </a:cubicBezTo>
                  <a:cubicBezTo>
                    <a:pt x="3314" y="15469"/>
                    <a:pt x="3679" y="15497"/>
                    <a:pt x="3875" y="15497"/>
                  </a:cubicBezTo>
                  <a:cubicBezTo>
                    <a:pt x="4015" y="15497"/>
                    <a:pt x="4184" y="15554"/>
                    <a:pt x="4296" y="15638"/>
                  </a:cubicBezTo>
                  <a:cubicBezTo>
                    <a:pt x="4350" y="15665"/>
                    <a:pt x="4403" y="15691"/>
                    <a:pt x="4432" y="15718"/>
                  </a:cubicBezTo>
                  <a:lnTo>
                    <a:pt x="4432" y="15718"/>
                  </a:lnTo>
                  <a:lnTo>
                    <a:pt x="5026" y="17715"/>
                  </a:lnTo>
                  <a:cubicBezTo>
                    <a:pt x="5050" y="17813"/>
                    <a:pt x="5138" y="17889"/>
                    <a:pt x="5235" y="17889"/>
                  </a:cubicBezTo>
                  <a:cubicBezTo>
                    <a:pt x="5249" y="17889"/>
                    <a:pt x="5264" y="17888"/>
                    <a:pt x="5279" y="17884"/>
                  </a:cubicBezTo>
                  <a:lnTo>
                    <a:pt x="14010" y="15891"/>
                  </a:lnTo>
                  <a:cubicBezTo>
                    <a:pt x="14150" y="15862"/>
                    <a:pt x="14207" y="15750"/>
                    <a:pt x="14207" y="15638"/>
                  </a:cubicBezTo>
                  <a:lnTo>
                    <a:pt x="13959" y="12830"/>
                  </a:lnTo>
                  <a:lnTo>
                    <a:pt x="13959" y="12830"/>
                  </a:lnTo>
                  <a:cubicBezTo>
                    <a:pt x="14108" y="12620"/>
                    <a:pt x="14508" y="12030"/>
                    <a:pt x="14908" y="11230"/>
                  </a:cubicBezTo>
                  <a:cubicBezTo>
                    <a:pt x="15414" y="10219"/>
                    <a:pt x="15947" y="8872"/>
                    <a:pt x="15947" y="7468"/>
                  </a:cubicBezTo>
                  <a:cubicBezTo>
                    <a:pt x="15947" y="7328"/>
                    <a:pt x="15947" y="7215"/>
                    <a:pt x="15919" y="7075"/>
                  </a:cubicBezTo>
                  <a:cubicBezTo>
                    <a:pt x="15835" y="5615"/>
                    <a:pt x="15189" y="4520"/>
                    <a:pt x="14600" y="3790"/>
                  </a:cubicBezTo>
                  <a:cubicBezTo>
                    <a:pt x="14040" y="3129"/>
                    <a:pt x="13526" y="2767"/>
                    <a:pt x="13414" y="2705"/>
                  </a:cubicBezTo>
                  <a:lnTo>
                    <a:pt x="13414" y="2705"/>
                  </a:lnTo>
                  <a:cubicBezTo>
                    <a:pt x="13299" y="2554"/>
                    <a:pt x="12901" y="2054"/>
                    <a:pt x="12269" y="1516"/>
                  </a:cubicBezTo>
                  <a:cubicBezTo>
                    <a:pt x="11483" y="899"/>
                    <a:pt x="10332" y="197"/>
                    <a:pt x="8816" y="56"/>
                  </a:cubicBezTo>
                  <a:cubicBezTo>
                    <a:pt x="8620" y="28"/>
                    <a:pt x="8395" y="0"/>
                    <a:pt x="81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4161;p64">
              <a:extLst>
                <a:ext uri="{FF2B5EF4-FFF2-40B4-BE49-F238E27FC236}">
                  <a16:creationId xmlns:a16="http://schemas.microsoft.com/office/drawing/2014/main" id="{D98E3C95-5397-F27D-7588-3247F1195DCB}"/>
                </a:ext>
              </a:extLst>
            </p:cNvPr>
            <p:cNvSpPr/>
            <p:nvPr/>
          </p:nvSpPr>
          <p:spPr>
            <a:xfrm>
              <a:off x="4160925" y="2436200"/>
              <a:ext cx="315850" cy="264150"/>
            </a:xfrm>
            <a:custGeom>
              <a:avLst/>
              <a:gdLst/>
              <a:ahLst/>
              <a:cxnLst/>
              <a:rect l="l" t="t" r="r" b="b"/>
              <a:pathLst>
                <a:path w="12634" h="10566" extrusionOk="0">
                  <a:moveTo>
                    <a:pt x="3102" y="0"/>
                  </a:moveTo>
                  <a:cubicBezTo>
                    <a:pt x="2764" y="0"/>
                    <a:pt x="2447" y="83"/>
                    <a:pt x="2162" y="288"/>
                  </a:cubicBezTo>
                  <a:cubicBezTo>
                    <a:pt x="2162" y="288"/>
                    <a:pt x="0" y="2085"/>
                    <a:pt x="113" y="2899"/>
                  </a:cubicBezTo>
                  <a:cubicBezTo>
                    <a:pt x="253" y="3741"/>
                    <a:pt x="1264" y="4387"/>
                    <a:pt x="1208" y="5145"/>
                  </a:cubicBezTo>
                  <a:cubicBezTo>
                    <a:pt x="1161" y="5772"/>
                    <a:pt x="1364" y="6975"/>
                    <a:pt x="1659" y="6975"/>
                  </a:cubicBezTo>
                  <a:cubicBezTo>
                    <a:pt x="1720" y="6975"/>
                    <a:pt x="1785" y="6923"/>
                    <a:pt x="1853" y="6801"/>
                  </a:cubicBezTo>
                  <a:cubicBezTo>
                    <a:pt x="2218" y="6099"/>
                    <a:pt x="2022" y="5341"/>
                    <a:pt x="2611" y="5145"/>
                  </a:cubicBezTo>
                  <a:cubicBezTo>
                    <a:pt x="2659" y="5128"/>
                    <a:pt x="2709" y="5120"/>
                    <a:pt x="2760" y="5120"/>
                  </a:cubicBezTo>
                  <a:cubicBezTo>
                    <a:pt x="3311" y="5120"/>
                    <a:pt x="4025" y="6040"/>
                    <a:pt x="4127" y="6914"/>
                  </a:cubicBezTo>
                  <a:cubicBezTo>
                    <a:pt x="4268" y="7896"/>
                    <a:pt x="4071" y="8317"/>
                    <a:pt x="4577" y="9019"/>
                  </a:cubicBezTo>
                  <a:cubicBezTo>
                    <a:pt x="5094" y="9700"/>
                    <a:pt x="6245" y="10566"/>
                    <a:pt x="7518" y="10566"/>
                  </a:cubicBezTo>
                  <a:cubicBezTo>
                    <a:pt x="7558" y="10566"/>
                    <a:pt x="7597" y="10565"/>
                    <a:pt x="7637" y="10563"/>
                  </a:cubicBezTo>
                  <a:cubicBezTo>
                    <a:pt x="8984" y="10507"/>
                    <a:pt x="10444" y="10170"/>
                    <a:pt x="10444" y="10170"/>
                  </a:cubicBezTo>
                  <a:cubicBezTo>
                    <a:pt x="10444" y="10170"/>
                    <a:pt x="12634" y="7307"/>
                    <a:pt x="12437" y="4499"/>
                  </a:cubicBezTo>
                  <a:cubicBezTo>
                    <a:pt x="12241" y="1692"/>
                    <a:pt x="10023" y="288"/>
                    <a:pt x="10023" y="288"/>
                  </a:cubicBezTo>
                  <a:lnTo>
                    <a:pt x="10023" y="288"/>
                  </a:lnTo>
                  <a:cubicBezTo>
                    <a:pt x="10023" y="288"/>
                    <a:pt x="10079" y="1186"/>
                    <a:pt x="8226" y="1495"/>
                  </a:cubicBezTo>
                  <a:cubicBezTo>
                    <a:pt x="8116" y="1515"/>
                    <a:pt x="8003" y="1524"/>
                    <a:pt x="7887" y="1524"/>
                  </a:cubicBezTo>
                  <a:cubicBezTo>
                    <a:pt x="6410" y="1524"/>
                    <a:pt x="4554" y="0"/>
                    <a:pt x="31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4162;p64">
              <a:extLst>
                <a:ext uri="{FF2B5EF4-FFF2-40B4-BE49-F238E27FC236}">
                  <a16:creationId xmlns:a16="http://schemas.microsoft.com/office/drawing/2014/main" id="{653FED46-ABCB-40E1-41B6-4A10DF0DE691}"/>
                </a:ext>
              </a:extLst>
            </p:cNvPr>
            <p:cNvSpPr/>
            <p:nvPr/>
          </p:nvSpPr>
          <p:spPr>
            <a:xfrm>
              <a:off x="4158125" y="2430050"/>
              <a:ext cx="320075" cy="275850"/>
            </a:xfrm>
            <a:custGeom>
              <a:avLst/>
              <a:gdLst/>
              <a:ahLst/>
              <a:cxnLst/>
              <a:rect l="l" t="t" r="r" b="b"/>
              <a:pathLst>
                <a:path w="12803" h="11034" extrusionOk="0">
                  <a:moveTo>
                    <a:pt x="3201" y="478"/>
                  </a:moveTo>
                  <a:cubicBezTo>
                    <a:pt x="3846" y="478"/>
                    <a:pt x="4689" y="843"/>
                    <a:pt x="5503" y="1236"/>
                  </a:cubicBezTo>
                  <a:cubicBezTo>
                    <a:pt x="6345" y="1601"/>
                    <a:pt x="7187" y="1994"/>
                    <a:pt x="8001" y="1994"/>
                  </a:cubicBezTo>
                  <a:cubicBezTo>
                    <a:pt x="8142" y="1994"/>
                    <a:pt x="8254" y="1994"/>
                    <a:pt x="8366" y="1966"/>
                  </a:cubicBezTo>
                  <a:cubicBezTo>
                    <a:pt x="9265" y="1825"/>
                    <a:pt x="9770" y="1517"/>
                    <a:pt x="10051" y="1236"/>
                  </a:cubicBezTo>
                  <a:cubicBezTo>
                    <a:pt x="10150" y="1127"/>
                    <a:pt x="10217" y="1022"/>
                    <a:pt x="10263" y="926"/>
                  </a:cubicBezTo>
                  <a:lnTo>
                    <a:pt x="10263" y="926"/>
                  </a:lnTo>
                  <a:cubicBezTo>
                    <a:pt x="10494" y="1108"/>
                    <a:pt x="10848" y="1425"/>
                    <a:pt x="11202" y="1853"/>
                  </a:cubicBezTo>
                  <a:cubicBezTo>
                    <a:pt x="11707" y="2527"/>
                    <a:pt x="12241" y="3510"/>
                    <a:pt x="12325" y="4773"/>
                  </a:cubicBezTo>
                  <a:cubicBezTo>
                    <a:pt x="12325" y="4885"/>
                    <a:pt x="12325" y="4998"/>
                    <a:pt x="12325" y="5110"/>
                  </a:cubicBezTo>
                  <a:cubicBezTo>
                    <a:pt x="12325" y="6402"/>
                    <a:pt x="11848" y="7693"/>
                    <a:pt x="11342" y="8676"/>
                  </a:cubicBezTo>
                  <a:cubicBezTo>
                    <a:pt x="11118" y="9153"/>
                    <a:pt x="10865" y="9574"/>
                    <a:pt x="10697" y="9855"/>
                  </a:cubicBezTo>
                  <a:cubicBezTo>
                    <a:pt x="10584" y="9995"/>
                    <a:pt x="10528" y="10107"/>
                    <a:pt x="10472" y="10164"/>
                  </a:cubicBezTo>
                  <a:lnTo>
                    <a:pt x="10437" y="10216"/>
                  </a:lnTo>
                  <a:lnTo>
                    <a:pt x="10437" y="10216"/>
                  </a:lnTo>
                  <a:cubicBezTo>
                    <a:pt x="10397" y="10225"/>
                    <a:pt x="10343" y="10237"/>
                    <a:pt x="10275" y="10248"/>
                  </a:cubicBezTo>
                  <a:cubicBezTo>
                    <a:pt x="9798" y="10332"/>
                    <a:pt x="8731" y="10529"/>
                    <a:pt x="7749" y="10585"/>
                  </a:cubicBezTo>
                  <a:lnTo>
                    <a:pt x="7636" y="10585"/>
                  </a:lnTo>
                  <a:cubicBezTo>
                    <a:pt x="7047" y="10585"/>
                    <a:pt x="6457" y="10388"/>
                    <a:pt x="5980" y="10107"/>
                  </a:cubicBezTo>
                  <a:cubicBezTo>
                    <a:pt x="5503" y="9827"/>
                    <a:pt x="5110" y="9462"/>
                    <a:pt x="4885" y="9153"/>
                  </a:cubicBezTo>
                  <a:cubicBezTo>
                    <a:pt x="4660" y="8816"/>
                    <a:pt x="4604" y="8591"/>
                    <a:pt x="4576" y="8311"/>
                  </a:cubicBezTo>
                  <a:cubicBezTo>
                    <a:pt x="4520" y="8002"/>
                    <a:pt x="4548" y="7637"/>
                    <a:pt x="4492" y="7131"/>
                  </a:cubicBezTo>
                  <a:cubicBezTo>
                    <a:pt x="4408" y="6654"/>
                    <a:pt x="4183" y="6177"/>
                    <a:pt x="3902" y="5784"/>
                  </a:cubicBezTo>
                  <a:cubicBezTo>
                    <a:pt x="3762" y="5615"/>
                    <a:pt x="3594" y="5447"/>
                    <a:pt x="3425" y="5335"/>
                  </a:cubicBezTo>
                  <a:cubicBezTo>
                    <a:pt x="3257" y="5222"/>
                    <a:pt x="3060" y="5138"/>
                    <a:pt x="2864" y="5138"/>
                  </a:cubicBezTo>
                  <a:cubicBezTo>
                    <a:pt x="2779" y="5138"/>
                    <a:pt x="2723" y="5138"/>
                    <a:pt x="2639" y="5166"/>
                  </a:cubicBezTo>
                  <a:cubicBezTo>
                    <a:pt x="2443" y="5222"/>
                    <a:pt x="2302" y="5363"/>
                    <a:pt x="2218" y="5503"/>
                  </a:cubicBezTo>
                  <a:cubicBezTo>
                    <a:pt x="2078" y="5728"/>
                    <a:pt x="2050" y="5980"/>
                    <a:pt x="1993" y="6205"/>
                  </a:cubicBezTo>
                  <a:cubicBezTo>
                    <a:pt x="1940" y="6445"/>
                    <a:pt x="1887" y="6685"/>
                    <a:pt x="1762" y="6900"/>
                  </a:cubicBezTo>
                  <a:lnTo>
                    <a:pt x="1762" y="6900"/>
                  </a:lnTo>
                  <a:cubicBezTo>
                    <a:pt x="1754" y="6885"/>
                    <a:pt x="1747" y="6869"/>
                    <a:pt x="1741" y="6851"/>
                  </a:cubicBezTo>
                  <a:cubicBezTo>
                    <a:pt x="1628" y="6570"/>
                    <a:pt x="1544" y="6008"/>
                    <a:pt x="1544" y="5587"/>
                  </a:cubicBezTo>
                  <a:cubicBezTo>
                    <a:pt x="1544" y="5531"/>
                    <a:pt x="1544" y="5475"/>
                    <a:pt x="1544" y="5391"/>
                  </a:cubicBezTo>
                  <a:lnTo>
                    <a:pt x="1544" y="5307"/>
                  </a:lnTo>
                  <a:cubicBezTo>
                    <a:pt x="1544" y="5082"/>
                    <a:pt x="1488" y="4857"/>
                    <a:pt x="1376" y="4661"/>
                  </a:cubicBezTo>
                  <a:cubicBezTo>
                    <a:pt x="1207" y="4380"/>
                    <a:pt x="1011" y="4127"/>
                    <a:pt x="814" y="3875"/>
                  </a:cubicBezTo>
                  <a:cubicBezTo>
                    <a:pt x="646" y="3594"/>
                    <a:pt x="505" y="3341"/>
                    <a:pt x="449" y="3117"/>
                  </a:cubicBezTo>
                  <a:lnTo>
                    <a:pt x="449" y="3089"/>
                  </a:lnTo>
                  <a:cubicBezTo>
                    <a:pt x="449" y="2948"/>
                    <a:pt x="562" y="2724"/>
                    <a:pt x="730" y="2443"/>
                  </a:cubicBezTo>
                  <a:cubicBezTo>
                    <a:pt x="1011" y="2050"/>
                    <a:pt x="1432" y="1629"/>
                    <a:pt x="1797" y="1292"/>
                  </a:cubicBezTo>
                  <a:cubicBezTo>
                    <a:pt x="1965" y="1123"/>
                    <a:pt x="2134" y="983"/>
                    <a:pt x="2246" y="871"/>
                  </a:cubicBezTo>
                  <a:cubicBezTo>
                    <a:pt x="2329" y="788"/>
                    <a:pt x="2381" y="736"/>
                    <a:pt x="2403" y="714"/>
                  </a:cubicBezTo>
                  <a:lnTo>
                    <a:pt x="2403" y="714"/>
                  </a:lnTo>
                  <a:lnTo>
                    <a:pt x="2415" y="730"/>
                  </a:lnTo>
                  <a:cubicBezTo>
                    <a:pt x="2639" y="562"/>
                    <a:pt x="2920" y="478"/>
                    <a:pt x="3201" y="478"/>
                  </a:cubicBezTo>
                  <a:close/>
                  <a:moveTo>
                    <a:pt x="3201" y="0"/>
                  </a:moveTo>
                  <a:cubicBezTo>
                    <a:pt x="2836" y="0"/>
                    <a:pt x="2471" y="113"/>
                    <a:pt x="2134" y="337"/>
                  </a:cubicBezTo>
                  <a:lnTo>
                    <a:pt x="2134" y="365"/>
                  </a:lnTo>
                  <a:cubicBezTo>
                    <a:pt x="2106" y="365"/>
                    <a:pt x="1600" y="787"/>
                    <a:pt x="1067" y="1320"/>
                  </a:cubicBezTo>
                  <a:cubicBezTo>
                    <a:pt x="814" y="1601"/>
                    <a:pt x="562" y="1881"/>
                    <a:pt x="365" y="2190"/>
                  </a:cubicBezTo>
                  <a:cubicBezTo>
                    <a:pt x="140" y="2471"/>
                    <a:pt x="0" y="2780"/>
                    <a:pt x="0" y="3089"/>
                  </a:cubicBezTo>
                  <a:lnTo>
                    <a:pt x="0" y="3201"/>
                  </a:lnTo>
                  <a:lnTo>
                    <a:pt x="5" y="3200"/>
                  </a:lnTo>
                  <a:lnTo>
                    <a:pt x="5" y="3200"/>
                  </a:lnTo>
                  <a:cubicBezTo>
                    <a:pt x="95" y="3691"/>
                    <a:pt x="397" y="4050"/>
                    <a:pt x="618" y="4408"/>
                  </a:cubicBezTo>
                  <a:cubicBezTo>
                    <a:pt x="758" y="4577"/>
                    <a:pt x="870" y="4745"/>
                    <a:pt x="955" y="4885"/>
                  </a:cubicBezTo>
                  <a:cubicBezTo>
                    <a:pt x="1039" y="5054"/>
                    <a:pt x="1095" y="5194"/>
                    <a:pt x="1095" y="5307"/>
                  </a:cubicBezTo>
                  <a:lnTo>
                    <a:pt x="1095" y="5363"/>
                  </a:lnTo>
                  <a:cubicBezTo>
                    <a:pt x="1067" y="5447"/>
                    <a:pt x="1067" y="5531"/>
                    <a:pt x="1067" y="5587"/>
                  </a:cubicBezTo>
                  <a:cubicBezTo>
                    <a:pt x="1067" y="5952"/>
                    <a:pt x="1123" y="6373"/>
                    <a:pt x="1207" y="6710"/>
                  </a:cubicBezTo>
                  <a:cubicBezTo>
                    <a:pt x="1263" y="6879"/>
                    <a:pt x="1292" y="7047"/>
                    <a:pt x="1376" y="7160"/>
                  </a:cubicBezTo>
                  <a:cubicBezTo>
                    <a:pt x="1404" y="7244"/>
                    <a:pt x="1460" y="7300"/>
                    <a:pt x="1516" y="7356"/>
                  </a:cubicBezTo>
                  <a:cubicBezTo>
                    <a:pt x="1572" y="7412"/>
                    <a:pt x="1656" y="7440"/>
                    <a:pt x="1769" y="7440"/>
                  </a:cubicBezTo>
                  <a:cubicBezTo>
                    <a:pt x="1853" y="7440"/>
                    <a:pt x="1937" y="7412"/>
                    <a:pt x="2021" y="7356"/>
                  </a:cubicBezTo>
                  <a:cubicBezTo>
                    <a:pt x="2078" y="7300"/>
                    <a:pt x="2106" y="7244"/>
                    <a:pt x="2162" y="7160"/>
                  </a:cubicBezTo>
                  <a:cubicBezTo>
                    <a:pt x="2386" y="6766"/>
                    <a:pt x="2415" y="6373"/>
                    <a:pt x="2499" y="6065"/>
                  </a:cubicBezTo>
                  <a:cubicBezTo>
                    <a:pt x="2527" y="5924"/>
                    <a:pt x="2555" y="5812"/>
                    <a:pt x="2611" y="5756"/>
                  </a:cubicBezTo>
                  <a:cubicBezTo>
                    <a:pt x="2667" y="5672"/>
                    <a:pt x="2695" y="5644"/>
                    <a:pt x="2779" y="5615"/>
                  </a:cubicBezTo>
                  <a:lnTo>
                    <a:pt x="2864" y="5587"/>
                  </a:lnTo>
                  <a:cubicBezTo>
                    <a:pt x="2948" y="5587"/>
                    <a:pt x="3060" y="5615"/>
                    <a:pt x="3173" y="5700"/>
                  </a:cubicBezTo>
                  <a:cubicBezTo>
                    <a:pt x="3341" y="5840"/>
                    <a:pt x="3537" y="6065"/>
                    <a:pt x="3706" y="6317"/>
                  </a:cubicBezTo>
                  <a:cubicBezTo>
                    <a:pt x="3874" y="6598"/>
                    <a:pt x="3987" y="6907"/>
                    <a:pt x="4015" y="7216"/>
                  </a:cubicBezTo>
                  <a:cubicBezTo>
                    <a:pt x="4071" y="7665"/>
                    <a:pt x="4071" y="8002"/>
                    <a:pt x="4099" y="8339"/>
                  </a:cubicBezTo>
                  <a:cubicBezTo>
                    <a:pt x="4127" y="8676"/>
                    <a:pt x="4239" y="9041"/>
                    <a:pt x="4520" y="9406"/>
                  </a:cubicBezTo>
                  <a:cubicBezTo>
                    <a:pt x="4773" y="9799"/>
                    <a:pt x="5222" y="10192"/>
                    <a:pt x="5755" y="10500"/>
                  </a:cubicBezTo>
                  <a:cubicBezTo>
                    <a:pt x="6289" y="10809"/>
                    <a:pt x="6935" y="11034"/>
                    <a:pt x="7636" y="11034"/>
                  </a:cubicBezTo>
                  <a:lnTo>
                    <a:pt x="7777" y="11034"/>
                  </a:lnTo>
                  <a:cubicBezTo>
                    <a:pt x="9152" y="10978"/>
                    <a:pt x="10612" y="10669"/>
                    <a:pt x="10612" y="10669"/>
                  </a:cubicBezTo>
                  <a:cubicBezTo>
                    <a:pt x="10668" y="10641"/>
                    <a:pt x="10725" y="10613"/>
                    <a:pt x="10753" y="10557"/>
                  </a:cubicBezTo>
                  <a:cubicBezTo>
                    <a:pt x="10753" y="10557"/>
                    <a:pt x="11258" y="9883"/>
                    <a:pt x="11763" y="8872"/>
                  </a:cubicBezTo>
                  <a:cubicBezTo>
                    <a:pt x="12269" y="7861"/>
                    <a:pt x="12802" y="6514"/>
                    <a:pt x="12802" y="5110"/>
                  </a:cubicBezTo>
                  <a:cubicBezTo>
                    <a:pt x="12802" y="4970"/>
                    <a:pt x="12802" y="4857"/>
                    <a:pt x="12774" y="4717"/>
                  </a:cubicBezTo>
                  <a:cubicBezTo>
                    <a:pt x="12690" y="3257"/>
                    <a:pt x="12044" y="2162"/>
                    <a:pt x="11455" y="1432"/>
                  </a:cubicBezTo>
                  <a:cubicBezTo>
                    <a:pt x="10837" y="702"/>
                    <a:pt x="10275" y="337"/>
                    <a:pt x="10247" y="337"/>
                  </a:cubicBezTo>
                  <a:cubicBezTo>
                    <a:pt x="10205" y="309"/>
                    <a:pt x="10163" y="295"/>
                    <a:pt x="10125" y="295"/>
                  </a:cubicBezTo>
                  <a:cubicBezTo>
                    <a:pt x="10086" y="295"/>
                    <a:pt x="10051" y="309"/>
                    <a:pt x="10023" y="337"/>
                  </a:cubicBezTo>
                  <a:cubicBezTo>
                    <a:pt x="9939" y="365"/>
                    <a:pt x="9882" y="450"/>
                    <a:pt x="9882" y="534"/>
                  </a:cubicBezTo>
                  <a:cubicBezTo>
                    <a:pt x="9882" y="562"/>
                    <a:pt x="9882" y="702"/>
                    <a:pt x="9714" y="927"/>
                  </a:cubicBezTo>
                  <a:cubicBezTo>
                    <a:pt x="9517" y="1123"/>
                    <a:pt x="9124" y="1376"/>
                    <a:pt x="8282" y="1517"/>
                  </a:cubicBezTo>
                  <a:lnTo>
                    <a:pt x="8284" y="1523"/>
                  </a:lnTo>
                  <a:lnTo>
                    <a:pt x="8284" y="1523"/>
                  </a:lnTo>
                  <a:cubicBezTo>
                    <a:pt x="8184" y="1545"/>
                    <a:pt x="8105" y="1545"/>
                    <a:pt x="8001" y="1545"/>
                  </a:cubicBezTo>
                  <a:cubicBezTo>
                    <a:pt x="7356" y="1545"/>
                    <a:pt x="6541" y="1180"/>
                    <a:pt x="5699" y="787"/>
                  </a:cubicBezTo>
                  <a:cubicBezTo>
                    <a:pt x="4857" y="422"/>
                    <a:pt x="4015" y="29"/>
                    <a:pt x="32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4163;p64">
              <a:extLst>
                <a:ext uri="{FF2B5EF4-FFF2-40B4-BE49-F238E27FC236}">
                  <a16:creationId xmlns:a16="http://schemas.microsoft.com/office/drawing/2014/main" id="{3A811AEC-6CDA-3FFF-C02E-EAC28BBA24F3}"/>
                </a:ext>
              </a:extLst>
            </p:cNvPr>
            <p:cNvSpPr/>
            <p:nvPr/>
          </p:nvSpPr>
          <p:spPr>
            <a:xfrm>
              <a:off x="4207250" y="2635575"/>
              <a:ext cx="66700" cy="50675"/>
            </a:xfrm>
            <a:custGeom>
              <a:avLst/>
              <a:gdLst/>
              <a:ahLst/>
              <a:cxnLst/>
              <a:rect l="l" t="t" r="r" b="b"/>
              <a:pathLst>
                <a:path w="2668" h="2027" extrusionOk="0">
                  <a:moveTo>
                    <a:pt x="2398" y="0"/>
                  </a:moveTo>
                  <a:cubicBezTo>
                    <a:pt x="2297" y="0"/>
                    <a:pt x="2190" y="80"/>
                    <a:pt x="2190" y="202"/>
                  </a:cubicBezTo>
                  <a:cubicBezTo>
                    <a:pt x="2162" y="258"/>
                    <a:pt x="2106" y="567"/>
                    <a:pt x="1966" y="848"/>
                  </a:cubicBezTo>
                  <a:cubicBezTo>
                    <a:pt x="1881" y="1016"/>
                    <a:pt x="1797" y="1156"/>
                    <a:pt x="1685" y="1269"/>
                  </a:cubicBezTo>
                  <a:cubicBezTo>
                    <a:pt x="1572" y="1409"/>
                    <a:pt x="1432" y="1493"/>
                    <a:pt x="1264" y="1521"/>
                  </a:cubicBezTo>
                  <a:cubicBezTo>
                    <a:pt x="1208" y="1549"/>
                    <a:pt x="1179" y="1549"/>
                    <a:pt x="1123" y="1549"/>
                  </a:cubicBezTo>
                  <a:cubicBezTo>
                    <a:pt x="1011" y="1549"/>
                    <a:pt x="927" y="1521"/>
                    <a:pt x="843" y="1437"/>
                  </a:cubicBezTo>
                  <a:cubicBezTo>
                    <a:pt x="730" y="1297"/>
                    <a:pt x="618" y="1072"/>
                    <a:pt x="562" y="876"/>
                  </a:cubicBezTo>
                  <a:cubicBezTo>
                    <a:pt x="534" y="763"/>
                    <a:pt x="506" y="679"/>
                    <a:pt x="506" y="623"/>
                  </a:cubicBezTo>
                  <a:lnTo>
                    <a:pt x="478" y="539"/>
                  </a:lnTo>
                  <a:lnTo>
                    <a:pt x="478" y="511"/>
                  </a:lnTo>
                  <a:cubicBezTo>
                    <a:pt x="452" y="410"/>
                    <a:pt x="360" y="310"/>
                    <a:pt x="260" y="310"/>
                  </a:cubicBezTo>
                  <a:cubicBezTo>
                    <a:pt x="249" y="310"/>
                    <a:pt x="237" y="311"/>
                    <a:pt x="225" y="314"/>
                  </a:cubicBezTo>
                  <a:cubicBezTo>
                    <a:pt x="85" y="342"/>
                    <a:pt x="0" y="455"/>
                    <a:pt x="0" y="567"/>
                  </a:cubicBezTo>
                  <a:cubicBezTo>
                    <a:pt x="0" y="595"/>
                    <a:pt x="56" y="904"/>
                    <a:pt x="197" y="1269"/>
                  </a:cubicBezTo>
                  <a:cubicBezTo>
                    <a:pt x="281" y="1437"/>
                    <a:pt x="365" y="1606"/>
                    <a:pt x="506" y="1774"/>
                  </a:cubicBezTo>
                  <a:cubicBezTo>
                    <a:pt x="674" y="1914"/>
                    <a:pt x="871" y="2027"/>
                    <a:pt x="1123" y="2027"/>
                  </a:cubicBezTo>
                  <a:cubicBezTo>
                    <a:pt x="1208" y="2027"/>
                    <a:pt x="1292" y="1999"/>
                    <a:pt x="1404" y="1971"/>
                  </a:cubicBezTo>
                  <a:cubicBezTo>
                    <a:pt x="1657" y="1914"/>
                    <a:pt x="1881" y="1746"/>
                    <a:pt x="2050" y="1578"/>
                  </a:cubicBezTo>
                  <a:cubicBezTo>
                    <a:pt x="2527" y="1016"/>
                    <a:pt x="2639" y="286"/>
                    <a:pt x="2639" y="258"/>
                  </a:cubicBezTo>
                  <a:cubicBezTo>
                    <a:pt x="2667" y="146"/>
                    <a:pt x="2583" y="5"/>
                    <a:pt x="2443" y="5"/>
                  </a:cubicBezTo>
                  <a:cubicBezTo>
                    <a:pt x="2428" y="2"/>
                    <a:pt x="2413" y="0"/>
                    <a:pt x="23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4164;p64">
              <a:extLst>
                <a:ext uri="{FF2B5EF4-FFF2-40B4-BE49-F238E27FC236}">
                  <a16:creationId xmlns:a16="http://schemas.microsoft.com/office/drawing/2014/main" id="{92D6BEAD-2347-AB20-2A20-11A53D8E0072}"/>
                </a:ext>
              </a:extLst>
            </p:cNvPr>
            <p:cNvSpPr/>
            <p:nvPr/>
          </p:nvSpPr>
          <p:spPr>
            <a:xfrm>
              <a:off x="4134950" y="2749975"/>
              <a:ext cx="383950" cy="124375"/>
            </a:xfrm>
            <a:custGeom>
              <a:avLst/>
              <a:gdLst/>
              <a:ahLst/>
              <a:cxnLst/>
              <a:rect l="l" t="t" r="r" b="b"/>
              <a:pathLst>
                <a:path w="15358" h="4975" extrusionOk="0">
                  <a:moveTo>
                    <a:pt x="9549" y="0"/>
                  </a:moveTo>
                  <a:cubicBezTo>
                    <a:pt x="9483" y="0"/>
                    <a:pt x="9416" y="2"/>
                    <a:pt x="9350" y="6"/>
                  </a:cubicBezTo>
                  <a:cubicBezTo>
                    <a:pt x="7188" y="146"/>
                    <a:pt x="2499" y="1887"/>
                    <a:pt x="1657" y="2785"/>
                  </a:cubicBezTo>
                  <a:cubicBezTo>
                    <a:pt x="843" y="3683"/>
                    <a:pt x="394" y="4469"/>
                    <a:pt x="394" y="4469"/>
                  </a:cubicBezTo>
                  <a:lnTo>
                    <a:pt x="1" y="4975"/>
                  </a:lnTo>
                  <a:cubicBezTo>
                    <a:pt x="1" y="4975"/>
                    <a:pt x="2948" y="4217"/>
                    <a:pt x="7272" y="3627"/>
                  </a:cubicBezTo>
                  <a:cubicBezTo>
                    <a:pt x="8093" y="3521"/>
                    <a:pt x="8880" y="3478"/>
                    <a:pt x="9617" y="3478"/>
                  </a:cubicBezTo>
                  <a:cubicBezTo>
                    <a:pt x="12785" y="3478"/>
                    <a:pt x="15021" y="4273"/>
                    <a:pt x="15021" y="4273"/>
                  </a:cubicBezTo>
                  <a:cubicBezTo>
                    <a:pt x="15021" y="4273"/>
                    <a:pt x="15357" y="3318"/>
                    <a:pt x="14319" y="2504"/>
                  </a:cubicBezTo>
                  <a:cubicBezTo>
                    <a:pt x="13339" y="1688"/>
                    <a:pt x="11647" y="0"/>
                    <a:pt x="95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4165;p64">
              <a:extLst>
                <a:ext uri="{FF2B5EF4-FFF2-40B4-BE49-F238E27FC236}">
                  <a16:creationId xmlns:a16="http://schemas.microsoft.com/office/drawing/2014/main" id="{AA99B3E3-C4B3-CD6A-7178-E4485FAB4871}"/>
                </a:ext>
              </a:extLst>
            </p:cNvPr>
            <p:cNvSpPr/>
            <p:nvPr/>
          </p:nvSpPr>
          <p:spPr>
            <a:xfrm>
              <a:off x="4128625" y="2744475"/>
              <a:ext cx="388875" cy="135675"/>
            </a:xfrm>
            <a:custGeom>
              <a:avLst/>
              <a:gdLst/>
              <a:ahLst/>
              <a:cxnLst/>
              <a:rect l="l" t="t" r="r" b="b"/>
              <a:pathLst>
                <a:path w="15555" h="5427" extrusionOk="0">
                  <a:moveTo>
                    <a:pt x="459" y="4555"/>
                  </a:moveTo>
                  <a:cubicBezTo>
                    <a:pt x="459" y="4555"/>
                    <a:pt x="459" y="4555"/>
                    <a:pt x="459" y="4555"/>
                  </a:cubicBezTo>
                  <a:lnTo>
                    <a:pt x="459" y="4555"/>
                  </a:lnTo>
                  <a:lnTo>
                    <a:pt x="459" y="4555"/>
                  </a:lnTo>
                  <a:close/>
                  <a:moveTo>
                    <a:pt x="9827" y="450"/>
                  </a:moveTo>
                  <a:cubicBezTo>
                    <a:pt x="10810" y="450"/>
                    <a:pt x="11708" y="843"/>
                    <a:pt x="12494" y="1377"/>
                  </a:cubicBezTo>
                  <a:cubicBezTo>
                    <a:pt x="13280" y="1882"/>
                    <a:pt x="13926" y="2500"/>
                    <a:pt x="14431" y="2893"/>
                  </a:cubicBezTo>
                  <a:cubicBezTo>
                    <a:pt x="14993" y="3342"/>
                    <a:pt x="15077" y="3791"/>
                    <a:pt x="15077" y="4100"/>
                  </a:cubicBezTo>
                  <a:cubicBezTo>
                    <a:pt x="15077" y="4133"/>
                    <a:pt x="15077" y="4161"/>
                    <a:pt x="15076" y="4185"/>
                  </a:cubicBezTo>
                  <a:lnTo>
                    <a:pt x="15076" y="4185"/>
                  </a:lnTo>
                  <a:cubicBezTo>
                    <a:pt x="14405" y="3978"/>
                    <a:pt x="12456" y="3454"/>
                    <a:pt x="9911" y="3454"/>
                  </a:cubicBezTo>
                  <a:cubicBezTo>
                    <a:pt x="9153" y="3454"/>
                    <a:pt x="8339" y="3510"/>
                    <a:pt x="7497" y="3623"/>
                  </a:cubicBezTo>
                  <a:cubicBezTo>
                    <a:pt x="4351" y="4029"/>
                    <a:pt x="1938" y="4552"/>
                    <a:pt x="843" y="4811"/>
                  </a:cubicBezTo>
                  <a:lnTo>
                    <a:pt x="843" y="4811"/>
                  </a:lnTo>
                  <a:lnTo>
                    <a:pt x="843" y="4802"/>
                  </a:lnTo>
                  <a:lnTo>
                    <a:pt x="871" y="4774"/>
                  </a:lnTo>
                  <a:cubicBezTo>
                    <a:pt x="955" y="4605"/>
                    <a:pt x="1377" y="3931"/>
                    <a:pt x="2078" y="3173"/>
                  </a:cubicBezTo>
                  <a:cubicBezTo>
                    <a:pt x="2247" y="3005"/>
                    <a:pt x="2696" y="2724"/>
                    <a:pt x="3258" y="2415"/>
                  </a:cubicBezTo>
                  <a:cubicBezTo>
                    <a:pt x="4128" y="1994"/>
                    <a:pt x="5335" y="1517"/>
                    <a:pt x="6514" y="1152"/>
                  </a:cubicBezTo>
                  <a:cubicBezTo>
                    <a:pt x="7693" y="787"/>
                    <a:pt x="8844" y="506"/>
                    <a:pt x="9631" y="450"/>
                  </a:cubicBezTo>
                  <a:close/>
                  <a:moveTo>
                    <a:pt x="9603" y="1"/>
                  </a:moveTo>
                  <a:cubicBezTo>
                    <a:pt x="8451" y="57"/>
                    <a:pt x="6739" y="534"/>
                    <a:pt x="5167" y="1124"/>
                  </a:cubicBezTo>
                  <a:cubicBezTo>
                    <a:pt x="4409" y="1405"/>
                    <a:pt x="3651" y="1714"/>
                    <a:pt x="3061" y="1994"/>
                  </a:cubicBezTo>
                  <a:cubicBezTo>
                    <a:pt x="2443" y="2303"/>
                    <a:pt x="1994" y="2584"/>
                    <a:pt x="1742" y="2865"/>
                  </a:cubicBezTo>
                  <a:cubicBezTo>
                    <a:pt x="968" y="3690"/>
                    <a:pt x="526" y="4420"/>
                    <a:pt x="459" y="4555"/>
                  </a:cubicBezTo>
                  <a:lnTo>
                    <a:pt x="459" y="4555"/>
                  </a:lnTo>
                  <a:lnTo>
                    <a:pt x="450" y="4549"/>
                  </a:lnTo>
                  <a:lnTo>
                    <a:pt x="85" y="5054"/>
                  </a:lnTo>
                  <a:cubicBezTo>
                    <a:pt x="1" y="5139"/>
                    <a:pt x="1" y="5251"/>
                    <a:pt x="57" y="5307"/>
                  </a:cubicBezTo>
                  <a:cubicBezTo>
                    <a:pt x="103" y="5376"/>
                    <a:pt x="188" y="5427"/>
                    <a:pt x="263" y="5427"/>
                  </a:cubicBezTo>
                  <a:cubicBezTo>
                    <a:pt x="279" y="5427"/>
                    <a:pt x="295" y="5424"/>
                    <a:pt x="310" y="5419"/>
                  </a:cubicBezTo>
                  <a:cubicBezTo>
                    <a:pt x="310" y="5419"/>
                    <a:pt x="506" y="5363"/>
                    <a:pt x="843" y="5279"/>
                  </a:cubicBezTo>
                  <a:cubicBezTo>
                    <a:pt x="1854" y="5054"/>
                    <a:pt x="4324" y="4521"/>
                    <a:pt x="7581" y="4072"/>
                  </a:cubicBezTo>
                  <a:cubicBezTo>
                    <a:pt x="8395" y="3960"/>
                    <a:pt x="9181" y="3931"/>
                    <a:pt x="9911" y="3931"/>
                  </a:cubicBezTo>
                  <a:cubicBezTo>
                    <a:pt x="11455" y="3931"/>
                    <a:pt x="12775" y="4128"/>
                    <a:pt x="13701" y="4324"/>
                  </a:cubicBezTo>
                  <a:cubicBezTo>
                    <a:pt x="14179" y="4409"/>
                    <a:pt x="14544" y="4521"/>
                    <a:pt x="14796" y="4577"/>
                  </a:cubicBezTo>
                  <a:cubicBezTo>
                    <a:pt x="14937" y="4633"/>
                    <a:pt x="15021" y="4661"/>
                    <a:pt x="15077" y="4689"/>
                  </a:cubicBezTo>
                  <a:cubicBezTo>
                    <a:pt x="15161" y="4689"/>
                    <a:pt x="15189" y="4718"/>
                    <a:pt x="15189" y="4718"/>
                  </a:cubicBezTo>
                  <a:cubicBezTo>
                    <a:pt x="15209" y="4722"/>
                    <a:pt x="15229" y="4725"/>
                    <a:pt x="15249" y="4725"/>
                  </a:cubicBezTo>
                  <a:cubicBezTo>
                    <a:pt x="15347" y="4725"/>
                    <a:pt x="15447" y="4670"/>
                    <a:pt x="15470" y="4577"/>
                  </a:cubicBezTo>
                  <a:cubicBezTo>
                    <a:pt x="15498" y="4549"/>
                    <a:pt x="15554" y="4381"/>
                    <a:pt x="15554" y="4100"/>
                  </a:cubicBezTo>
                  <a:cubicBezTo>
                    <a:pt x="15554" y="3707"/>
                    <a:pt x="15386" y="3061"/>
                    <a:pt x="14740" y="2528"/>
                  </a:cubicBezTo>
                  <a:cubicBezTo>
                    <a:pt x="14235" y="2135"/>
                    <a:pt x="13561" y="1517"/>
                    <a:pt x="12747" y="984"/>
                  </a:cubicBezTo>
                  <a:cubicBezTo>
                    <a:pt x="11905" y="422"/>
                    <a:pt x="10922" y="1"/>
                    <a:pt x="98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4166;p64">
              <a:extLst>
                <a:ext uri="{FF2B5EF4-FFF2-40B4-BE49-F238E27FC236}">
                  <a16:creationId xmlns:a16="http://schemas.microsoft.com/office/drawing/2014/main" id="{EB776B28-A678-D6C7-45E7-BE3AF5AF506C}"/>
                </a:ext>
              </a:extLst>
            </p:cNvPr>
            <p:cNvSpPr/>
            <p:nvPr/>
          </p:nvSpPr>
          <p:spPr>
            <a:xfrm>
              <a:off x="3856300" y="3795025"/>
              <a:ext cx="103200" cy="213500"/>
            </a:xfrm>
            <a:custGeom>
              <a:avLst/>
              <a:gdLst/>
              <a:ahLst/>
              <a:cxnLst/>
              <a:rect l="l" t="t" r="r" b="b"/>
              <a:pathLst>
                <a:path w="4128" h="8540" extrusionOk="0">
                  <a:moveTo>
                    <a:pt x="2125" y="1"/>
                  </a:moveTo>
                  <a:cubicBezTo>
                    <a:pt x="1332" y="1"/>
                    <a:pt x="1" y="203"/>
                    <a:pt x="1" y="203"/>
                  </a:cubicBezTo>
                  <a:cubicBezTo>
                    <a:pt x="1" y="203"/>
                    <a:pt x="562" y="4134"/>
                    <a:pt x="759" y="5088"/>
                  </a:cubicBezTo>
                  <a:cubicBezTo>
                    <a:pt x="935" y="5969"/>
                    <a:pt x="2058" y="8540"/>
                    <a:pt x="2835" y="8540"/>
                  </a:cubicBezTo>
                  <a:cubicBezTo>
                    <a:pt x="2925" y="8540"/>
                    <a:pt x="3010" y="8505"/>
                    <a:pt x="3089" y="8429"/>
                  </a:cubicBezTo>
                  <a:cubicBezTo>
                    <a:pt x="3847" y="7699"/>
                    <a:pt x="4128" y="5201"/>
                    <a:pt x="3735" y="3937"/>
                  </a:cubicBezTo>
                  <a:cubicBezTo>
                    <a:pt x="3342" y="2702"/>
                    <a:pt x="2780" y="400"/>
                    <a:pt x="2696" y="119"/>
                  </a:cubicBezTo>
                  <a:cubicBezTo>
                    <a:pt x="2664" y="32"/>
                    <a:pt x="2436" y="1"/>
                    <a:pt x="21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4167;p64">
              <a:extLst>
                <a:ext uri="{FF2B5EF4-FFF2-40B4-BE49-F238E27FC236}">
                  <a16:creationId xmlns:a16="http://schemas.microsoft.com/office/drawing/2014/main" id="{1ECE5BDD-DB0E-CD0F-42C4-79B2750E3D0E}"/>
                </a:ext>
              </a:extLst>
            </p:cNvPr>
            <p:cNvSpPr/>
            <p:nvPr/>
          </p:nvSpPr>
          <p:spPr>
            <a:xfrm>
              <a:off x="3850000" y="3788875"/>
              <a:ext cx="110200" cy="225325"/>
            </a:xfrm>
            <a:custGeom>
              <a:avLst/>
              <a:gdLst/>
              <a:ahLst/>
              <a:cxnLst/>
              <a:rect l="l" t="t" r="r" b="b"/>
              <a:pathLst>
                <a:path w="4408" h="9013" extrusionOk="0">
                  <a:moveTo>
                    <a:pt x="2415" y="477"/>
                  </a:moveTo>
                  <a:cubicBezTo>
                    <a:pt x="2555" y="477"/>
                    <a:pt x="2667" y="477"/>
                    <a:pt x="2724" y="506"/>
                  </a:cubicBezTo>
                  <a:lnTo>
                    <a:pt x="2737" y="506"/>
                  </a:lnTo>
                  <a:cubicBezTo>
                    <a:pt x="2759" y="600"/>
                    <a:pt x="2804" y="756"/>
                    <a:pt x="2864" y="955"/>
                  </a:cubicBezTo>
                  <a:cubicBezTo>
                    <a:pt x="3088" y="1797"/>
                    <a:pt x="3482" y="3313"/>
                    <a:pt x="3762" y="4268"/>
                  </a:cubicBezTo>
                  <a:cubicBezTo>
                    <a:pt x="3875" y="4604"/>
                    <a:pt x="3931" y="5082"/>
                    <a:pt x="3931" y="5559"/>
                  </a:cubicBezTo>
                  <a:cubicBezTo>
                    <a:pt x="3931" y="6149"/>
                    <a:pt x="3847" y="6794"/>
                    <a:pt x="3706" y="7328"/>
                  </a:cubicBezTo>
                  <a:cubicBezTo>
                    <a:pt x="3594" y="7861"/>
                    <a:pt x="3369" y="8310"/>
                    <a:pt x="3173" y="8507"/>
                  </a:cubicBezTo>
                  <a:cubicBezTo>
                    <a:pt x="3117" y="8535"/>
                    <a:pt x="3117" y="8535"/>
                    <a:pt x="3088" y="8563"/>
                  </a:cubicBezTo>
                  <a:cubicBezTo>
                    <a:pt x="3032" y="8563"/>
                    <a:pt x="2976" y="8535"/>
                    <a:pt x="2892" y="8479"/>
                  </a:cubicBezTo>
                  <a:cubicBezTo>
                    <a:pt x="2752" y="8395"/>
                    <a:pt x="2583" y="8170"/>
                    <a:pt x="2415" y="7917"/>
                  </a:cubicBezTo>
                  <a:cubicBezTo>
                    <a:pt x="2134" y="7524"/>
                    <a:pt x="1853" y="6991"/>
                    <a:pt x="1657" y="6514"/>
                  </a:cubicBezTo>
                  <a:cubicBezTo>
                    <a:pt x="1460" y="6008"/>
                    <a:pt x="1292" y="5559"/>
                    <a:pt x="1236" y="5306"/>
                  </a:cubicBezTo>
                  <a:cubicBezTo>
                    <a:pt x="1151" y="4829"/>
                    <a:pt x="955" y="3594"/>
                    <a:pt x="786" y="2499"/>
                  </a:cubicBezTo>
                  <a:cubicBezTo>
                    <a:pt x="666" y="1717"/>
                    <a:pt x="560" y="992"/>
                    <a:pt x="509" y="642"/>
                  </a:cubicBezTo>
                  <a:lnTo>
                    <a:pt x="509" y="642"/>
                  </a:lnTo>
                  <a:cubicBezTo>
                    <a:pt x="649" y="625"/>
                    <a:pt x="844" y="604"/>
                    <a:pt x="1067" y="590"/>
                  </a:cubicBezTo>
                  <a:cubicBezTo>
                    <a:pt x="1488" y="534"/>
                    <a:pt x="2022" y="477"/>
                    <a:pt x="2415" y="477"/>
                  </a:cubicBezTo>
                  <a:close/>
                  <a:moveTo>
                    <a:pt x="2415" y="0"/>
                  </a:moveTo>
                  <a:cubicBezTo>
                    <a:pt x="1572" y="0"/>
                    <a:pt x="225" y="225"/>
                    <a:pt x="225" y="225"/>
                  </a:cubicBezTo>
                  <a:cubicBezTo>
                    <a:pt x="84" y="225"/>
                    <a:pt x="0" y="365"/>
                    <a:pt x="28" y="477"/>
                  </a:cubicBezTo>
                  <a:cubicBezTo>
                    <a:pt x="28" y="477"/>
                    <a:pt x="590" y="4408"/>
                    <a:pt x="786" y="5391"/>
                  </a:cubicBezTo>
                  <a:cubicBezTo>
                    <a:pt x="871" y="5868"/>
                    <a:pt x="1207" y="6710"/>
                    <a:pt x="1601" y="7496"/>
                  </a:cubicBezTo>
                  <a:cubicBezTo>
                    <a:pt x="1825" y="7889"/>
                    <a:pt x="2050" y="8254"/>
                    <a:pt x="2274" y="8507"/>
                  </a:cubicBezTo>
                  <a:cubicBezTo>
                    <a:pt x="2387" y="8647"/>
                    <a:pt x="2499" y="8788"/>
                    <a:pt x="2639" y="8872"/>
                  </a:cubicBezTo>
                  <a:cubicBezTo>
                    <a:pt x="2780" y="8956"/>
                    <a:pt x="2920" y="9012"/>
                    <a:pt x="3088" y="9012"/>
                  </a:cubicBezTo>
                  <a:cubicBezTo>
                    <a:pt x="3229" y="9012"/>
                    <a:pt x="3369" y="8956"/>
                    <a:pt x="3482" y="8844"/>
                  </a:cubicBezTo>
                  <a:cubicBezTo>
                    <a:pt x="3818" y="8535"/>
                    <a:pt x="4015" y="8030"/>
                    <a:pt x="4183" y="7440"/>
                  </a:cubicBezTo>
                  <a:cubicBezTo>
                    <a:pt x="4324" y="6850"/>
                    <a:pt x="4408" y="6205"/>
                    <a:pt x="4408" y="5559"/>
                  </a:cubicBezTo>
                  <a:cubicBezTo>
                    <a:pt x="4408" y="5026"/>
                    <a:pt x="4352" y="4520"/>
                    <a:pt x="4211" y="4127"/>
                  </a:cubicBezTo>
                  <a:cubicBezTo>
                    <a:pt x="4015" y="3510"/>
                    <a:pt x="3790" y="2611"/>
                    <a:pt x="3594" y="1853"/>
                  </a:cubicBezTo>
                  <a:cubicBezTo>
                    <a:pt x="3482" y="1460"/>
                    <a:pt x="3397" y="1123"/>
                    <a:pt x="3313" y="842"/>
                  </a:cubicBezTo>
                  <a:cubicBezTo>
                    <a:pt x="3229" y="562"/>
                    <a:pt x="3173" y="365"/>
                    <a:pt x="3145" y="281"/>
                  </a:cubicBezTo>
                  <a:cubicBezTo>
                    <a:pt x="3117" y="169"/>
                    <a:pt x="3032" y="113"/>
                    <a:pt x="2976" y="84"/>
                  </a:cubicBezTo>
                  <a:cubicBezTo>
                    <a:pt x="2892" y="56"/>
                    <a:pt x="2808" y="28"/>
                    <a:pt x="2724" y="28"/>
                  </a:cubicBezTo>
                  <a:cubicBezTo>
                    <a:pt x="2611" y="28"/>
                    <a:pt x="2527" y="0"/>
                    <a:pt x="24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4168;p64">
              <a:extLst>
                <a:ext uri="{FF2B5EF4-FFF2-40B4-BE49-F238E27FC236}">
                  <a16:creationId xmlns:a16="http://schemas.microsoft.com/office/drawing/2014/main" id="{969A3DCE-2A4E-699B-76D8-E26B717F7BE6}"/>
                </a:ext>
              </a:extLst>
            </p:cNvPr>
            <p:cNvSpPr/>
            <p:nvPr/>
          </p:nvSpPr>
          <p:spPr>
            <a:xfrm>
              <a:off x="3807875" y="3450575"/>
              <a:ext cx="162875" cy="381150"/>
            </a:xfrm>
            <a:custGeom>
              <a:avLst/>
              <a:gdLst/>
              <a:ahLst/>
              <a:cxnLst/>
              <a:rect l="l" t="t" r="r" b="b"/>
              <a:pathLst>
                <a:path w="6515" h="15246" extrusionOk="0">
                  <a:moveTo>
                    <a:pt x="843" y="0"/>
                  </a:moveTo>
                  <a:cubicBezTo>
                    <a:pt x="843" y="0"/>
                    <a:pt x="1" y="2723"/>
                    <a:pt x="1" y="4717"/>
                  </a:cubicBezTo>
                  <a:cubicBezTo>
                    <a:pt x="1" y="6682"/>
                    <a:pt x="338" y="8928"/>
                    <a:pt x="759" y="11848"/>
                  </a:cubicBezTo>
                  <a:cubicBezTo>
                    <a:pt x="1037" y="13546"/>
                    <a:pt x="2144" y="15245"/>
                    <a:pt x="3039" y="15245"/>
                  </a:cubicBezTo>
                  <a:cubicBezTo>
                    <a:pt x="3046" y="15245"/>
                    <a:pt x="3054" y="15245"/>
                    <a:pt x="3061" y="15245"/>
                  </a:cubicBezTo>
                  <a:cubicBezTo>
                    <a:pt x="5812" y="15104"/>
                    <a:pt x="4802" y="10023"/>
                    <a:pt x="5307" y="7075"/>
                  </a:cubicBezTo>
                  <a:cubicBezTo>
                    <a:pt x="5812" y="4127"/>
                    <a:pt x="6261" y="3959"/>
                    <a:pt x="6514" y="702"/>
                  </a:cubicBezTo>
                  <a:lnTo>
                    <a:pt x="8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4169;p64">
              <a:extLst>
                <a:ext uri="{FF2B5EF4-FFF2-40B4-BE49-F238E27FC236}">
                  <a16:creationId xmlns:a16="http://schemas.microsoft.com/office/drawing/2014/main" id="{1976C145-D698-D04A-5ED8-12E37AE9B170}"/>
                </a:ext>
              </a:extLst>
            </p:cNvPr>
            <p:cNvSpPr/>
            <p:nvPr/>
          </p:nvSpPr>
          <p:spPr>
            <a:xfrm>
              <a:off x="3802275" y="3444500"/>
              <a:ext cx="174775" cy="392825"/>
            </a:xfrm>
            <a:custGeom>
              <a:avLst/>
              <a:gdLst/>
              <a:ahLst/>
              <a:cxnLst/>
              <a:rect l="l" t="t" r="r" b="b"/>
              <a:pathLst>
                <a:path w="6991" h="15713" extrusionOk="0">
                  <a:moveTo>
                    <a:pt x="1047" y="1"/>
                  </a:moveTo>
                  <a:cubicBezTo>
                    <a:pt x="955" y="1"/>
                    <a:pt x="864" y="71"/>
                    <a:pt x="842" y="159"/>
                  </a:cubicBezTo>
                  <a:cubicBezTo>
                    <a:pt x="842" y="187"/>
                    <a:pt x="0" y="2910"/>
                    <a:pt x="0" y="4960"/>
                  </a:cubicBezTo>
                  <a:cubicBezTo>
                    <a:pt x="0" y="6953"/>
                    <a:pt x="309" y="9199"/>
                    <a:pt x="758" y="12147"/>
                  </a:cubicBezTo>
                  <a:cubicBezTo>
                    <a:pt x="899" y="13017"/>
                    <a:pt x="1264" y="13888"/>
                    <a:pt x="1685" y="14561"/>
                  </a:cubicBezTo>
                  <a:cubicBezTo>
                    <a:pt x="1909" y="14898"/>
                    <a:pt x="2162" y="15179"/>
                    <a:pt x="2415" y="15375"/>
                  </a:cubicBezTo>
                  <a:cubicBezTo>
                    <a:pt x="2695" y="15572"/>
                    <a:pt x="2976" y="15712"/>
                    <a:pt x="3257" y="15712"/>
                  </a:cubicBezTo>
                  <a:lnTo>
                    <a:pt x="3313" y="15712"/>
                  </a:lnTo>
                  <a:cubicBezTo>
                    <a:pt x="3678" y="15712"/>
                    <a:pt x="4015" y="15600"/>
                    <a:pt x="4296" y="15404"/>
                  </a:cubicBezTo>
                  <a:cubicBezTo>
                    <a:pt x="4773" y="15095"/>
                    <a:pt x="5054" y="14561"/>
                    <a:pt x="5222" y="13944"/>
                  </a:cubicBezTo>
                  <a:cubicBezTo>
                    <a:pt x="5503" y="13017"/>
                    <a:pt x="5531" y="11838"/>
                    <a:pt x="5559" y="10659"/>
                  </a:cubicBezTo>
                  <a:cubicBezTo>
                    <a:pt x="5587" y="9480"/>
                    <a:pt x="5587" y="8301"/>
                    <a:pt x="5756" y="7346"/>
                  </a:cubicBezTo>
                  <a:cubicBezTo>
                    <a:pt x="6008" y="5886"/>
                    <a:pt x="6261" y="5128"/>
                    <a:pt x="6457" y="4314"/>
                  </a:cubicBezTo>
                  <a:cubicBezTo>
                    <a:pt x="6654" y="3472"/>
                    <a:pt x="6850" y="2601"/>
                    <a:pt x="6963" y="945"/>
                  </a:cubicBezTo>
                  <a:cubicBezTo>
                    <a:pt x="6991" y="833"/>
                    <a:pt x="6878" y="720"/>
                    <a:pt x="6766" y="692"/>
                  </a:cubicBezTo>
                  <a:cubicBezTo>
                    <a:pt x="6626" y="692"/>
                    <a:pt x="6514" y="777"/>
                    <a:pt x="6514" y="917"/>
                  </a:cubicBezTo>
                  <a:cubicBezTo>
                    <a:pt x="6373" y="2545"/>
                    <a:pt x="6205" y="3388"/>
                    <a:pt x="6008" y="4174"/>
                  </a:cubicBezTo>
                  <a:cubicBezTo>
                    <a:pt x="5812" y="4988"/>
                    <a:pt x="5559" y="5802"/>
                    <a:pt x="5306" y="7290"/>
                  </a:cubicBezTo>
                  <a:cubicBezTo>
                    <a:pt x="5026" y="8778"/>
                    <a:pt x="5166" y="10799"/>
                    <a:pt x="5026" y="12428"/>
                  </a:cubicBezTo>
                  <a:cubicBezTo>
                    <a:pt x="4941" y="13242"/>
                    <a:pt x="4801" y="13972"/>
                    <a:pt x="4520" y="14449"/>
                  </a:cubicBezTo>
                  <a:cubicBezTo>
                    <a:pt x="4380" y="14702"/>
                    <a:pt x="4239" y="14898"/>
                    <a:pt x="4015" y="15039"/>
                  </a:cubicBezTo>
                  <a:cubicBezTo>
                    <a:pt x="3818" y="15151"/>
                    <a:pt x="3594" y="15235"/>
                    <a:pt x="3285" y="15263"/>
                  </a:cubicBezTo>
                  <a:lnTo>
                    <a:pt x="3257" y="15263"/>
                  </a:lnTo>
                  <a:cubicBezTo>
                    <a:pt x="3116" y="15263"/>
                    <a:pt x="2920" y="15179"/>
                    <a:pt x="2723" y="15011"/>
                  </a:cubicBezTo>
                  <a:cubicBezTo>
                    <a:pt x="2078" y="14505"/>
                    <a:pt x="1404" y="13270"/>
                    <a:pt x="1235" y="12063"/>
                  </a:cubicBezTo>
                  <a:cubicBezTo>
                    <a:pt x="786" y="9143"/>
                    <a:pt x="477" y="6897"/>
                    <a:pt x="477" y="4960"/>
                  </a:cubicBezTo>
                  <a:cubicBezTo>
                    <a:pt x="477" y="4005"/>
                    <a:pt x="674" y="2826"/>
                    <a:pt x="871" y="1900"/>
                  </a:cubicBezTo>
                  <a:cubicBezTo>
                    <a:pt x="983" y="1450"/>
                    <a:pt x="1067" y="1029"/>
                    <a:pt x="1151" y="749"/>
                  </a:cubicBezTo>
                  <a:cubicBezTo>
                    <a:pt x="1235" y="468"/>
                    <a:pt x="1292" y="299"/>
                    <a:pt x="1292" y="299"/>
                  </a:cubicBezTo>
                  <a:cubicBezTo>
                    <a:pt x="1320" y="187"/>
                    <a:pt x="1264" y="47"/>
                    <a:pt x="1123" y="19"/>
                  </a:cubicBezTo>
                  <a:cubicBezTo>
                    <a:pt x="1099" y="6"/>
                    <a:pt x="1073" y="1"/>
                    <a:pt x="10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4170;p64">
              <a:extLst>
                <a:ext uri="{FF2B5EF4-FFF2-40B4-BE49-F238E27FC236}">
                  <a16:creationId xmlns:a16="http://schemas.microsoft.com/office/drawing/2014/main" id="{D5F31B71-8AFA-8260-5024-2D7DF837C50B}"/>
                </a:ext>
              </a:extLst>
            </p:cNvPr>
            <p:cNvSpPr/>
            <p:nvPr/>
          </p:nvSpPr>
          <p:spPr>
            <a:xfrm>
              <a:off x="4094250" y="5104850"/>
              <a:ext cx="209875" cy="142550"/>
            </a:xfrm>
            <a:custGeom>
              <a:avLst/>
              <a:gdLst/>
              <a:ahLst/>
              <a:cxnLst/>
              <a:rect l="l" t="t" r="r" b="b"/>
              <a:pathLst>
                <a:path w="8395" h="5702" extrusionOk="0">
                  <a:moveTo>
                    <a:pt x="2570" y="1"/>
                  </a:moveTo>
                  <a:cubicBezTo>
                    <a:pt x="2394" y="1"/>
                    <a:pt x="1689" y="22"/>
                    <a:pt x="983" y="338"/>
                  </a:cubicBezTo>
                  <a:cubicBezTo>
                    <a:pt x="197" y="703"/>
                    <a:pt x="0" y="1209"/>
                    <a:pt x="253" y="1714"/>
                  </a:cubicBezTo>
                  <a:cubicBezTo>
                    <a:pt x="534" y="2219"/>
                    <a:pt x="1123" y="3427"/>
                    <a:pt x="2106" y="4016"/>
                  </a:cubicBezTo>
                  <a:cubicBezTo>
                    <a:pt x="3060" y="4634"/>
                    <a:pt x="4408" y="4914"/>
                    <a:pt x="5166" y="5420"/>
                  </a:cubicBezTo>
                  <a:cubicBezTo>
                    <a:pt x="5456" y="5606"/>
                    <a:pt x="5835" y="5701"/>
                    <a:pt x="6222" y="5701"/>
                  </a:cubicBezTo>
                  <a:cubicBezTo>
                    <a:pt x="6883" y="5701"/>
                    <a:pt x="7571" y="5425"/>
                    <a:pt x="7889" y="4858"/>
                  </a:cubicBezTo>
                  <a:cubicBezTo>
                    <a:pt x="8395" y="3960"/>
                    <a:pt x="7777" y="1939"/>
                    <a:pt x="7777" y="1939"/>
                  </a:cubicBezTo>
                  <a:cubicBezTo>
                    <a:pt x="7777" y="1939"/>
                    <a:pt x="5643" y="1405"/>
                    <a:pt x="4464" y="872"/>
                  </a:cubicBezTo>
                  <a:cubicBezTo>
                    <a:pt x="3313" y="338"/>
                    <a:pt x="2611" y="1"/>
                    <a:pt x="2611" y="1"/>
                  </a:cubicBezTo>
                  <a:cubicBezTo>
                    <a:pt x="2611" y="1"/>
                    <a:pt x="2597" y="1"/>
                    <a:pt x="25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4171;p64">
              <a:extLst>
                <a:ext uri="{FF2B5EF4-FFF2-40B4-BE49-F238E27FC236}">
                  <a16:creationId xmlns:a16="http://schemas.microsoft.com/office/drawing/2014/main" id="{2C10BEAF-3C12-E9F0-DC52-0D28AAED3F5D}"/>
                </a:ext>
              </a:extLst>
            </p:cNvPr>
            <p:cNvSpPr/>
            <p:nvPr/>
          </p:nvSpPr>
          <p:spPr>
            <a:xfrm>
              <a:off x="4092150" y="5099250"/>
              <a:ext cx="209875" cy="153750"/>
            </a:xfrm>
            <a:custGeom>
              <a:avLst/>
              <a:gdLst/>
              <a:ahLst/>
              <a:cxnLst/>
              <a:rect l="l" t="t" r="r" b="b"/>
              <a:pathLst>
                <a:path w="8395" h="6150" extrusionOk="0">
                  <a:moveTo>
                    <a:pt x="2584" y="451"/>
                  </a:moveTo>
                  <a:cubicBezTo>
                    <a:pt x="2619" y="467"/>
                    <a:pt x="3315" y="800"/>
                    <a:pt x="4464" y="1320"/>
                  </a:cubicBezTo>
                  <a:cubicBezTo>
                    <a:pt x="5502" y="1779"/>
                    <a:pt x="7224" y="2237"/>
                    <a:pt x="7687" y="2357"/>
                  </a:cubicBezTo>
                  <a:lnTo>
                    <a:pt x="7687" y="2357"/>
                  </a:lnTo>
                  <a:cubicBezTo>
                    <a:pt x="7765" y="2647"/>
                    <a:pt x="7945" y="3393"/>
                    <a:pt x="7945" y="4072"/>
                  </a:cubicBezTo>
                  <a:cubicBezTo>
                    <a:pt x="7945" y="4437"/>
                    <a:pt x="7889" y="4773"/>
                    <a:pt x="7777" y="4970"/>
                  </a:cubicBezTo>
                  <a:cubicBezTo>
                    <a:pt x="7636" y="5195"/>
                    <a:pt x="7412" y="5391"/>
                    <a:pt x="7159" y="5503"/>
                  </a:cubicBezTo>
                  <a:cubicBezTo>
                    <a:pt x="6906" y="5644"/>
                    <a:pt x="6598" y="5700"/>
                    <a:pt x="6289" y="5700"/>
                  </a:cubicBezTo>
                  <a:cubicBezTo>
                    <a:pt x="5952" y="5700"/>
                    <a:pt x="5615" y="5616"/>
                    <a:pt x="5390" y="5447"/>
                  </a:cubicBezTo>
                  <a:cubicBezTo>
                    <a:pt x="4969" y="5195"/>
                    <a:pt x="4436" y="4970"/>
                    <a:pt x="3874" y="4773"/>
                  </a:cubicBezTo>
                  <a:cubicBezTo>
                    <a:pt x="3341" y="4549"/>
                    <a:pt x="2751" y="4324"/>
                    <a:pt x="2302" y="4044"/>
                  </a:cubicBezTo>
                  <a:cubicBezTo>
                    <a:pt x="1404" y="3482"/>
                    <a:pt x="814" y="2331"/>
                    <a:pt x="562" y="1826"/>
                  </a:cubicBezTo>
                  <a:cubicBezTo>
                    <a:pt x="477" y="1713"/>
                    <a:pt x="477" y="1601"/>
                    <a:pt x="477" y="1517"/>
                  </a:cubicBezTo>
                  <a:cubicBezTo>
                    <a:pt x="477" y="1405"/>
                    <a:pt x="505" y="1292"/>
                    <a:pt x="618" y="1152"/>
                  </a:cubicBezTo>
                  <a:cubicBezTo>
                    <a:pt x="730" y="1040"/>
                    <a:pt x="898" y="899"/>
                    <a:pt x="1179" y="787"/>
                  </a:cubicBezTo>
                  <a:cubicBezTo>
                    <a:pt x="1748" y="502"/>
                    <a:pt x="2341" y="456"/>
                    <a:pt x="2584" y="451"/>
                  </a:cubicBezTo>
                  <a:close/>
                  <a:moveTo>
                    <a:pt x="2639" y="1"/>
                  </a:moveTo>
                  <a:cubicBezTo>
                    <a:pt x="2414" y="1"/>
                    <a:pt x="1713" y="29"/>
                    <a:pt x="983" y="338"/>
                  </a:cubicBezTo>
                  <a:cubicBezTo>
                    <a:pt x="674" y="506"/>
                    <a:pt x="421" y="675"/>
                    <a:pt x="253" y="871"/>
                  </a:cubicBezTo>
                  <a:cubicBezTo>
                    <a:pt x="84" y="1040"/>
                    <a:pt x="0" y="1292"/>
                    <a:pt x="0" y="1517"/>
                  </a:cubicBezTo>
                  <a:cubicBezTo>
                    <a:pt x="0" y="1713"/>
                    <a:pt x="56" y="1882"/>
                    <a:pt x="140" y="2050"/>
                  </a:cubicBezTo>
                  <a:cubicBezTo>
                    <a:pt x="393" y="2556"/>
                    <a:pt x="1011" y="3791"/>
                    <a:pt x="2050" y="4437"/>
                  </a:cubicBezTo>
                  <a:cubicBezTo>
                    <a:pt x="2583" y="4745"/>
                    <a:pt x="3173" y="4998"/>
                    <a:pt x="3706" y="5195"/>
                  </a:cubicBezTo>
                  <a:cubicBezTo>
                    <a:pt x="4267" y="5419"/>
                    <a:pt x="4773" y="5616"/>
                    <a:pt x="5138" y="5840"/>
                  </a:cubicBezTo>
                  <a:cubicBezTo>
                    <a:pt x="5475" y="6065"/>
                    <a:pt x="5868" y="6149"/>
                    <a:pt x="6289" y="6149"/>
                  </a:cubicBezTo>
                  <a:cubicBezTo>
                    <a:pt x="6654" y="6149"/>
                    <a:pt x="7047" y="6093"/>
                    <a:pt x="7356" y="5925"/>
                  </a:cubicBezTo>
                  <a:cubicBezTo>
                    <a:pt x="7693" y="5784"/>
                    <a:pt x="7973" y="5532"/>
                    <a:pt x="8170" y="5195"/>
                  </a:cubicBezTo>
                  <a:cubicBezTo>
                    <a:pt x="8338" y="4858"/>
                    <a:pt x="8394" y="4465"/>
                    <a:pt x="8394" y="4072"/>
                  </a:cubicBezTo>
                  <a:cubicBezTo>
                    <a:pt x="8394" y="3117"/>
                    <a:pt x="8086" y="2106"/>
                    <a:pt x="8086" y="2106"/>
                  </a:cubicBezTo>
                  <a:cubicBezTo>
                    <a:pt x="8058" y="2022"/>
                    <a:pt x="8001" y="1966"/>
                    <a:pt x="7917" y="1938"/>
                  </a:cubicBezTo>
                  <a:cubicBezTo>
                    <a:pt x="7917" y="1938"/>
                    <a:pt x="7805" y="1910"/>
                    <a:pt x="7580" y="1854"/>
                  </a:cubicBezTo>
                  <a:cubicBezTo>
                    <a:pt x="6935" y="1685"/>
                    <a:pt x="5503" y="1264"/>
                    <a:pt x="4660" y="899"/>
                  </a:cubicBezTo>
                  <a:cubicBezTo>
                    <a:pt x="4071" y="618"/>
                    <a:pt x="3594" y="394"/>
                    <a:pt x="3285" y="253"/>
                  </a:cubicBezTo>
                  <a:cubicBezTo>
                    <a:pt x="2948" y="113"/>
                    <a:pt x="2779" y="29"/>
                    <a:pt x="2779" y="29"/>
                  </a:cubicBezTo>
                  <a:lnTo>
                    <a:pt x="26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4172;p64">
              <a:extLst>
                <a:ext uri="{FF2B5EF4-FFF2-40B4-BE49-F238E27FC236}">
                  <a16:creationId xmlns:a16="http://schemas.microsoft.com/office/drawing/2014/main" id="{946F5650-93E1-D26E-FE05-9FBEB69B36FB}"/>
                </a:ext>
              </a:extLst>
            </p:cNvPr>
            <p:cNvSpPr/>
            <p:nvPr/>
          </p:nvSpPr>
          <p:spPr>
            <a:xfrm>
              <a:off x="4095650" y="5121025"/>
              <a:ext cx="197950" cy="126375"/>
            </a:xfrm>
            <a:custGeom>
              <a:avLst/>
              <a:gdLst/>
              <a:ahLst/>
              <a:cxnLst/>
              <a:rect l="l" t="t" r="r" b="b"/>
              <a:pathLst>
                <a:path w="7918" h="5055" extrusionOk="0">
                  <a:moveTo>
                    <a:pt x="450" y="0"/>
                  </a:moveTo>
                  <a:cubicBezTo>
                    <a:pt x="57" y="309"/>
                    <a:pt x="0" y="702"/>
                    <a:pt x="197" y="1067"/>
                  </a:cubicBezTo>
                  <a:cubicBezTo>
                    <a:pt x="478" y="1572"/>
                    <a:pt x="1067" y="2780"/>
                    <a:pt x="2050" y="3369"/>
                  </a:cubicBezTo>
                  <a:cubicBezTo>
                    <a:pt x="3004" y="3987"/>
                    <a:pt x="4352" y="4267"/>
                    <a:pt x="5110" y="4773"/>
                  </a:cubicBezTo>
                  <a:cubicBezTo>
                    <a:pt x="5400" y="4959"/>
                    <a:pt x="5779" y="5054"/>
                    <a:pt x="6166" y="5054"/>
                  </a:cubicBezTo>
                  <a:cubicBezTo>
                    <a:pt x="6827" y="5054"/>
                    <a:pt x="7515" y="4778"/>
                    <a:pt x="7833" y="4211"/>
                  </a:cubicBezTo>
                  <a:cubicBezTo>
                    <a:pt x="7861" y="4127"/>
                    <a:pt x="7889" y="4043"/>
                    <a:pt x="7918" y="3959"/>
                  </a:cubicBezTo>
                  <a:lnTo>
                    <a:pt x="7918" y="3959"/>
                  </a:lnTo>
                  <a:cubicBezTo>
                    <a:pt x="7377" y="4500"/>
                    <a:pt x="6619" y="4674"/>
                    <a:pt x="6043" y="4674"/>
                  </a:cubicBezTo>
                  <a:cubicBezTo>
                    <a:pt x="5871" y="4674"/>
                    <a:pt x="5716" y="4658"/>
                    <a:pt x="5587" y="4632"/>
                  </a:cubicBezTo>
                  <a:cubicBezTo>
                    <a:pt x="4914" y="4520"/>
                    <a:pt x="3706" y="3678"/>
                    <a:pt x="2948" y="3369"/>
                  </a:cubicBezTo>
                  <a:cubicBezTo>
                    <a:pt x="2162" y="3060"/>
                    <a:pt x="1264" y="2162"/>
                    <a:pt x="843" y="1404"/>
                  </a:cubicBezTo>
                  <a:cubicBezTo>
                    <a:pt x="534" y="842"/>
                    <a:pt x="450" y="281"/>
                    <a:pt x="4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4173;p64">
              <a:extLst>
                <a:ext uri="{FF2B5EF4-FFF2-40B4-BE49-F238E27FC236}">
                  <a16:creationId xmlns:a16="http://schemas.microsoft.com/office/drawing/2014/main" id="{85CCC316-375B-E4EE-5CC0-B10F4E27C4B6}"/>
                </a:ext>
              </a:extLst>
            </p:cNvPr>
            <p:cNvSpPr/>
            <p:nvPr/>
          </p:nvSpPr>
          <p:spPr>
            <a:xfrm>
              <a:off x="4092150" y="5115125"/>
              <a:ext cx="208475" cy="137875"/>
            </a:xfrm>
            <a:custGeom>
              <a:avLst/>
              <a:gdLst/>
              <a:ahLst/>
              <a:cxnLst/>
              <a:rect l="l" t="t" r="r" b="b"/>
              <a:pathLst>
                <a:path w="8339" h="5515" extrusionOk="0">
                  <a:moveTo>
                    <a:pt x="606" y="0"/>
                  </a:moveTo>
                  <a:cubicBezTo>
                    <a:pt x="544" y="0"/>
                    <a:pt x="483" y="27"/>
                    <a:pt x="421" y="68"/>
                  </a:cubicBezTo>
                  <a:cubicBezTo>
                    <a:pt x="140" y="292"/>
                    <a:pt x="0" y="573"/>
                    <a:pt x="0" y="882"/>
                  </a:cubicBezTo>
                  <a:cubicBezTo>
                    <a:pt x="0" y="1078"/>
                    <a:pt x="56" y="1247"/>
                    <a:pt x="140" y="1415"/>
                  </a:cubicBezTo>
                  <a:cubicBezTo>
                    <a:pt x="393" y="1921"/>
                    <a:pt x="1011" y="3156"/>
                    <a:pt x="2050" y="3802"/>
                  </a:cubicBezTo>
                  <a:cubicBezTo>
                    <a:pt x="2583" y="4110"/>
                    <a:pt x="3173" y="4363"/>
                    <a:pt x="3706" y="4560"/>
                  </a:cubicBezTo>
                  <a:cubicBezTo>
                    <a:pt x="4267" y="4784"/>
                    <a:pt x="4773" y="4981"/>
                    <a:pt x="5138" y="5205"/>
                  </a:cubicBezTo>
                  <a:cubicBezTo>
                    <a:pt x="5475" y="5430"/>
                    <a:pt x="5868" y="5514"/>
                    <a:pt x="6289" y="5514"/>
                  </a:cubicBezTo>
                  <a:cubicBezTo>
                    <a:pt x="6654" y="5514"/>
                    <a:pt x="7047" y="5458"/>
                    <a:pt x="7356" y="5290"/>
                  </a:cubicBezTo>
                  <a:cubicBezTo>
                    <a:pt x="7693" y="5149"/>
                    <a:pt x="7973" y="4897"/>
                    <a:pt x="8170" y="4560"/>
                  </a:cubicBezTo>
                  <a:cubicBezTo>
                    <a:pt x="8226" y="4475"/>
                    <a:pt x="8254" y="4363"/>
                    <a:pt x="8282" y="4279"/>
                  </a:cubicBezTo>
                  <a:cubicBezTo>
                    <a:pt x="8338" y="4167"/>
                    <a:pt x="8282" y="4054"/>
                    <a:pt x="8198" y="3998"/>
                  </a:cubicBezTo>
                  <a:cubicBezTo>
                    <a:pt x="8155" y="3977"/>
                    <a:pt x="8112" y="3968"/>
                    <a:pt x="8072" y="3968"/>
                  </a:cubicBezTo>
                  <a:cubicBezTo>
                    <a:pt x="8008" y="3968"/>
                    <a:pt x="7952" y="3991"/>
                    <a:pt x="7917" y="4026"/>
                  </a:cubicBezTo>
                  <a:cubicBezTo>
                    <a:pt x="7443" y="4474"/>
                    <a:pt x="6796" y="4675"/>
                    <a:pt x="6278" y="4675"/>
                  </a:cubicBezTo>
                  <a:cubicBezTo>
                    <a:pt x="6243" y="4675"/>
                    <a:pt x="6210" y="4674"/>
                    <a:pt x="6176" y="4672"/>
                  </a:cubicBezTo>
                  <a:cubicBezTo>
                    <a:pt x="6008" y="4672"/>
                    <a:pt x="5868" y="4672"/>
                    <a:pt x="5783" y="4644"/>
                  </a:cubicBezTo>
                  <a:cubicBezTo>
                    <a:pt x="5503" y="4588"/>
                    <a:pt x="5025" y="4363"/>
                    <a:pt x="4548" y="4110"/>
                  </a:cubicBezTo>
                  <a:cubicBezTo>
                    <a:pt x="4071" y="3830"/>
                    <a:pt x="3594" y="3549"/>
                    <a:pt x="3173" y="3380"/>
                  </a:cubicBezTo>
                  <a:cubicBezTo>
                    <a:pt x="2836" y="3268"/>
                    <a:pt x="2414" y="2959"/>
                    <a:pt x="2078" y="2622"/>
                  </a:cubicBezTo>
                  <a:cubicBezTo>
                    <a:pt x="1713" y="2286"/>
                    <a:pt x="1376" y="1893"/>
                    <a:pt x="1179" y="1528"/>
                  </a:cubicBezTo>
                  <a:cubicBezTo>
                    <a:pt x="898" y="1022"/>
                    <a:pt x="814" y="489"/>
                    <a:pt x="814" y="236"/>
                  </a:cubicBezTo>
                  <a:cubicBezTo>
                    <a:pt x="814" y="124"/>
                    <a:pt x="758" y="68"/>
                    <a:pt x="674" y="12"/>
                  </a:cubicBezTo>
                  <a:cubicBezTo>
                    <a:pt x="651" y="4"/>
                    <a:pt x="629" y="0"/>
                    <a:pt x="6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4174;p64">
              <a:extLst>
                <a:ext uri="{FF2B5EF4-FFF2-40B4-BE49-F238E27FC236}">
                  <a16:creationId xmlns:a16="http://schemas.microsoft.com/office/drawing/2014/main" id="{C5346272-5861-A2C4-6299-D9B8ADB4610E}"/>
                </a:ext>
              </a:extLst>
            </p:cNvPr>
            <p:cNvSpPr/>
            <p:nvPr/>
          </p:nvSpPr>
          <p:spPr>
            <a:xfrm>
              <a:off x="4480275" y="5126625"/>
              <a:ext cx="139000" cy="99000"/>
            </a:xfrm>
            <a:custGeom>
              <a:avLst/>
              <a:gdLst/>
              <a:ahLst/>
              <a:cxnLst/>
              <a:rect l="l" t="t" r="r" b="b"/>
              <a:pathLst>
                <a:path w="5560" h="3960" extrusionOk="0">
                  <a:moveTo>
                    <a:pt x="0" y="1"/>
                  </a:moveTo>
                  <a:lnTo>
                    <a:pt x="0" y="1"/>
                  </a:lnTo>
                  <a:cubicBezTo>
                    <a:pt x="0" y="1"/>
                    <a:pt x="253" y="1573"/>
                    <a:pt x="253" y="2191"/>
                  </a:cubicBezTo>
                  <a:cubicBezTo>
                    <a:pt x="253" y="2836"/>
                    <a:pt x="1320" y="3959"/>
                    <a:pt x="2415" y="3959"/>
                  </a:cubicBezTo>
                  <a:cubicBezTo>
                    <a:pt x="3538" y="3959"/>
                    <a:pt x="4633" y="3538"/>
                    <a:pt x="5110" y="2977"/>
                  </a:cubicBezTo>
                  <a:cubicBezTo>
                    <a:pt x="5559" y="2387"/>
                    <a:pt x="5391" y="422"/>
                    <a:pt x="5391" y="422"/>
                  </a:cubicBezTo>
                  <a:lnTo>
                    <a:pt x="5391" y="422"/>
                  </a:lnTo>
                  <a:cubicBezTo>
                    <a:pt x="5391" y="422"/>
                    <a:pt x="4066" y="627"/>
                    <a:pt x="2704" y="627"/>
                  </a:cubicBezTo>
                  <a:cubicBezTo>
                    <a:pt x="1597" y="627"/>
                    <a:pt x="466" y="492"/>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4175;p64">
              <a:extLst>
                <a:ext uri="{FF2B5EF4-FFF2-40B4-BE49-F238E27FC236}">
                  <a16:creationId xmlns:a16="http://schemas.microsoft.com/office/drawing/2014/main" id="{6CB5890A-C48F-2479-5C98-D825ADE04610}"/>
                </a:ext>
              </a:extLst>
            </p:cNvPr>
            <p:cNvSpPr/>
            <p:nvPr/>
          </p:nvSpPr>
          <p:spPr>
            <a:xfrm>
              <a:off x="4474650" y="5120600"/>
              <a:ext cx="147425" cy="111325"/>
            </a:xfrm>
            <a:custGeom>
              <a:avLst/>
              <a:gdLst/>
              <a:ahLst/>
              <a:cxnLst/>
              <a:rect l="l" t="t" r="r" b="b"/>
              <a:pathLst>
                <a:path w="5897" h="4453" extrusionOk="0">
                  <a:moveTo>
                    <a:pt x="549" y="720"/>
                  </a:moveTo>
                  <a:lnTo>
                    <a:pt x="549" y="720"/>
                  </a:lnTo>
                  <a:cubicBezTo>
                    <a:pt x="780" y="831"/>
                    <a:pt x="1042" y="910"/>
                    <a:pt x="1320" y="972"/>
                  </a:cubicBezTo>
                  <a:cubicBezTo>
                    <a:pt x="1826" y="1056"/>
                    <a:pt x="2387" y="1112"/>
                    <a:pt x="2977" y="1112"/>
                  </a:cubicBezTo>
                  <a:cubicBezTo>
                    <a:pt x="3987" y="1112"/>
                    <a:pt x="4953" y="991"/>
                    <a:pt x="5394" y="926"/>
                  </a:cubicBezTo>
                  <a:lnTo>
                    <a:pt x="5394" y="926"/>
                  </a:lnTo>
                  <a:cubicBezTo>
                    <a:pt x="5419" y="1040"/>
                    <a:pt x="5419" y="1231"/>
                    <a:pt x="5419" y="1449"/>
                  </a:cubicBezTo>
                  <a:cubicBezTo>
                    <a:pt x="5419" y="1758"/>
                    <a:pt x="5391" y="2095"/>
                    <a:pt x="5363" y="2403"/>
                  </a:cubicBezTo>
                  <a:cubicBezTo>
                    <a:pt x="5307" y="2712"/>
                    <a:pt x="5223" y="2965"/>
                    <a:pt x="5138" y="3049"/>
                  </a:cubicBezTo>
                  <a:cubicBezTo>
                    <a:pt x="4942" y="3302"/>
                    <a:pt x="4577" y="3526"/>
                    <a:pt x="4128" y="3695"/>
                  </a:cubicBezTo>
                  <a:cubicBezTo>
                    <a:pt x="3707" y="3863"/>
                    <a:pt x="3173" y="3976"/>
                    <a:pt x="2640" y="3976"/>
                  </a:cubicBezTo>
                  <a:cubicBezTo>
                    <a:pt x="2163" y="3976"/>
                    <a:pt x="1685" y="3723"/>
                    <a:pt x="1292" y="3386"/>
                  </a:cubicBezTo>
                  <a:cubicBezTo>
                    <a:pt x="1124" y="3218"/>
                    <a:pt x="955" y="3049"/>
                    <a:pt x="843" y="2853"/>
                  </a:cubicBezTo>
                  <a:cubicBezTo>
                    <a:pt x="759" y="2684"/>
                    <a:pt x="703" y="2544"/>
                    <a:pt x="703" y="2432"/>
                  </a:cubicBezTo>
                  <a:cubicBezTo>
                    <a:pt x="703" y="2095"/>
                    <a:pt x="647" y="1533"/>
                    <a:pt x="590" y="1056"/>
                  </a:cubicBezTo>
                  <a:cubicBezTo>
                    <a:pt x="576" y="937"/>
                    <a:pt x="562" y="824"/>
                    <a:pt x="549" y="720"/>
                  </a:cubicBezTo>
                  <a:close/>
                  <a:moveTo>
                    <a:pt x="241" y="0"/>
                  </a:moveTo>
                  <a:cubicBezTo>
                    <a:pt x="207" y="0"/>
                    <a:pt x="172" y="7"/>
                    <a:pt x="141" y="17"/>
                  </a:cubicBezTo>
                  <a:cubicBezTo>
                    <a:pt x="29" y="73"/>
                    <a:pt x="1" y="157"/>
                    <a:pt x="1" y="270"/>
                  </a:cubicBezTo>
                  <a:cubicBezTo>
                    <a:pt x="1" y="270"/>
                    <a:pt x="57" y="663"/>
                    <a:pt x="113" y="1112"/>
                  </a:cubicBezTo>
                  <a:cubicBezTo>
                    <a:pt x="169" y="1589"/>
                    <a:pt x="225" y="2151"/>
                    <a:pt x="225" y="2432"/>
                  </a:cubicBezTo>
                  <a:cubicBezTo>
                    <a:pt x="225" y="2656"/>
                    <a:pt x="338" y="2881"/>
                    <a:pt x="450" y="3105"/>
                  </a:cubicBezTo>
                  <a:cubicBezTo>
                    <a:pt x="647" y="3442"/>
                    <a:pt x="955" y="3751"/>
                    <a:pt x="1348" y="4004"/>
                  </a:cubicBezTo>
                  <a:cubicBezTo>
                    <a:pt x="1713" y="4256"/>
                    <a:pt x="2163" y="4453"/>
                    <a:pt x="2640" y="4453"/>
                  </a:cubicBezTo>
                  <a:cubicBezTo>
                    <a:pt x="3229" y="4453"/>
                    <a:pt x="3791" y="4341"/>
                    <a:pt x="4296" y="4144"/>
                  </a:cubicBezTo>
                  <a:cubicBezTo>
                    <a:pt x="4802" y="3948"/>
                    <a:pt x="5223" y="3695"/>
                    <a:pt x="5503" y="3358"/>
                  </a:cubicBezTo>
                  <a:cubicBezTo>
                    <a:pt x="5700" y="3133"/>
                    <a:pt x="5756" y="2797"/>
                    <a:pt x="5812" y="2460"/>
                  </a:cubicBezTo>
                  <a:cubicBezTo>
                    <a:pt x="5868" y="2123"/>
                    <a:pt x="5896" y="1758"/>
                    <a:pt x="5896" y="1449"/>
                  </a:cubicBezTo>
                  <a:cubicBezTo>
                    <a:pt x="5896" y="1000"/>
                    <a:pt x="5868" y="663"/>
                    <a:pt x="5868" y="635"/>
                  </a:cubicBezTo>
                  <a:cubicBezTo>
                    <a:pt x="5840" y="579"/>
                    <a:pt x="5812" y="522"/>
                    <a:pt x="5756" y="494"/>
                  </a:cubicBezTo>
                  <a:cubicBezTo>
                    <a:pt x="5728" y="438"/>
                    <a:pt x="5644" y="438"/>
                    <a:pt x="5588" y="438"/>
                  </a:cubicBezTo>
                  <a:cubicBezTo>
                    <a:pt x="5588" y="438"/>
                    <a:pt x="5503" y="438"/>
                    <a:pt x="5363" y="466"/>
                  </a:cubicBezTo>
                  <a:cubicBezTo>
                    <a:pt x="4942" y="522"/>
                    <a:pt x="3959" y="635"/>
                    <a:pt x="2977" y="635"/>
                  </a:cubicBezTo>
                  <a:cubicBezTo>
                    <a:pt x="2415" y="635"/>
                    <a:pt x="1854" y="607"/>
                    <a:pt x="1405" y="494"/>
                  </a:cubicBezTo>
                  <a:cubicBezTo>
                    <a:pt x="955" y="410"/>
                    <a:pt x="590" y="270"/>
                    <a:pt x="394" y="73"/>
                  </a:cubicBezTo>
                  <a:cubicBezTo>
                    <a:pt x="358" y="20"/>
                    <a:pt x="300" y="0"/>
                    <a:pt x="2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4176;p64">
              <a:extLst>
                <a:ext uri="{FF2B5EF4-FFF2-40B4-BE49-F238E27FC236}">
                  <a16:creationId xmlns:a16="http://schemas.microsoft.com/office/drawing/2014/main" id="{4ACA5445-BD9B-30A1-CD77-D11457406599}"/>
                </a:ext>
              </a:extLst>
            </p:cNvPr>
            <p:cNvSpPr/>
            <p:nvPr/>
          </p:nvSpPr>
          <p:spPr>
            <a:xfrm>
              <a:off x="4485875" y="5175750"/>
              <a:ext cx="127775" cy="49875"/>
            </a:xfrm>
            <a:custGeom>
              <a:avLst/>
              <a:gdLst/>
              <a:ahLst/>
              <a:cxnLst/>
              <a:rect l="l" t="t" r="r" b="b"/>
              <a:pathLst>
                <a:path w="5111" h="1995" extrusionOk="0">
                  <a:moveTo>
                    <a:pt x="1" y="1"/>
                  </a:moveTo>
                  <a:cubicBezTo>
                    <a:pt x="29" y="85"/>
                    <a:pt x="29" y="169"/>
                    <a:pt x="29" y="226"/>
                  </a:cubicBezTo>
                  <a:cubicBezTo>
                    <a:pt x="29" y="871"/>
                    <a:pt x="1096" y="1994"/>
                    <a:pt x="2191" y="1994"/>
                  </a:cubicBezTo>
                  <a:cubicBezTo>
                    <a:pt x="3314" y="1994"/>
                    <a:pt x="4409" y="1573"/>
                    <a:pt x="4886" y="1012"/>
                  </a:cubicBezTo>
                  <a:cubicBezTo>
                    <a:pt x="4998" y="843"/>
                    <a:pt x="5083" y="619"/>
                    <a:pt x="5111" y="338"/>
                  </a:cubicBezTo>
                  <a:lnTo>
                    <a:pt x="5111" y="338"/>
                  </a:lnTo>
                  <a:cubicBezTo>
                    <a:pt x="4636" y="862"/>
                    <a:pt x="3739" y="1609"/>
                    <a:pt x="2697" y="1609"/>
                  </a:cubicBezTo>
                  <a:cubicBezTo>
                    <a:pt x="2567" y="1609"/>
                    <a:pt x="2436" y="1598"/>
                    <a:pt x="2303" y="1573"/>
                  </a:cubicBezTo>
                  <a:cubicBezTo>
                    <a:pt x="1180" y="1349"/>
                    <a:pt x="366" y="478"/>
                    <a:pt x="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4177;p64">
              <a:extLst>
                <a:ext uri="{FF2B5EF4-FFF2-40B4-BE49-F238E27FC236}">
                  <a16:creationId xmlns:a16="http://schemas.microsoft.com/office/drawing/2014/main" id="{BB2FFF76-10E2-EF91-F579-0F62B2CFB3B9}"/>
                </a:ext>
              </a:extLst>
            </p:cNvPr>
            <p:cNvSpPr/>
            <p:nvPr/>
          </p:nvSpPr>
          <p:spPr>
            <a:xfrm>
              <a:off x="4480275" y="5169875"/>
              <a:ext cx="139700" cy="62050"/>
            </a:xfrm>
            <a:custGeom>
              <a:avLst/>
              <a:gdLst/>
              <a:ahLst/>
              <a:cxnLst/>
              <a:rect l="l" t="t" r="r" b="b"/>
              <a:pathLst>
                <a:path w="5588" h="2482" extrusionOk="0">
                  <a:moveTo>
                    <a:pt x="1012" y="1359"/>
                  </a:moveTo>
                  <a:cubicBezTo>
                    <a:pt x="1374" y="1636"/>
                    <a:pt x="1814" y="1880"/>
                    <a:pt x="2324" y="2002"/>
                  </a:cubicBezTo>
                  <a:lnTo>
                    <a:pt x="2324" y="2002"/>
                  </a:lnTo>
                  <a:cubicBezTo>
                    <a:pt x="1878" y="1972"/>
                    <a:pt x="1435" y="1731"/>
                    <a:pt x="1067" y="1415"/>
                  </a:cubicBezTo>
                  <a:cubicBezTo>
                    <a:pt x="1049" y="1397"/>
                    <a:pt x="1030" y="1378"/>
                    <a:pt x="1012" y="1359"/>
                  </a:cubicBezTo>
                  <a:close/>
                  <a:moveTo>
                    <a:pt x="236" y="1"/>
                  </a:moveTo>
                  <a:cubicBezTo>
                    <a:pt x="213" y="1"/>
                    <a:pt x="190" y="4"/>
                    <a:pt x="169" y="11"/>
                  </a:cubicBezTo>
                  <a:cubicBezTo>
                    <a:pt x="57" y="39"/>
                    <a:pt x="0" y="152"/>
                    <a:pt x="0" y="236"/>
                  </a:cubicBezTo>
                  <a:cubicBezTo>
                    <a:pt x="0" y="320"/>
                    <a:pt x="0" y="404"/>
                    <a:pt x="0" y="461"/>
                  </a:cubicBezTo>
                  <a:cubicBezTo>
                    <a:pt x="0" y="685"/>
                    <a:pt x="113" y="910"/>
                    <a:pt x="225" y="1134"/>
                  </a:cubicBezTo>
                  <a:cubicBezTo>
                    <a:pt x="422" y="1471"/>
                    <a:pt x="730" y="1780"/>
                    <a:pt x="1123" y="2033"/>
                  </a:cubicBezTo>
                  <a:cubicBezTo>
                    <a:pt x="1488" y="2285"/>
                    <a:pt x="1938" y="2482"/>
                    <a:pt x="2415" y="2482"/>
                  </a:cubicBezTo>
                  <a:cubicBezTo>
                    <a:pt x="3004" y="2482"/>
                    <a:pt x="3566" y="2370"/>
                    <a:pt x="4071" y="2173"/>
                  </a:cubicBezTo>
                  <a:cubicBezTo>
                    <a:pt x="4577" y="1977"/>
                    <a:pt x="4998" y="1724"/>
                    <a:pt x="5278" y="1387"/>
                  </a:cubicBezTo>
                  <a:cubicBezTo>
                    <a:pt x="5447" y="1190"/>
                    <a:pt x="5531" y="910"/>
                    <a:pt x="5587" y="629"/>
                  </a:cubicBezTo>
                  <a:cubicBezTo>
                    <a:pt x="5587" y="517"/>
                    <a:pt x="5531" y="404"/>
                    <a:pt x="5447" y="376"/>
                  </a:cubicBezTo>
                  <a:cubicBezTo>
                    <a:pt x="5417" y="356"/>
                    <a:pt x="5384" y="347"/>
                    <a:pt x="5349" y="347"/>
                  </a:cubicBezTo>
                  <a:cubicBezTo>
                    <a:pt x="5287" y="347"/>
                    <a:pt x="5221" y="378"/>
                    <a:pt x="5166" y="432"/>
                  </a:cubicBezTo>
                  <a:cubicBezTo>
                    <a:pt x="4942" y="685"/>
                    <a:pt x="4605" y="966"/>
                    <a:pt x="4240" y="1219"/>
                  </a:cubicBezTo>
                  <a:cubicBezTo>
                    <a:pt x="3847" y="1443"/>
                    <a:pt x="3397" y="1612"/>
                    <a:pt x="2920" y="1612"/>
                  </a:cubicBezTo>
                  <a:cubicBezTo>
                    <a:pt x="2808" y="1612"/>
                    <a:pt x="2696" y="1612"/>
                    <a:pt x="2555" y="1584"/>
                  </a:cubicBezTo>
                  <a:cubicBezTo>
                    <a:pt x="1544" y="1387"/>
                    <a:pt x="786" y="545"/>
                    <a:pt x="422" y="96"/>
                  </a:cubicBezTo>
                  <a:cubicBezTo>
                    <a:pt x="379" y="32"/>
                    <a:pt x="306" y="1"/>
                    <a:pt x="2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4178;p64">
              <a:extLst>
                <a:ext uri="{FF2B5EF4-FFF2-40B4-BE49-F238E27FC236}">
                  <a16:creationId xmlns:a16="http://schemas.microsoft.com/office/drawing/2014/main" id="{5FDE28EA-D6A5-D4A0-916A-23E149EAC5A3}"/>
                </a:ext>
              </a:extLst>
            </p:cNvPr>
            <p:cNvSpPr/>
            <p:nvPr/>
          </p:nvSpPr>
          <p:spPr>
            <a:xfrm>
              <a:off x="4017975" y="3637125"/>
              <a:ext cx="654625" cy="1546225"/>
            </a:xfrm>
            <a:custGeom>
              <a:avLst/>
              <a:gdLst/>
              <a:ahLst/>
              <a:cxnLst/>
              <a:rect l="l" t="t" r="r" b="b"/>
              <a:pathLst>
                <a:path w="26185" h="61849" extrusionOk="0">
                  <a:moveTo>
                    <a:pt x="360" y="0"/>
                  </a:moveTo>
                  <a:cubicBezTo>
                    <a:pt x="136" y="0"/>
                    <a:pt x="0" y="108"/>
                    <a:pt x="103" y="427"/>
                  </a:cubicBezTo>
                  <a:cubicBezTo>
                    <a:pt x="103" y="427"/>
                    <a:pt x="356" y="5677"/>
                    <a:pt x="216" y="7895"/>
                  </a:cubicBezTo>
                  <a:cubicBezTo>
                    <a:pt x="103" y="10141"/>
                    <a:pt x="412" y="21567"/>
                    <a:pt x="665" y="25329"/>
                  </a:cubicBezTo>
                  <a:cubicBezTo>
                    <a:pt x="918" y="29092"/>
                    <a:pt x="1760" y="37598"/>
                    <a:pt x="2321" y="41023"/>
                  </a:cubicBezTo>
                  <a:cubicBezTo>
                    <a:pt x="2911" y="44476"/>
                    <a:pt x="5915" y="58009"/>
                    <a:pt x="5915" y="58009"/>
                  </a:cubicBezTo>
                  <a:cubicBezTo>
                    <a:pt x="5915" y="58009"/>
                    <a:pt x="5297" y="59244"/>
                    <a:pt x="5466" y="59749"/>
                  </a:cubicBezTo>
                  <a:cubicBezTo>
                    <a:pt x="5606" y="60254"/>
                    <a:pt x="6841" y="61602"/>
                    <a:pt x="8666" y="61799"/>
                  </a:cubicBezTo>
                  <a:cubicBezTo>
                    <a:pt x="8981" y="61832"/>
                    <a:pt x="9254" y="61848"/>
                    <a:pt x="9490" y="61848"/>
                  </a:cubicBezTo>
                  <a:cubicBezTo>
                    <a:pt x="10643" y="61848"/>
                    <a:pt x="10941" y="61459"/>
                    <a:pt x="11221" y="60760"/>
                  </a:cubicBezTo>
                  <a:cubicBezTo>
                    <a:pt x="11586" y="59946"/>
                    <a:pt x="11726" y="57812"/>
                    <a:pt x="11839" y="56492"/>
                  </a:cubicBezTo>
                  <a:cubicBezTo>
                    <a:pt x="11951" y="55145"/>
                    <a:pt x="13046" y="52450"/>
                    <a:pt x="12653" y="48884"/>
                  </a:cubicBezTo>
                  <a:cubicBezTo>
                    <a:pt x="12288" y="45319"/>
                    <a:pt x="12990" y="32854"/>
                    <a:pt x="12990" y="32854"/>
                  </a:cubicBezTo>
                  <a:lnTo>
                    <a:pt x="13551" y="24319"/>
                  </a:lnTo>
                  <a:cubicBezTo>
                    <a:pt x="13551" y="24319"/>
                    <a:pt x="13944" y="34791"/>
                    <a:pt x="14337" y="36363"/>
                  </a:cubicBezTo>
                  <a:cubicBezTo>
                    <a:pt x="14702" y="37963"/>
                    <a:pt x="17622" y="55201"/>
                    <a:pt x="17931" y="56156"/>
                  </a:cubicBezTo>
                  <a:cubicBezTo>
                    <a:pt x="18240" y="57138"/>
                    <a:pt x="17987" y="58879"/>
                    <a:pt x="18184" y="59272"/>
                  </a:cubicBezTo>
                  <a:cubicBezTo>
                    <a:pt x="18380" y="59693"/>
                    <a:pt x="18549" y="60619"/>
                    <a:pt x="19054" y="61013"/>
                  </a:cubicBezTo>
                  <a:cubicBezTo>
                    <a:pt x="19375" y="61280"/>
                    <a:pt x="20375" y="61457"/>
                    <a:pt x="21271" y="61457"/>
                  </a:cubicBezTo>
                  <a:cubicBezTo>
                    <a:pt x="21786" y="61457"/>
                    <a:pt x="22266" y="61398"/>
                    <a:pt x="22563" y="61265"/>
                  </a:cubicBezTo>
                  <a:cubicBezTo>
                    <a:pt x="23377" y="60928"/>
                    <a:pt x="24051" y="60451"/>
                    <a:pt x="24051" y="60086"/>
                  </a:cubicBezTo>
                  <a:cubicBezTo>
                    <a:pt x="24051" y="59749"/>
                    <a:pt x="24360" y="58065"/>
                    <a:pt x="24248" y="57138"/>
                  </a:cubicBezTo>
                  <a:cubicBezTo>
                    <a:pt x="24163" y="56212"/>
                    <a:pt x="23911" y="55454"/>
                    <a:pt x="23911" y="55201"/>
                  </a:cubicBezTo>
                  <a:cubicBezTo>
                    <a:pt x="23911" y="54948"/>
                    <a:pt x="24669" y="41360"/>
                    <a:pt x="24669" y="37598"/>
                  </a:cubicBezTo>
                  <a:cubicBezTo>
                    <a:pt x="24669" y="33836"/>
                    <a:pt x="24220" y="29597"/>
                    <a:pt x="24220" y="29597"/>
                  </a:cubicBezTo>
                  <a:cubicBezTo>
                    <a:pt x="24220" y="29597"/>
                    <a:pt x="25680" y="18507"/>
                    <a:pt x="25932" y="14043"/>
                  </a:cubicBezTo>
                  <a:cubicBezTo>
                    <a:pt x="26185" y="9580"/>
                    <a:pt x="25876" y="5930"/>
                    <a:pt x="25623" y="4582"/>
                  </a:cubicBezTo>
                  <a:cubicBezTo>
                    <a:pt x="25371" y="3263"/>
                    <a:pt x="24922" y="371"/>
                    <a:pt x="24922" y="371"/>
                  </a:cubicBezTo>
                  <a:cubicBezTo>
                    <a:pt x="24922" y="371"/>
                    <a:pt x="19559" y="2027"/>
                    <a:pt x="15348" y="2168"/>
                  </a:cubicBezTo>
                  <a:cubicBezTo>
                    <a:pt x="12975" y="2231"/>
                    <a:pt x="11476" y="2366"/>
                    <a:pt x="10192" y="2366"/>
                  </a:cubicBezTo>
                  <a:cubicBezTo>
                    <a:pt x="9198" y="2366"/>
                    <a:pt x="8332" y="2285"/>
                    <a:pt x="7291" y="2027"/>
                  </a:cubicBezTo>
                  <a:cubicBezTo>
                    <a:pt x="4932" y="1466"/>
                    <a:pt x="1816" y="624"/>
                    <a:pt x="1563" y="427"/>
                  </a:cubicBezTo>
                  <a:cubicBezTo>
                    <a:pt x="1403" y="321"/>
                    <a:pt x="748" y="0"/>
                    <a:pt x="3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4179;p64">
              <a:extLst>
                <a:ext uri="{FF2B5EF4-FFF2-40B4-BE49-F238E27FC236}">
                  <a16:creationId xmlns:a16="http://schemas.microsoft.com/office/drawing/2014/main" id="{8E07E939-CBE7-F0F3-7ECE-176E51A42BEE}"/>
                </a:ext>
              </a:extLst>
            </p:cNvPr>
            <p:cNvSpPr/>
            <p:nvPr/>
          </p:nvSpPr>
          <p:spPr>
            <a:xfrm>
              <a:off x="4013525" y="3630950"/>
              <a:ext cx="661200" cy="1558175"/>
            </a:xfrm>
            <a:custGeom>
              <a:avLst/>
              <a:gdLst/>
              <a:ahLst/>
              <a:cxnLst/>
              <a:rect l="l" t="t" r="r" b="b"/>
              <a:pathLst>
                <a:path w="26448" h="62327" extrusionOk="0">
                  <a:moveTo>
                    <a:pt x="534" y="478"/>
                  </a:moveTo>
                  <a:cubicBezTo>
                    <a:pt x="674" y="478"/>
                    <a:pt x="927" y="534"/>
                    <a:pt x="1124" y="646"/>
                  </a:cubicBezTo>
                  <a:cubicBezTo>
                    <a:pt x="1236" y="674"/>
                    <a:pt x="1348" y="730"/>
                    <a:pt x="1432" y="786"/>
                  </a:cubicBezTo>
                  <a:cubicBezTo>
                    <a:pt x="1517" y="815"/>
                    <a:pt x="1573" y="871"/>
                    <a:pt x="1601" y="871"/>
                  </a:cubicBezTo>
                  <a:cubicBezTo>
                    <a:pt x="1629" y="899"/>
                    <a:pt x="1685" y="927"/>
                    <a:pt x="1713" y="955"/>
                  </a:cubicBezTo>
                  <a:cubicBezTo>
                    <a:pt x="1882" y="1011"/>
                    <a:pt x="2162" y="1123"/>
                    <a:pt x="2555" y="1236"/>
                  </a:cubicBezTo>
                  <a:cubicBezTo>
                    <a:pt x="3735" y="1573"/>
                    <a:pt x="5756" y="2106"/>
                    <a:pt x="7440" y="2499"/>
                  </a:cubicBezTo>
                  <a:cubicBezTo>
                    <a:pt x="8479" y="2780"/>
                    <a:pt x="9378" y="2836"/>
                    <a:pt x="10388" y="2836"/>
                  </a:cubicBezTo>
                  <a:cubicBezTo>
                    <a:pt x="11680" y="2836"/>
                    <a:pt x="13168" y="2724"/>
                    <a:pt x="15526" y="2639"/>
                  </a:cubicBezTo>
                  <a:cubicBezTo>
                    <a:pt x="19256" y="2541"/>
                    <a:pt x="23822" y="1242"/>
                    <a:pt x="24913" y="916"/>
                  </a:cubicBezTo>
                  <a:lnTo>
                    <a:pt x="24913" y="916"/>
                  </a:lnTo>
                  <a:cubicBezTo>
                    <a:pt x="25027" y="1635"/>
                    <a:pt x="25369" y="3775"/>
                    <a:pt x="25577" y="4885"/>
                  </a:cubicBezTo>
                  <a:cubicBezTo>
                    <a:pt x="25745" y="5840"/>
                    <a:pt x="25970" y="8086"/>
                    <a:pt x="25970" y="11006"/>
                  </a:cubicBezTo>
                  <a:cubicBezTo>
                    <a:pt x="25970" y="12016"/>
                    <a:pt x="25942" y="13111"/>
                    <a:pt x="25886" y="14262"/>
                  </a:cubicBezTo>
                  <a:cubicBezTo>
                    <a:pt x="25773" y="16480"/>
                    <a:pt x="25324" y="20383"/>
                    <a:pt x="24931" y="23724"/>
                  </a:cubicBezTo>
                  <a:cubicBezTo>
                    <a:pt x="24735" y="25380"/>
                    <a:pt x="24538" y="26924"/>
                    <a:pt x="24398" y="28019"/>
                  </a:cubicBezTo>
                  <a:cubicBezTo>
                    <a:pt x="24257" y="29142"/>
                    <a:pt x="24173" y="29816"/>
                    <a:pt x="24173" y="29816"/>
                  </a:cubicBezTo>
                  <a:lnTo>
                    <a:pt x="24173" y="29872"/>
                  </a:lnTo>
                  <a:cubicBezTo>
                    <a:pt x="24173" y="29872"/>
                    <a:pt x="24201" y="30153"/>
                    <a:pt x="24229" y="30602"/>
                  </a:cubicBezTo>
                  <a:cubicBezTo>
                    <a:pt x="24370" y="31949"/>
                    <a:pt x="24622" y="35038"/>
                    <a:pt x="24622" y="37845"/>
                  </a:cubicBezTo>
                  <a:cubicBezTo>
                    <a:pt x="24622" y="39698"/>
                    <a:pt x="24426" y="44050"/>
                    <a:pt x="24229" y="47952"/>
                  </a:cubicBezTo>
                  <a:cubicBezTo>
                    <a:pt x="24145" y="49889"/>
                    <a:pt x="24033" y="51742"/>
                    <a:pt x="23977" y="53090"/>
                  </a:cubicBezTo>
                  <a:cubicBezTo>
                    <a:pt x="23920" y="53792"/>
                    <a:pt x="23892" y="54353"/>
                    <a:pt x="23892" y="54746"/>
                  </a:cubicBezTo>
                  <a:cubicBezTo>
                    <a:pt x="23864" y="54971"/>
                    <a:pt x="23864" y="55111"/>
                    <a:pt x="23864" y="55223"/>
                  </a:cubicBezTo>
                  <a:cubicBezTo>
                    <a:pt x="23836" y="55364"/>
                    <a:pt x="23836" y="55420"/>
                    <a:pt x="23836" y="55448"/>
                  </a:cubicBezTo>
                  <a:cubicBezTo>
                    <a:pt x="23836" y="55532"/>
                    <a:pt x="23864" y="55645"/>
                    <a:pt x="23892" y="55785"/>
                  </a:cubicBezTo>
                  <a:cubicBezTo>
                    <a:pt x="23977" y="56150"/>
                    <a:pt x="24117" y="56739"/>
                    <a:pt x="24201" y="57413"/>
                  </a:cubicBezTo>
                  <a:cubicBezTo>
                    <a:pt x="24229" y="57526"/>
                    <a:pt x="24229" y="57666"/>
                    <a:pt x="24229" y="57806"/>
                  </a:cubicBezTo>
                  <a:cubicBezTo>
                    <a:pt x="24229" y="58256"/>
                    <a:pt x="24173" y="58817"/>
                    <a:pt x="24117" y="59294"/>
                  </a:cubicBezTo>
                  <a:cubicBezTo>
                    <a:pt x="24089" y="59519"/>
                    <a:pt x="24061" y="59743"/>
                    <a:pt x="24033" y="59912"/>
                  </a:cubicBezTo>
                  <a:cubicBezTo>
                    <a:pt x="24005" y="60108"/>
                    <a:pt x="24005" y="60249"/>
                    <a:pt x="24005" y="60333"/>
                  </a:cubicBezTo>
                  <a:cubicBezTo>
                    <a:pt x="24005" y="60361"/>
                    <a:pt x="23977" y="60417"/>
                    <a:pt x="23920" y="60501"/>
                  </a:cubicBezTo>
                  <a:cubicBezTo>
                    <a:pt x="23752" y="60726"/>
                    <a:pt x="23247" y="61063"/>
                    <a:pt x="22657" y="61316"/>
                  </a:cubicBezTo>
                  <a:cubicBezTo>
                    <a:pt x="22462" y="61389"/>
                    <a:pt x="22078" y="61462"/>
                    <a:pt x="21669" y="61462"/>
                  </a:cubicBezTo>
                  <a:cubicBezTo>
                    <a:pt x="21606" y="61462"/>
                    <a:pt x="21542" y="61460"/>
                    <a:pt x="21478" y="61456"/>
                  </a:cubicBezTo>
                  <a:cubicBezTo>
                    <a:pt x="21057" y="61456"/>
                    <a:pt x="20579" y="61428"/>
                    <a:pt x="20186" y="61344"/>
                  </a:cubicBezTo>
                  <a:cubicBezTo>
                    <a:pt x="19990" y="61316"/>
                    <a:pt x="19821" y="61260"/>
                    <a:pt x="19681" y="61231"/>
                  </a:cubicBezTo>
                  <a:cubicBezTo>
                    <a:pt x="19513" y="61175"/>
                    <a:pt x="19428" y="61119"/>
                    <a:pt x="19372" y="61091"/>
                  </a:cubicBezTo>
                  <a:cubicBezTo>
                    <a:pt x="19176" y="60923"/>
                    <a:pt x="19007" y="60642"/>
                    <a:pt x="18895" y="60305"/>
                  </a:cubicBezTo>
                  <a:cubicBezTo>
                    <a:pt x="18783" y="59996"/>
                    <a:pt x="18698" y="59659"/>
                    <a:pt x="18558" y="59435"/>
                  </a:cubicBezTo>
                  <a:cubicBezTo>
                    <a:pt x="18558" y="59407"/>
                    <a:pt x="18530" y="59294"/>
                    <a:pt x="18530" y="59126"/>
                  </a:cubicBezTo>
                  <a:cubicBezTo>
                    <a:pt x="18502" y="58957"/>
                    <a:pt x="18502" y="58761"/>
                    <a:pt x="18502" y="58536"/>
                  </a:cubicBezTo>
                  <a:cubicBezTo>
                    <a:pt x="18502" y="58424"/>
                    <a:pt x="18502" y="58312"/>
                    <a:pt x="18502" y="58171"/>
                  </a:cubicBezTo>
                  <a:cubicBezTo>
                    <a:pt x="18502" y="57582"/>
                    <a:pt x="18502" y="56880"/>
                    <a:pt x="18333" y="56346"/>
                  </a:cubicBezTo>
                  <a:cubicBezTo>
                    <a:pt x="18305" y="56290"/>
                    <a:pt x="18277" y="56178"/>
                    <a:pt x="18249" y="56010"/>
                  </a:cubicBezTo>
                  <a:cubicBezTo>
                    <a:pt x="17969" y="54662"/>
                    <a:pt x="17182" y="50170"/>
                    <a:pt x="16424" y="45846"/>
                  </a:cubicBezTo>
                  <a:cubicBezTo>
                    <a:pt x="16031" y="43685"/>
                    <a:pt x="15666" y="41551"/>
                    <a:pt x="15358" y="39867"/>
                  </a:cubicBezTo>
                  <a:cubicBezTo>
                    <a:pt x="15049" y="38182"/>
                    <a:pt x="14824" y="36947"/>
                    <a:pt x="14740" y="36582"/>
                  </a:cubicBezTo>
                  <a:cubicBezTo>
                    <a:pt x="14684" y="36385"/>
                    <a:pt x="14628" y="36048"/>
                    <a:pt x="14600" y="35627"/>
                  </a:cubicBezTo>
                  <a:cubicBezTo>
                    <a:pt x="14431" y="34083"/>
                    <a:pt x="14263" y="31332"/>
                    <a:pt x="14150" y="28945"/>
                  </a:cubicBezTo>
                  <a:cubicBezTo>
                    <a:pt x="14094" y="27738"/>
                    <a:pt x="14066" y="26643"/>
                    <a:pt x="14010" y="25857"/>
                  </a:cubicBezTo>
                  <a:cubicBezTo>
                    <a:pt x="13982" y="25043"/>
                    <a:pt x="13982" y="24566"/>
                    <a:pt x="13982" y="24538"/>
                  </a:cubicBezTo>
                  <a:cubicBezTo>
                    <a:pt x="13954" y="24425"/>
                    <a:pt x="13870" y="24341"/>
                    <a:pt x="13729" y="24313"/>
                  </a:cubicBezTo>
                  <a:cubicBezTo>
                    <a:pt x="13617" y="24313"/>
                    <a:pt x="13505" y="24425"/>
                    <a:pt x="13505" y="24538"/>
                  </a:cubicBezTo>
                  <a:lnTo>
                    <a:pt x="12943" y="33101"/>
                  </a:lnTo>
                  <a:lnTo>
                    <a:pt x="12915" y="33101"/>
                  </a:lnTo>
                  <a:cubicBezTo>
                    <a:pt x="12915" y="33101"/>
                    <a:pt x="12494" y="40793"/>
                    <a:pt x="12494" y="45818"/>
                  </a:cubicBezTo>
                  <a:cubicBezTo>
                    <a:pt x="12494" y="47194"/>
                    <a:pt x="12522" y="48373"/>
                    <a:pt x="12606" y="49159"/>
                  </a:cubicBezTo>
                  <a:cubicBezTo>
                    <a:pt x="12662" y="49665"/>
                    <a:pt x="12690" y="50170"/>
                    <a:pt x="12690" y="50647"/>
                  </a:cubicBezTo>
                  <a:cubicBezTo>
                    <a:pt x="12690" y="52023"/>
                    <a:pt x="12494" y="53258"/>
                    <a:pt x="12269" y="54269"/>
                  </a:cubicBezTo>
                  <a:cubicBezTo>
                    <a:pt x="12073" y="55308"/>
                    <a:pt x="11820" y="56094"/>
                    <a:pt x="11792" y="56711"/>
                  </a:cubicBezTo>
                  <a:cubicBezTo>
                    <a:pt x="11736" y="57385"/>
                    <a:pt x="11680" y="58256"/>
                    <a:pt x="11567" y="59042"/>
                  </a:cubicBezTo>
                  <a:cubicBezTo>
                    <a:pt x="11483" y="59828"/>
                    <a:pt x="11343" y="60558"/>
                    <a:pt x="11203" y="60923"/>
                  </a:cubicBezTo>
                  <a:cubicBezTo>
                    <a:pt x="11034" y="61260"/>
                    <a:pt x="10922" y="61484"/>
                    <a:pt x="10725" y="61624"/>
                  </a:cubicBezTo>
                  <a:cubicBezTo>
                    <a:pt x="10529" y="61765"/>
                    <a:pt x="10220" y="61849"/>
                    <a:pt x="9686" y="61849"/>
                  </a:cubicBezTo>
                  <a:cubicBezTo>
                    <a:pt x="9462" y="61849"/>
                    <a:pt x="9181" y="61849"/>
                    <a:pt x="8872" y="61821"/>
                  </a:cubicBezTo>
                  <a:cubicBezTo>
                    <a:pt x="8002" y="61709"/>
                    <a:pt x="7272" y="61344"/>
                    <a:pt x="6767" y="60951"/>
                  </a:cubicBezTo>
                  <a:cubicBezTo>
                    <a:pt x="6486" y="60754"/>
                    <a:pt x="6289" y="60530"/>
                    <a:pt x="6121" y="60361"/>
                  </a:cubicBezTo>
                  <a:cubicBezTo>
                    <a:pt x="5981" y="60165"/>
                    <a:pt x="5868" y="59996"/>
                    <a:pt x="5868" y="59940"/>
                  </a:cubicBezTo>
                  <a:cubicBezTo>
                    <a:pt x="5840" y="59912"/>
                    <a:pt x="5840" y="59856"/>
                    <a:pt x="5840" y="59800"/>
                  </a:cubicBezTo>
                  <a:cubicBezTo>
                    <a:pt x="5840" y="59575"/>
                    <a:pt x="5953" y="59210"/>
                    <a:pt x="6065" y="58901"/>
                  </a:cubicBezTo>
                  <a:cubicBezTo>
                    <a:pt x="6121" y="58761"/>
                    <a:pt x="6177" y="58620"/>
                    <a:pt x="6233" y="58508"/>
                  </a:cubicBezTo>
                  <a:cubicBezTo>
                    <a:pt x="6261" y="58480"/>
                    <a:pt x="6261" y="58424"/>
                    <a:pt x="6289" y="58396"/>
                  </a:cubicBezTo>
                  <a:lnTo>
                    <a:pt x="6318" y="58368"/>
                  </a:lnTo>
                  <a:cubicBezTo>
                    <a:pt x="6318" y="58312"/>
                    <a:pt x="6346" y="58256"/>
                    <a:pt x="6318" y="58199"/>
                  </a:cubicBezTo>
                  <a:cubicBezTo>
                    <a:pt x="6318" y="58199"/>
                    <a:pt x="6121" y="57357"/>
                    <a:pt x="5840" y="56038"/>
                  </a:cubicBezTo>
                  <a:cubicBezTo>
                    <a:pt x="4970" y="52079"/>
                    <a:pt x="3173" y="43825"/>
                    <a:pt x="2724" y="41242"/>
                  </a:cubicBezTo>
                  <a:cubicBezTo>
                    <a:pt x="2162" y="37817"/>
                    <a:pt x="1320" y="29310"/>
                    <a:pt x="1068" y="25576"/>
                  </a:cubicBezTo>
                  <a:cubicBezTo>
                    <a:pt x="871" y="22404"/>
                    <a:pt x="590" y="13785"/>
                    <a:pt x="590" y="9827"/>
                  </a:cubicBezTo>
                  <a:cubicBezTo>
                    <a:pt x="590" y="9097"/>
                    <a:pt x="618" y="8507"/>
                    <a:pt x="618" y="8170"/>
                  </a:cubicBezTo>
                  <a:cubicBezTo>
                    <a:pt x="646" y="7721"/>
                    <a:pt x="674" y="7131"/>
                    <a:pt x="674" y="6514"/>
                  </a:cubicBezTo>
                  <a:cubicBezTo>
                    <a:pt x="674" y="4015"/>
                    <a:pt x="506" y="674"/>
                    <a:pt x="506" y="674"/>
                  </a:cubicBezTo>
                  <a:lnTo>
                    <a:pt x="506" y="618"/>
                  </a:lnTo>
                  <a:cubicBezTo>
                    <a:pt x="478" y="562"/>
                    <a:pt x="478" y="534"/>
                    <a:pt x="478" y="506"/>
                  </a:cubicBezTo>
                  <a:lnTo>
                    <a:pt x="478" y="478"/>
                  </a:lnTo>
                  <a:close/>
                  <a:moveTo>
                    <a:pt x="534" y="0"/>
                  </a:moveTo>
                  <a:cubicBezTo>
                    <a:pt x="422" y="0"/>
                    <a:pt x="310" y="28"/>
                    <a:pt x="197" y="113"/>
                  </a:cubicBezTo>
                  <a:cubicBezTo>
                    <a:pt x="57" y="197"/>
                    <a:pt x="1" y="365"/>
                    <a:pt x="1" y="506"/>
                  </a:cubicBezTo>
                  <a:cubicBezTo>
                    <a:pt x="1" y="571"/>
                    <a:pt x="17" y="636"/>
                    <a:pt x="38" y="701"/>
                  </a:cubicBezTo>
                  <a:lnTo>
                    <a:pt x="38" y="701"/>
                  </a:lnTo>
                  <a:lnTo>
                    <a:pt x="29" y="702"/>
                  </a:lnTo>
                  <a:cubicBezTo>
                    <a:pt x="29" y="702"/>
                    <a:pt x="85" y="1545"/>
                    <a:pt x="113" y="2696"/>
                  </a:cubicBezTo>
                  <a:cubicBezTo>
                    <a:pt x="169" y="3819"/>
                    <a:pt x="197" y="5278"/>
                    <a:pt x="197" y="6514"/>
                  </a:cubicBezTo>
                  <a:cubicBezTo>
                    <a:pt x="197" y="7131"/>
                    <a:pt x="197" y="7693"/>
                    <a:pt x="169" y="8142"/>
                  </a:cubicBezTo>
                  <a:cubicBezTo>
                    <a:pt x="141" y="8507"/>
                    <a:pt x="141" y="9069"/>
                    <a:pt x="141" y="9827"/>
                  </a:cubicBezTo>
                  <a:cubicBezTo>
                    <a:pt x="141" y="13785"/>
                    <a:pt x="394" y="22404"/>
                    <a:pt x="618" y="25605"/>
                  </a:cubicBezTo>
                  <a:cubicBezTo>
                    <a:pt x="871" y="29367"/>
                    <a:pt x="1685" y="37845"/>
                    <a:pt x="2275" y="41326"/>
                  </a:cubicBezTo>
                  <a:cubicBezTo>
                    <a:pt x="2840" y="44639"/>
                    <a:pt x="5628" y="57226"/>
                    <a:pt x="5854" y="58246"/>
                  </a:cubicBezTo>
                  <a:lnTo>
                    <a:pt x="5854" y="58246"/>
                  </a:lnTo>
                  <a:cubicBezTo>
                    <a:pt x="5803" y="58338"/>
                    <a:pt x="5718" y="58511"/>
                    <a:pt x="5644" y="58733"/>
                  </a:cubicBezTo>
                  <a:cubicBezTo>
                    <a:pt x="5503" y="59070"/>
                    <a:pt x="5391" y="59463"/>
                    <a:pt x="5363" y="59800"/>
                  </a:cubicBezTo>
                  <a:cubicBezTo>
                    <a:pt x="5363" y="59884"/>
                    <a:pt x="5391" y="59968"/>
                    <a:pt x="5419" y="60080"/>
                  </a:cubicBezTo>
                  <a:lnTo>
                    <a:pt x="5419" y="60052"/>
                  </a:lnTo>
                  <a:cubicBezTo>
                    <a:pt x="5475" y="60249"/>
                    <a:pt x="5588" y="60445"/>
                    <a:pt x="5756" y="60642"/>
                  </a:cubicBezTo>
                  <a:cubicBezTo>
                    <a:pt x="6289" y="61288"/>
                    <a:pt x="7384" y="62102"/>
                    <a:pt x="8816" y="62270"/>
                  </a:cubicBezTo>
                  <a:cubicBezTo>
                    <a:pt x="9153" y="62298"/>
                    <a:pt x="9434" y="62326"/>
                    <a:pt x="9686" y="62326"/>
                  </a:cubicBezTo>
                  <a:cubicBezTo>
                    <a:pt x="10276" y="62326"/>
                    <a:pt x="10697" y="62214"/>
                    <a:pt x="11006" y="61989"/>
                  </a:cubicBezTo>
                  <a:cubicBezTo>
                    <a:pt x="11315" y="61765"/>
                    <a:pt x="11455" y="61456"/>
                    <a:pt x="11624" y="61119"/>
                  </a:cubicBezTo>
                  <a:cubicBezTo>
                    <a:pt x="11820" y="60642"/>
                    <a:pt x="11932" y="59912"/>
                    <a:pt x="12045" y="59098"/>
                  </a:cubicBezTo>
                  <a:cubicBezTo>
                    <a:pt x="12129" y="58284"/>
                    <a:pt x="12213" y="57413"/>
                    <a:pt x="12241" y="56739"/>
                  </a:cubicBezTo>
                  <a:cubicBezTo>
                    <a:pt x="12297" y="56234"/>
                    <a:pt x="12522" y="55392"/>
                    <a:pt x="12719" y="54381"/>
                  </a:cubicBezTo>
                  <a:cubicBezTo>
                    <a:pt x="12943" y="53342"/>
                    <a:pt x="13168" y="52079"/>
                    <a:pt x="13168" y="50647"/>
                  </a:cubicBezTo>
                  <a:cubicBezTo>
                    <a:pt x="13168" y="50142"/>
                    <a:pt x="13140" y="49637"/>
                    <a:pt x="13084" y="49103"/>
                  </a:cubicBezTo>
                  <a:cubicBezTo>
                    <a:pt x="12999" y="48373"/>
                    <a:pt x="12971" y="47194"/>
                    <a:pt x="12971" y="45818"/>
                  </a:cubicBezTo>
                  <a:cubicBezTo>
                    <a:pt x="12971" y="43320"/>
                    <a:pt x="13084" y="40147"/>
                    <a:pt x="13168" y="37592"/>
                  </a:cubicBezTo>
                  <a:cubicBezTo>
                    <a:pt x="13224" y="36329"/>
                    <a:pt x="13280" y="35206"/>
                    <a:pt x="13336" y="34392"/>
                  </a:cubicBezTo>
                  <a:cubicBezTo>
                    <a:pt x="13364" y="33606"/>
                    <a:pt x="13392" y="33129"/>
                    <a:pt x="13392" y="33129"/>
                  </a:cubicBezTo>
                  <a:lnTo>
                    <a:pt x="13679" y="28962"/>
                  </a:lnTo>
                  <a:lnTo>
                    <a:pt x="13679" y="28962"/>
                  </a:lnTo>
                  <a:cubicBezTo>
                    <a:pt x="13695" y="29306"/>
                    <a:pt x="13712" y="29657"/>
                    <a:pt x="13729" y="30012"/>
                  </a:cubicBezTo>
                  <a:cubicBezTo>
                    <a:pt x="13813" y="31416"/>
                    <a:pt x="13898" y="32876"/>
                    <a:pt x="13982" y="34083"/>
                  </a:cubicBezTo>
                  <a:cubicBezTo>
                    <a:pt x="14038" y="34673"/>
                    <a:pt x="14066" y="35234"/>
                    <a:pt x="14122" y="35683"/>
                  </a:cubicBezTo>
                  <a:cubicBezTo>
                    <a:pt x="14178" y="36105"/>
                    <a:pt x="14235" y="36470"/>
                    <a:pt x="14263" y="36666"/>
                  </a:cubicBezTo>
                  <a:cubicBezTo>
                    <a:pt x="14375" y="37059"/>
                    <a:pt x="14628" y="38435"/>
                    <a:pt x="14965" y="40288"/>
                  </a:cubicBezTo>
                  <a:cubicBezTo>
                    <a:pt x="15442" y="43067"/>
                    <a:pt x="16116" y="46941"/>
                    <a:pt x="16705" y="50198"/>
                  </a:cubicBezTo>
                  <a:cubicBezTo>
                    <a:pt x="16986" y="51826"/>
                    <a:pt x="17267" y="53286"/>
                    <a:pt x="17463" y="54409"/>
                  </a:cubicBezTo>
                  <a:cubicBezTo>
                    <a:pt x="17575" y="54971"/>
                    <a:pt x="17660" y="55420"/>
                    <a:pt x="17716" y="55785"/>
                  </a:cubicBezTo>
                  <a:cubicBezTo>
                    <a:pt x="17800" y="56150"/>
                    <a:pt x="17856" y="56375"/>
                    <a:pt x="17884" y="56487"/>
                  </a:cubicBezTo>
                  <a:cubicBezTo>
                    <a:pt x="18025" y="56908"/>
                    <a:pt x="18053" y="57582"/>
                    <a:pt x="18025" y="58171"/>
                  </a:cubicBezTo>
                  <a:cubicBezTo>
                    <a:pt x="18025" y="58312"/>
                    <a:pt x="18025" y="58424"/>
                    <a:pt x="18025" y="58536"/>
                  </a:cubicBezTo>
                  <a:cubicBezTo>
                    <a:pt x="18025" y="58761"/>
                    <a:pt x="18025" y="58985"/>
                    <a:pt x="18053" y="59154"/>
                  </a:cubicBezTo>
                  <a:cubicBezTo>
                    <a:pt x="18053" y="59350"/>
                    <a:pt x="18081" y="59491"/>
                    <a:pt x="18165" y="59631"/>
                  </a:cubicBezTo>
                  <a:cubicBezTo>
                    <a:pt x="18249" y="59800"/>
                    <a:pt x="18333" y="60137"/>
                    <a:pt x="18474" y="60473"/>
                  </a:cubicBezTo>
                  <a:cubicBezTo>
                    <a:pt x="18586" y="60838"/>
                    <a:pt x="18783" y="61203"/>
                    <a:pt x="19092" y="61456"/>
                  </a:cubicBezTo>
                  <a:cubicBezTo>
                    <a:pt x="19204" y="61540"/>
                    <a:pt x="19344" y="61596"/>
                    <a:pt x="19513" y="61653"/>
                  </a:cubicBezTo>
                  <a:cubicBezTo>
                    <a:pt x="20018" y="61849"/>
                    <a:pt x="20776" y="61933"/>
                    <a:pt x="21478" y="61933"/>
                  </a:cubicBezTo>
                  <a:cubicBezTo>
                    <a:pt x="22011" y="61933"/>
                    <a:pt x="22489" y="61877"/>
                    <a:pt x="22854" y="61737"/>
                  </a:cubicBezTo>
                  <a:cubicBezTo>
                    <a:pt x="23275" y="61540"/>
                    <a:pt x="23640" y="61344"/>
                    <a:pt x="23948" y="61119"/>
                  </a:cubicBezTo>
                  <a:cubicBezTo>
                    <a:pt x="24089" y="61007"/>
                    <a:pt x="24201" y="60895"/>
                    <a:pt x="24313" y="60782"/>
                  </a:cubicBezTo>
                  <a:cubicBezTo>
                    <a:pt x="24398" y="60642"/>
                    <a:pt x="24454" y="60501"/>
                    <a:pt x="24454" y="60333"/>
                  </a:cubicBezTo>
                  <a:cubicBezTo>
                    <a:pt x="24454" y="60305"/>
                    <a:pt x="24482" y="60165"/>
                    <a:pt x="24510" y="59968"/>
                  </a:cubicBezTo>
                  <a:cubicBezTo>
                    <a:pt x="24566" y="59463"/>
                    <a:pt x="24678" y="58536"/>
                    <a:pt x="24678" y="57806"/>
                  </a:cubicBezTo>
                  <a:cubicBezTo>
                    <a:pt x="24678" y="57666"/>
                    <a:pt x="24678" y="57497"/>
                    <a:pt x="24678" y="57357"/>
                  </a:cubicBezTo>
                  <a:cubicBezTo>
                    <a:pt x="24622" y="56880"/>
                    <a:pt x="24538" y="56459"/>
                    <a:pt x="24454" y="56122"/>
                  </a:cubicBezTo>
                  <a:cubicBezTo>
                    <a:pt x="24398" y="55953"/>
                    <a:pt x="24370" y="55785"/>
                    <a:pt x="24341" y="55673"/>
                  </a:cubicBezTo>
                  <a:cubicBezTo>
                    <a:pt x="24313" y="55560"/>
                    <a:pt x="24313" y="55476"/>
                    <a:pt x="24313" y="55448"/>
                  </a:cubicBezTo>
                  <a:cubicBezTo>
                    <a:pt x="24313" y="55448"/>
                    <a:pt x="24313" y="55364"/>
                    <a:pt x="24313" y="55252"/>
                  </a:cubicBezTo>
                  <a:cubicBezTo>
                    <a:pt x="24398" y="53539"/>
                    <a:pt x="25071" y="41383"/>
                    <a:pt x="25071" y="37845"/>
                  </a:cubicBezTo>
                  <a:cubicBezTo>
                    <a:pt x="25071" y="34242"/>
                    <a:pt x="24665" y="30259"/>
                    <a:pt x="24625" y="29874"/>
                  </a:cubicBezTo>
                  <a:lnTo>
                    <a:pt x="24625" y="29874"/>
                  </a:lnTo>
                  <a:cubicBezTo>
                    <a:pt x="24701" y="29280"/>
                    <a:pt x="26117" y="18662"/>
                    <a:pt x="26363" y="14290"/>
                  </a:cubicBezTo>
                  <a:cubicBezTo>
                    <a:pt x="26419" y="13139"/>
                    <a:pt x="26447" y="12016"/>
                    <a:pt x="26447" y="11006"/>
                  </a:cubicBezTo>
                  <a:cubicBezTo>
                    <a:pt x="26447" y="8058"/>
                    <a:pt x="26222" y="5812"/>
                    <a:pt x="26026" y="4801"/>
                  </a:cubicBezTo>
                  <a:cubicBezTo>
                    <a:pt x="25914" y="4127"/>
                    <a:pt x="25717" y="3089"/>
                    <a:pt x="25577" y="2190"/>
                  </a:cubicBezTo>
                  <a:cubicBezTo>
                    <a:pt x="25436" y="1292"/>
                    <a:pt x="25324" y="590"/>
                    <a:pt x="25324" y="590"/>
                  </a:cubicBezTo>
                  <a:cubicBezTo>
                    <a:pt x="25324" y="534"/>
                    <a:pt x="25268" y="450"/>
                    <a:pt x="25212" y="422"/>
                  </a:cubicBezTo>
                  <a:cubicBezTo>
                    <a:pt x="25156" y="393"/>
                    <a:pt x="25100" y="393"/>
                    <a:pt x="25043" y="393"/>
                  </a:cubicBezTo>
                  <a:cubicBezTo>
                    <a:pt x="25015" y="393"/>
                    <a:pt x="24959" y="422"/>
                    <a:pt x="24791" y="478"/>
                  </a:cubicBezTo>
                  <a:cubicBezTo>
                    <a:pt x="23724" y="786"/>
                    <a:pt x="19148" y="2078"/>
                    <a:pt x="15526" y="2190"/>
                  </a:cubicBezTo>
                  <a:cubicBezTo>
                    <a:pt x="13140" y="2246"/>
                    <a:pt x="11652" y="2387"/>
                    <a:pt x="10388" y="2387"/>
                  </a:cubicBezTo>
                  <a:cubicBezTo>
                    <a:pt x="9378" y="2387"/>
                    <a:pt x="8563" y="2303"/>
                    <a:pt x="7525" y="2050"/>
                  </a:cubicBezTo>
                  <a:cubicBezTo>
                    <a:pt x="6346" y="1769"/>
                    <a:pt x="4998" y="1432"/>
                    <a:pt x="3875" y="1123"/>
                  </a:cubicBezTo>
                  <a:cubicBezTo>
                    <a:pt x="3342" y="955"/>
                    <a:pt x="2836" y="815"/>
                    <a:pt x="2471" y="702"/>
                  </a:cubicBezTo>
                  <a:cubicBezTo>
                    <a:pt x="2303" y="646"/>
                    <a:pt x="2162" y="618"/>
                    <a:pt x="2050" y="562"/>
                  </a:cubicBezTo>
                  <a:cubicBezTo>
                    <a:pt x="1994" y="562"/>
                    <a:pt x="1938" y="534"/>
                    <a:pt x="1910" y="506"/>
                  </a:cubicBezTo>
                  <a:lnTo>
                    <a:pt x="1882" y="506"/>
                  </a:lnTo>
                  <a:cubicBezTo>
                    <a:pt x="1826" y="450"/>
                    <a:pt x="1741" y="422"/>
                    <a:pt x="1657" y="365"/>
                  </a:cubicBezTo>
                  <a:cubicBezTo>
                    <a:pt x="1517" y="281"/>
                    <a:pt x="1320" y="197"/>
                    <a:pt x="1124" y="141"/>
                  </a:cubicBezTo>
                  <a:cubicBezTo>
                    <a:pt x="927" y="57"/>
                    <a:pt x="731" y="0"/>
                    <a:pt x="5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4180;p64">
              <a:extLst>
                <a:ext uri="{FF2B5EF4-FFF2-40B4-BE49-F238E27FC236}">
                  <a16:creationId xmlns:a16="http://schemas.microsoft.com/office/drawing/2014/main" id="{9A30FDE5-18AA-2AF7-B472-05B48D932B67}"/>
                </a:ext>
              </a:extLst>
            </p:cNvPr>
            <p:cNvSpPr/>
            <p:nvPr/>
          </p:nvSpPr>
          <p:spPr>
            <a:xfrm>
              <a:off x="4350425" y="4004350"/>
              <a:ext cx="40025" cy="246475"/>
            </a:xfrm>
            <a:custGeom>
              <a:avLst/>
              <a:gdLst/>
              <a:ahLst/>
              <a:cxnLst/>
              <a:rect l="l" t="t" r="r" b="b"/>
              <a:pathLst>
                <a:path w="1601" h="9859" extrusionOk="0">
                  <a:moveTo>
                    <a:pt x="1376" y="0"/>
                  </a:moveTo>
                  <a:cubicBezTo>
                    <a:pt x="1236" y="0"/>
                    <a:pt x="1124" y="84"/>
                    <a:pt x="1124" y="225"/>
                  </a:cubicBezTo>
                  <a:lnTo>
                    <a:pt x="29" y="9602"/>
                  </a:lnTo>
                  <a:cubicBezTo>
                    <a:pt x="1" y="9714"/>
                    <a:pt x="113" y="9854"/>
                    <a:pt x="225" y="9854"/>
                  </a:cubicBezTo>
                  <a:cubicBezTo>
                    <a:pt x="240" y="9857"/>
                    <a:pt x="254" y="9859"/>
                    <a:pt x="269" y="9859"/>
                  </a:cubicBezTo>
                  <a:cubicBezTo>
                    <a:pt x="388" y="9859"/>
                    <a:pt x="481" y="9758"/>
                    <a:pt x="506" y="9658"/>
                  </a:cubicBezTo>
                  <a:lnTo>
                    <a:pt x="1573" y="281"/>
                  </a:lnTo>
                  <a:cubicBezTo>
                    <a:pt x="1601" y="141"/>
                    <a:pt x="1489" y="28"/>
                    <a:pt x="137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4181;p64">
              <a:extLst>
                <a:ext uri="{FF2B5EF4-FFF2-40B4-BE49-F238E27FC236}">
                  <a16:creationId xmlns:a16="http://schemas.microsoft.com/office/drawing/2014/main" id="{7C942ECE-9C8B-68FE-E2E4-BDBEB101C930}"/>
                </a:ext>
              </a:extLst>
            </p:cNvPr>
            <p:cNvSpPr/>
            <p:nvPr/>
          </p:nvSpPr>
          <p:spPr>
            <a:xfrm>
              <a:off x="4370775" y="4022050"/>
              <a:ext cx="101800" cy="48475"/>
            </a:xfrm>
            <a:custGeom>
              <a:avLst/>
              <a:gdLst/>
              <a:ahLst/>
              <a:cxnLst/>
              <a:rect l="l" t="t" r="r" b="b"/>
              <a:pathLst>
                <a:path w="4072" h="1939" extrusionOk="0">
                  <a:moveTo>
                    <a:pt x="3809" y="1"/>
                  </a:moveTo>
                  <a:cubicBezTo>
                    <a:pt x="3777" y="1"/>
                    <a:pt x="3743" y="8"/>
                    <a:pt x="3707" y="22"/>
                  </a:cubicBezTo>
                  <a:lnTo>
                    <a:pt x="197" y="1482"/>
                  </a:lnTo>
                  <a:cubicBezTo>
                    <a:pt x="57" y="1538"/>
                    <a:pt x="1" y="1679"/>
                    <a:pt x="57" y="1791"/>
                  </a:cubicBezTo>
                  <a:cubicBezTo>
                    <a:pt x="103" y="1884"/>
                    <a:pt x="208" y="1938"/>
                    <a:pt x="306" y="1938"/>
                  </a:cubicBezTo>
                  <a:cubicBezTo>
                    <a:pt x="326" y="1938"/>
                    <a:pt x="346" y="1936"/>
                    <a:pt x="366" y="1931"/>
                  </a:cubicBezTo>
                  <a:lnTo>
                    <a:pt x="3903" y="471"/>
                  </a:lnTo>
                  <a:cubicBezTo>
                    <a:pt x="4015" y="415"/>
                    <a:pt x="4072" y="275"/>
                    <a:pt x="4015" y="162"/>
                  </a:cubicBezTo>
                  <a:cubicBezTo>
                    <a:pt x="3974" y="58"/>
                    <a:pt x="3901" y="1"/>
                    <a:pt x="38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4182;p64">
              <a:extLst>
                <a:ext uri="{FF2B5EF4-FFF2-40B4-BE49-F238E27FC236}">
                  <a16:creationId xmlns:a16="http://schemas.microsoft.com/office/drawing/2014/main" id="{A28B822C-F8DE-91D9-B846-E773005D75AE}"/>
                </a:ext>
              </a:extLst>
            </p:cNvPr>
            <p:cNvSpPr/>
            <p:nvPr/>
          </p:nvSpPr>
          <p:spPr>
            <a:xfrm>
              <a:off x="4550450" y="4371275"/>
              <a:ext cx="79350" cy="306325"/>
            </a:xfrm>
            <a:custGeom>
              <a:avLst/>
              <a:gdLst/>
              <a:ahLst/>
              <a:cxnLst/>
              <a:rect l="l" t="t" r="r" b="b"/>
              <a:pathLst>
                <a:path w="3174" h="12253" extrusionOk="0">
                  <a:moveTo>
                    <a:pt x="2924" y="1"/>
                  </a:moveTo>
                  <a:cubicBezTo>
                    <a:pt x="2809" y="1"/>
                    <a:pt x="2720" y="81"/>
                    <a:pt x="2696" y="203"/>
                  </a:cubicBezTo>
                  <a:lnTo>
                    <a:pt x="29" y="11966"/>
                  </a:lnTo>
                  <a:cubicBezTo>
                    <a:pt x="1" y="12078"/>
                    <a:pt x="85" y="12219"/>
                    <a:pt x="225" y="12247"/>
                  </a:cubicBezTo>
                  <a:cubicBezTo>
                    <a:pt x="240" y="12250"/>
                    <a:pt x="255" y="12252"/>
                    <a:pt x="270" y="12252"/>
                  </a:cubicBezTo>
                  <a:cubicBezTo>
                    <a:pt x="372" y="12252"/>
                    <a:pt x="482" y="12173"/>
                    <a:pt x="506" y="12050"/>
                  </a:cubicBezTo>
                  <a:lnTo>
                    <a:pt x="3145" y="287"/>
                  </a:lnTo>
                  <a:cubicBezTo>
                    <a:pt x="3173" y="175"/>
                    <a:pt x="3089" y="34"/>
                    <a:pt x="2977" y="6"/>
                  </a:cubicBezTo>
                  <a:cubicBezTo>
                    <a:pt x="2959" y="3"/>
                    <a:pt x="2941" y="1"/>
                    <a:pt x="29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4183;p64">
              <a:extLst>
                <a:ext uri="{FF2B5EF4-FFF2-40B4-BE49-F238E27FC236}">
                  <a16:creationId xmlns:a16="http://schemas.microsoft.com/office/drawing/2014/main" id="{2F542BA3-A4FB-06AC-0236-54C314F18F94}"/>
                </a:ext>
              </a:extLst>
            </p:cNvPr>
            <p:cNvSpPr/>
            <p:nvPr/>
          </p:nvSpPr>
          <p:spPr>
            <a:xfrm>
              <a:off x="4764525" y="2629475"/>
              <a:ext cx="126375" cy="225925"/>
            </a:xfrm>
            <a:custGeom>
              <a:avLst/>
              <a:gdLst/>
              <a:ahLst/>
              <a:cxnLst/>
              <a:rect l="l" t="t" r="r" b="b"/>
              <a:pathLst>
                <a:path w="5055" h="9037" extrusionOk="0">
                  <a:moveTo>
                    <a:pt x="4524" y="1"/>
                  </a:moveTo>
                  <a:cubicBezTo>
                    <a:pt x="4493" y="1"/>
                    <a:pt x="4464" y="35"/>
                    <a:pt x="4436" y="109"/>
                  </a:cubicBezTo>
                  <a:cubicBezTo>
                    <a:pt x="4212" y="699"/>
                    <a:pt x="4156" y="1541"/>
                    <a:pt x="4156" y="2215"/>
                  </a:cubicBezTo>
                  <a:cubicBezTo>
                    <a:pt x="4156" y="2888"/>
                    <a:pt x="3847" y="3253"/>
                    <a:pt x="3847" y="3253"/>
                  </a:cubicBezTo>
                  <a:cubicBezTo>
                    <a:pt x="3847" y="3253"/>
                    <a:pt x="2949" y="1288"/>
                    <a:pt x="2190" y="1232"/>
                  </a:cubicBezTo>
                  <a:cubicBezTo>
                    <a:pt x="2081" y="1220"/>
                    <a:pt x="1988" y="1214"/>
                    <a:pt x="1909" y="1214"/>
                  </a:cubicBezTo>
                  <a:cubicBezTo>
                    <a:pt x="1439" y="1214"/>
                    <a:pt x="1477" y="1417"/>
                    <a:pt x="1741" y="1681"/>
                  </a:cubicBezTo>
                  <a:cubicBezTo>
                    <a:pt x="2050" y="1990"/>
                    <a:pt x="2275" y="2130"/>
                    <a:pt x="2640" y="2804"/>
                  </a:cubicBezTo>
                  <a:cubicBezTo>
                    <a:pt x="3005" y="3478"/>
                    <a:pt x="3005" y="3703"/>
                    <a:pt x="3005" y="3703"/>
                  </a:cubicBezTo>
                  <a:cubicBezTo>
                    <a:pt x="3005" y="3703"/>
                    <a:pt x="1741" y="2271"/>
                    <a:pt x="1152" y="2271"/>
                  </a:cubicBezTo>
                  <a:cubicBezTo>
                    <a:pt x="534" y="2271"/>
                    <a:pt x="1" y="2580"/>
                    <a:pt x="394" y="2804"/>
                  </a:cubicBezTo>
                  <a:cubicBezTo>
                    <a:pt x="759" y="3029"/>
                    <a:pt x="1517" y="3169"/>
                    <a:pt x="1517" y="3169"/>
                  </a:cubicBezTo>
                  <a:lnTo>
                    <a:pt x="2050" y="4236"/>
                  </a:lnTo>
                  <a:cubicBezTo>
                    <a:pt x="2050" y="4236"/>
                    <a:pt x="1397" y="4009"/>
                    <a:pt x="889" y="4009"/>
                  </a:cubicBezTo>
                  <a:cubicBezTo>
                    <a:pt x="682" y="4009"/>
                    <a:pt x="499" y="4046"/>
                    <a:pt x="394" y="4152"/>
                  </a:cubicBezTo>
                  <a:cubicBezTo>
                    <a:pt x="1" y="4545"/>
                    <a:pt x="759" y="4685"/>
                    <a:pt x="759" y="4685"/>
                  </a:cubicBezTo>
                  <a:lnTo>
                    <a:pt x="1292" y="4769"/>
                  </a:lnTo>
                  <a:cubicBezTo>
                    <a:pt x="1292" y="4769"/>
                    <a:pt x="618" y="5892"/>
                    <a:pt x="618" y="6791"/>
                  </a:cubicBezTo>
                  <a:cubicBezTo>
                    <a:pt x="618" y="7689"/>
                    <a:pt x="843" y="9037"/>
                    <a:pt x="843" y="9037"/>
                  </a:cubicBezTo>
                  <a:lnTo>
                    <a:pt x="2949" y="8447"/>
                  </a:lnTo>
                  <a:cubicBezTo>
                    <a:pt x="2949" y="8447"/>
                    <a:pt x="3763" y="5949"/>
                    <a:pt x="4071" y="5219"/>
                  </a:cubicBezTo>
                  <a:cubicBezTo>
                    <a:pt x="4380" y="4461"/>
                    <a:pt x="5054" y="3618"/>
                    <a:pt x="5054" y="2664"/>
                  </a:cubicBezTo>
                  <a:cubicBezTo>
                    <a:pt x="5054" y="1799"/>
                    <a:pt x="4750" y="1"/>
                    <a:pt x="45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4184;p64">
              <a:extLst>
                <a:ext uri="{FF2B5EF4-FFF2-40B4-BE49-F238E27FC236}">
                  <a16:creationId xmlns:a16="http://schemas.microsoft.com/office/drawing/2014/main" id="{CE1B18D9-DD4A-CABE-027B-D740732BDB15}"/>
                </a:ext>
              </a:extLst>
            </p:cNvPr>
            <p:cNvSpPr/>
            <p:nvPr/>
          </p:nvSpPr>
          <p:spPr>
            <a:xfrm>
              <a:off x="4765225" y="2623775"/>
              <a:ext cx="131275" cy="237525"/>
            </a:xfrm>
            <a:custGeom>
              <a:avLst/>
              <a:gdLst/>
              <a:ahLst/>
              <a:cxnLst/>
              <a:rect l="l" t="t" r="r" b="b"/>
              <a:pathLst>
                <a:path w="5251" h="9501" extrusionOk="0">
                  <a:moveTo>
                    <a:pt x="4522" y="799"/>
                  </a:moveTo>
                  <a:cubicBezTo>
                    <a:pt x="4575" y="1025"/>
                    <a:pt x="4624" y="1314"/>
                    <a:pt x="4661" y="1628"/>
                  </a:cubicBezTo>
                  <a:cubicBezTo>
                    <a:pt x="4745" y="2078"/>
                    <a:pt x="4773" y="2555"/>
                    <a:pt x="4773" y="2892"/>
                  </a:cubicBezTo>
                  <a:cubicBezTo>
                    <a:pt x="4773" y="3313"/>
                    <a:pt x="4633" y="3734"/>
                    <a:pt x="4437" y="4127"/>
                  </a:cubicBezTo>
                  <a:cubicBezTo>
                    <a:pt x="4240" y="4548"/>
                    <a:pt x="3987" y="4941"/>
                    <a:pt x="3819" y="5362"/>
                  </a:cubicBezTo>
                  <a:cubicBezTo>
                    <a:pt x="3549" y="6024"/>
                    <a:pt x="2895" y="7991"/>
                    <a:pt x="2733" y="8480"/>
                  </a:cubicBezTo>
                  <a:lnTo>
                    <a:pt x="2733" y="8480"/>
                  </a:lnTo>
                  <a:lnTo>
                    <a:pt x="1006" y="8970"/>
                  </a:lnTo>
                  <a:lnTo>
                    <a:pt x="1006" y="8970"/>
                  </a:lnTo>
                  <a:cubicBezTo>
                    <a:pt x="946" y="8532"/>
                    <a:pt x="815" y="7644"/>
                    <a:pt x="815" y="7019"/>
                  </a:cubicBezTo>
                  <a:cubicBezTo>
                    <a:pt x="815" y="6626"/>
                    <a:pt x="983" y="6120"/>
                    <a:pt x="1152" y="5755"/>
                  </a:cubicBezTo>
                  <a:cubicBezTo>
                    <a:pt x="1208" y="5559"/>
                    <a:pt x="1292" y="5390"/>
                    <a:pt x="1376" y="5278"/>
                  </a:cubicBezTo>
                  <a:cubicBezTo>
                    <a:pt x="1404" y="5222"/>
                    <a:pt x="1433" y="5194"/>
                    <a:pt x="1433" y="5138"/>
                  </a:cubicBezTo>
                  <a:lnTo>
                    <a:pt x="1461" y="5110"/>
                  </a:lnTo>
                  <a:cubicBezTo>
                    <a:pt x="1517" y="5025"/>
                    <a:pt x="1517" y="4969"/>
                    <a:pt x="1461" y="4885"/>
                  </a:cubicBezTo>
                  <a:cubicBezTo>
                    <a:pt x="1433" y="4801"/>
                    <a:pt x="1376" y="4773"/>
                    <a:pt x="1292" y="4745"/>
                  </a:cubicBezTo>
                  <a:lnTo>
                    <a:pt x="786" y="4691"/>
                  </a:lnTo>
                  <a:lnTo>
                    <a:pt x="786" y="4691"/>
                  </a:lnTo>
                  <a:lnTo>
                    <a:pt x="787" y="4689"/>
                  </a:lnTo>
                  <a:lnTo>
                    <a:pt x="759" y="4689"/>
                  </a:lnTo>
                  <a:cubicBezTo>
                    <a:pt x="731" y="4661"/>
                    <a:pt x="618" y="4632"/>
                    <a:pt x="562" y="4604"/>
                  </a:cubicBezTo>
                  <a:lnTo>
                    <a:pt x="512" y="4571"/>
                  </a:lnTo>
                  <a:lnTo>
                    <a:pt x="512" y="4571"/>
                  </a:lnTo>
                  <a:lnTo>
                    <a:pt x="534" y="4548"/>
                  </a:lnTo>
                  <a:cubicBezTo>
                    <a:pt x="534" y="4520"/>
                    <a:pt x="590" y="4520"/>
                    <a:pt x="646" y="4492"/>
                  </a:cubicBezTo>
                  <a:cubicBezTo>
                    <a:pt x="703" y="4464"/>
                    <a:pt x="787" y="4464"/>
                    <a:pt x="871" y="4464"/>
                  </a:cubicBezTo>
                  <a:cubicBezTo>
                    <a:pt x="1096" y="4464"/>
                    <a:pt x="1376" y="4520"/>
                    <a:pt x="1573" y="4576"/>
                  </a:cubicBezTo>
                  <a:cubicBezTo>
                    <a:pt x="1685" y="4604"/>
                    <a:pt x="1769" y="4632"/>
                    <a:pt x="1826" y="4661"/>
                  </a:cubicBezTo>
                  <a:lnTo>
                    <a:pt x="1910" y="4661"/>
                  </a:lnTo>
                  <a:lnTo>
                    <a:pt x="1938" y="4689"/>
                  </a:lnTo>
                  <a:cubicBezTo>
                    <a:pt x="1959" y="4696"/>
                    <a:pt x="1982" y="4699"/>
                    <a:pt x="2005" y="4699"/>
                  </a:cubicBezTo>
                  <a:cubicBezTo>
                    <a:pt x="2075" y="4699"/>
                    <a:pt x="2148" y="4668"/>
                    <a:pt x="2191" y="4604"/>
                  </a:cubicBezTo>
                  <a:cubicBezTo>
                    <a:pt x="2247" y="4548"/>
                    <a:pt x="2275" y="4436"/>
                    <a:pt x="2219" y="4352"/>
                  </a:cubicBezTo>
                  <a:lnTo>
                    <a:pt x="1685" y="3313"/>
                  </a:lnTo>
                  <a:cubicBezTo>
                    <a:pt x="1657" y="3229"/>
                    <a:pt x="1601" y="3201"/>
                    <a:pt x="1545" y="3173"/>
                  </a:cubicBezTo>
                  <a:cubicBezTo>
                    <a:pt x="1545" y="3173"/>
                    <a:pt x="1489" y="3173"/>
                    <a:pt x="1404" y="3144"/>
                  </a:cubicBezTo>
                  <a:cubicBezTo>
                    <a:pt x="1320" y="3116"/>
                    <a:pt x="1124" y="3088"/>
                    <a:pt x="955" y="3032"/>
                  </a:cubicBezTo>
                  <a:cubicBezTo>
                    <a:pt x="807" y="2983"/>
                    <a:pt x="637" y="2912"/>
                    <a:pt x="522" y="2857"/>
                  </a:cubicBezTo>
                  <a:lnTo>
                    <a:pt x="522" y="2857"/>
                  </a:lnTo>
                  <a:cubicBezTo>
                    <a:pt x="560" y="2838"/>
                    <a:pt x="612" y="2820"/>
                    <a:pt x="675" y="2808"/>
                  </a:cubicBezTo>
                  <a:cubicBezTo>
                    <a:pt x="787" y="2780"/>
                    <a:pt x="955" y="2751"/>
                    <a:pt x="1124" y="2751"/>
                  </a:cubicBezTo>
                  <a:cubicBezTo>
                    <a:pt x="1131" y="2748"/>
                    <a:pt x="1140" y="2746"/>
                    <a:pt x="1151" y="2746"/>
                  </a:cubicBezTo>
                  <a:cubicBezTo>
                    <a:pt x="1224" y="2746"/>
                    <a:pt x="1370" y="2822"/>
                    <a:pt x="1517" y="2920"/>
                  </a:cubicBezTo>
                  <a:cubicBezTo>
                    <a:pt x="1826" y="3116"/>
                    <a:pt x="2134" y="3397"/>
                    <a:pt x="2387" y="3650"/>
                  </a:cubicBezTo>
                  <a:cubicBezTo>
                    <a:pt x="2527" y="3762"/>
                    <a:pt x="2612" y="3874"/>
                    <a:pt x="2696" y="3959"/>
                  </a:cubicBezTo>
                  <a:cubicBezTo>
                    <a:pt x="2780" y="4043"/>
                    <a:pt x="2808" y="4099"/>
                    <a:pt x="2808" y="4099"/>
                  </a:cubicBezTo>
                  <a:cubicBezTo>
                    <a:pt x="2870" y="4140"/>
                    <a:pt x="2932" y="4166"/>
                    <a:pt x="2993" y="4166"/>
                  </a:cubicBezTo>
                  <a:cubicBezTo>
                    <a:pt x="3016" y="4166"/>
                    <a:pt x="3038" y="4163"/>
                    <a:pt x="3061" y="4155"/>
                  </a:cubicBezTo>
                  <a:cubicBezTo>
                    <a:pt x="3173" y="4127"/>
                    <a:pt x="3229" y="4043"/>
                    <a:pt x="3229" y="3931"/>
                  </a:cubicBezTo>
                  <a:cubicBezTo>
                    <a:pt x="3229" y="3874"/>
                    <a:pt x="3201" y="3622"/>
                    <a:pt x="2808" y="2920"/>
                  </a:cubicBezTo>
                  <a:cubicBezTo>
                    <a:pt x="2443" y="2218"/>
                    <a:pt x="2162" y="2021"/>
                    <a:pt x="1882" y="1741"/>
                  </a:cubicBezTo>
                  <a:cubicBezTo>
                    <a:pt x="1859" y="1718"/>
                    <a:pt x="1841" y="1700"/>
                    <a:pt x="1826" y="1685"/>
                  </a:cubicBezTo>
                  <a:lnTo>
                    <a:pt x="2134" y="1685"/>
                  </a:lnTo>
                  <a:cubicBezTo>
                    <a:pt x="2219" y="1685"/>
                    <a:pt x="2387" y="1797"/>
                    <a:pt x="2584" y="1965"/>
                  </a:cubicBezTo>
                  <a:cubicBezTo>
                    <a:pt x="2836" y="2218"/>
                    <a:pt x="3089" y="2639"/>
                    <a:pt x="3285" y="2976"/>
                  </a:cubicBezTo>
                  <a:cubicBezTo>
                    <a:pt x="3398" y="3144"/>
                    <a:pt x="3454" y="3285"/>
                    <a:pt x="3510" y="3397"/>
                  </a:cubicBezTo>
                  <a:cubicBezTo>
                    <a:pt x="3538" y="3453"/>
                    <a:pt x="3566" y="3509"/>
                    <a:pt x="3594" y="3538"/>
                  </a:cubicBezTo>
                  <a:lnTo>
                    <a:pt x="3594" y="3594"/>
                  </a:lnTo>
                  <a:cubicBezTo>
                    <a:pt x="3650" y="3650"/>
                    <a:pt x="3707" y="3706"/>
                    <a:pt x="3791" y="3706"/>
                  </a:cubicBezTo>
                  <a:cubicBezTo>
                    <a:pt x="3812" y="3713"/>
                    <a:pt x="3833" y="3717"/>
                    <a:pt x="3853" y="3717"/>
                  </a:cubicBezTo>
                  <a:cubicBezTo>
                    <a:pt x="3914" y="3717"/>
                    <a:pt x="3966" y="3685"/>
                    <a:pt x="3987" y="3622"/>
                  </a:cubicBezTo>
                  <a:cubicBezTo>
                    <a:pt x="4015" y="3594"/>
                    <a:pt x="4352" y="3173"/>
                    <a:pt x="4352" y="2443"/>
                  </a:cubicBezTo>
                  <a:cubicBezTo>
                    <a:pt x="4352" y="1913"/>
                    <a:pt x="4404" y="1298"/>
                    <a:pt x="4522" y="799"/>
                  </a:cubicBezTo>
                  <a:close/>
                  <a:moveTo>
                    <a:pt x="4493" y="0"/>
                  </a:moveTo>
                  <a:cubicBezTo>
                    <a:pt x="4408" y="0"/>
                    <a:pt x="4324" y="56"/>
                    <a:pt x="4268" y="112"/>
                  </a:cubicBezTo>
                  <a:cubicBezTo>
                    <a:pt x="4240" y="140"/>
                    <a:pt x="4212" y="197"/>
                    <a:pt x="4184" y="253"/>
                  </a:cubicBezTo>
                  <a:lnTo>
                    <a:pt x="4212" y="253"/>
                  </a:lnTo>
                  <a:cubicBezTo>
                    <a:pt x="3959" y="899"/>
                    <a:pt x="3875" y="1741"/>
                    <a:pt x="3875" y="2443"/>
                  </a:cubicBezTo>
                  <a:cubicBezTo>
                    <a:pt x="3875" y="2639"/>
                    <a:pt x="3847" y="2823"/>
                    <a:pt x="3812" y="2963"/>
                  </a:cubicBezTo>
                  <a:lnTo>
                    <a:pt x="3812" y="2963"/>
                  </a:lnTo>
                  <a:cubicBezTo>
                    <a:pt x="3723" y="2789"/>
                    <a:pt x="3610" y="2579"/>
                    <a:pt x="3482" y="2358"/>
                  </a:cubicBezTo>
                  <a:cubicBezTo>
                    <a:pt x="3314" y="2106"/>
                    <a:pt x="3117" y="1853"/>
                    <a:pt x="2892" y="1628"/>
                  </a:cubicBezTo>
                  <a:cubicBezTo>
                    <a:pt x="2696" y="1432"/>
                    <a:pt x="2471" y="1263"/>
                    <a:pt x="2191" y="1235"/>
                  </a:cubicBezTo>
                  <a:cubicBezTo>
                    <a:pt x="2078" y="1207"/>
                    <a:pt x="1994" y="1207"/>
                    <a:pt x="1910" y="1207"/>
                  </a:cubicBezTo>
                  <a:cubicBezTo>
                    <a:pt x="1741" y="1207"/>
                    <a:pt x="1629" y="1207"/>
                    <a:pt x="1517" y="1263"/>
                  </a:cubicBezTo>
                  <a:cubicBezTo>
                    <a:pt x="1461" y="1292"/>
                    <a:pt x="1404" y="1348"/>
                    <a:pt x="1348" y="1404"/>
                  </a:cubicBezTo>
                  <a:cubicBezTo>
                    <a:pt x="1320" y="1460"/>
                    <a:pt x="1292" y="1544"/>
                    <a:pt x="1292" y="1600"/>
                  </a:cubicBezTo>
                  <a:cubicBezTo>
                    <a:pt x="1292" y="1713"/>
                    <a:pt x="1320" y="1797"/>
                    <a:pt x="1376" y="1853"/>
                  </a:cubicBezTo>
                  <a:cubicBezTo>
                    <a:pt x="1433" y="1937"/>
                    <a:pt x="1489" y="1993"/>
                    <a:pt x="1545" y="2078"/>
                  </a:cubicBezTo>
                  <a:cubicBezTo>
                    <a:pt x="1814" y="2347"/>
                    <a:pt x="1997" y="2466"/>
                    <a:pt x="2281" y="2919"/>
                  </a:cubicBezTo>
                  <a:lnTo>
                    <a:pt x="2281" y="2919"/>
                  </a:lnTo>
                  <a:cubicBezTo>
                    <a:pt x="2112" y="2772"/>
                    <a:pt x="1947" y="2633"/>
                    <a:pt x="1798" y="2527"/>
                  </a:cubicBezTo>
                  <a:cubicBezTo>
                    <a:pt x="1573" y="2386"/>
                    <a:pt x="1348" y="2274"/>
                    <a:pt x="1124" y="2274"/>
                  </a:cubicBezTo>
                  <a:cubicBezTo>
                    <a:pt x="843" y="2274"/>
                    <a:pt x="618" y="2330"/>
                    <a:pt x="422" y="2415"/>
                  </a:cubicBezTo>
                  <a:cubicBezTo>
                    <a:pt x="310" y="2443"/>
                    <a:pt x="225" y="2499"/>
                    <a:pt x="141" y="2555"/>
                  </a:cubicBezTo>
                  <a:cubicBezTo>
                    <a:pt x="85" y="2639"/>
                    <a:pt x="1" y="2723"/>
                    <a:pt x="1" y="2864"/>
                  </a:cubicBezTo>
                  <a:cubicBezTo>
                    <a:pt x="1" y="2948"/>
                    <a:pt x="29" y="3032"/>
                    <a:pt x="85" y="3088"/>
                  </a:cubicBezTo>
                  <a:cubicBezTo>
                    <a:pt x="113" y="3144"/>
                    <a:pt x="169" y="3201"/>
                    <a:pt x="253" y="3229"/>
                  </a:cubicBezTo>
                  <a:cubicBezTo>
                    <a:pt x="478" y="3369"/>
                    <a:pt x="759" y="3453"/>
                    <a:pt x="1011" y="3538"/>
                  </a:cubicBezTo>
                  <a:cubicBezTo>
                    <a:pt x="1145" y="3571"/>
                    <a:pt x="1269" y="3604"/>
                    <a:pt x="1347" y="3626"/>
                  </a:cubicBezTo>
                  <a:lnTo>
                    <a:pt x="1347" y="3626"/>
                  </a:lnTo>
                  <a:lnTo>
                    <a:pt x="1572" y="4101"/>
                  </a:lnTo>
                  <a:lnTo>
                    <a:pt x="1572" y="4101"/>
                  </a:lnTo>
                  <a:cubicBezTo>
                    <a:pt x="1360" y="4055"/>
                    <a:pt x="1108" y="4015"/>
                    <a:pt x="871" y="4015"/>
                  </a:cubicBezTo>
                  <a:cubicBezTo>
                    <a:pt x="759" y="4015"/>
                    <a:pt x="618" y="4015"/>
                    <a:pt x="506" y="4043"/>
                  </a:cubicBezTo>
                  <a:cubicBezTo>
                    <a:pt x="394" y="4071"/>
                    <a:pt x="281" y="4127"/>
                    <a:pt x="197" y="4211"/>
                  </a:cubicBezTo>
                  <a:cubicBezTo>
                    <a:pt x="85" y="4324"/>
                    <a:pt x="29" y="4436"/>
                    <a:pt x="29" y="4576"/>
                  </a:cubicBezTo>
                  <a:cubicBezTo>
                    <a:pt x="29" y="4717"/>
                    <a:pt x="85" y="4829"/>
                    <a:pt x="169" y="4913"/>
                  </a:cubicBezTo>
                  <a:cubicBezTo>
                    <a:pt x="281" y="4997"/>
                    <a:pt x="422" y="5054"/>
                    <a:pt x="506" y="5082"/>
                  </a:cubicBezTo>
                  <a:cubicBezTo>
                    <a:pt x="618" y="5110"/>
                    <a:pt x="675" y="5138"/>
                    <a:pt x="703" y="5138"/>
                  </a:cubicBezTo>
                  <a:lnTo>
                    <a:pt x="894" y="5168"/>
                  </a:lnTo>
                  <a:lnTo>
                    <a:pt x="894" y="5168"/>
                  </a:lnTo>
                  <a:cubicBezTo>
                    <a:pt x="834" y="5277"/>
                    <a:pt x="766" y="5410"/>
                    <a:pt x="703" y="5559"/>
                  </a:cubicBezTo>
                  <a:cubicBezTo>
                    <a:pt x="534" y="5980"/>
                    <a:pt x="366" y="6513"/>
                    <a:pt x="366" y="7019"/>
                  </a:cubicBezTo>
                  <a:cubicBezTo>
                    <a:pt x="366" y="7945"/>
                    <a:pt x="590" y="9293"/>
                    <a:pt x="590" y="9293"/>
                  </a:cubicBezTo>
                  <a:cubicBezTo>
                    <a:pt x="590" y="9377"/>
                    <a:pt x="618" y="9433"/>
                    <a:pt x="675" y="9461"/>
                  </a:cubicBezTo>
                  <a:cubicBezTo>
                    <a:pt x="714" y="9481"/>
                    <a:pt x="768" y="9501"/>
                    <a:pt x="816" y="9501"/>
                  </a:cubicBezTo>
                  <a:cubicBezTo>
                    <a:pt x="836" y="9501"/>
                    <a:pt x="855" y="9498"/>
                    <a:pt x="871" y="9489"/>
                  </a:cubicBezTo>
                  <a:lnTo>
                    <a:pt x="2977" y="8900"/>
                  </a:lnTo>
                  <a:cubicBezTo>
                    <a:pt x="3061" y="8872"/>
                    <a:pt x="3117" y="8816"/>
                    <a:pt x="3145" y="8731"/>
                  </a:cubicBezTo>
                  <a:cubicBezTo>
                    <a:pt x="3145" y="8731"/>
                    <a:pt x="3342" y="8114"/>
                    <a:pt x="3594" y="7412"/>
                  </a:cubicBezTo>
                  <a:cubicBezTo>
                    <a:pt x="3819" y="6710"/>
                    <a:pt x="4100" y="5896"/>
                    <a:pt x="4268" y="5531"/>
                  </a:cubicBezTo>
                  <a:cubicBezTo>
                    <a:pt x="4408" y="5166"/>
                    <a:pt x="4633" y="4773"/>
                    <a:pt x="4858" y="4352"/>
                  </a:cubicBezTo>
                  <a:cubicBezTo>
                    <a:pt x="5054" y="3903"/>
                    <a:pt x="5251" y="3425"/>
                    <a:pt x="5251" y="2892"/>
                  </a:cubicBezTo>
                  <a:cubicBezTo>
                    <a:pt x="5251" y="2415"/>
                    <a:pt x="5166" y="1769"/>
                    <a:pt x="5082" y="1179"/>
                  </a:cubicBezTo>
                  <a:cubicBezTo>
                    <a:pt x="5026" y="899"/>
                    <a:pt x="4970" y="646"/>
                    <a:pt x="4886" y="449"/>
                  </a:cubicBezTo>
                  <a:cubicBezTo>
                    <a:pt x="4858" y="337"/>
                    <a:pt x="4830" y="253"/>
                    <a:pt x="4802" y="197"/>
                  </a:cubicBezTo>
                  <a:lnTo>
                    <a:pt x="4717" y="84"/>
                  </a:lnTo>
                  <a:cubicBezTo>
                    <a:pt x="4661" y="28"/>
                    <a:pt x="4605" y="0"/>
                    <a:pt x="44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4185;p64">
              <a:extLst>
                <a:ext uri="{FF2B5EF4-FFF2-40B4-BE49-F238E27FC236}">
                  <a16:creationId xmlns:a16="http://schemas.microsoft.com/office/drawing/2014/main" id="{86C59EA1-A654-03EC-E0E8-AE1BD1805ABC}"/>
                </a:ext>
              </a:extLst>
            </p:cNvPr>
            <p:cNvSpPr/>
            <p:nvPr/>
          </p:nvSpPr>
          <p:spPr>
            <a:xfrm>
              <a:off x="4805950" y="2688050"/>
              <a:ext cx="101775" cy="120325"/>
            </a:xfrm>
            <a:custGeom>
              <a:avLst/>
              <a:gdLst/>
              <a:ahLst/>
              <a:cxnLst/>
              <a:rect l="l" t="t" r="r" b="b"/>
              <a:pathLst>
                <a:path w="4071" h="4813" extrusionOk="0">
                  <a:moveTo>
                    <a:pt x="3496" y="0"/>
                  </a:moveTo>
                  <a:cubicBezTo>
                    <a:pt x="3202" y="0"/>
                    <a:pt x="2918" y="706"/>
                    <a:pt x="2499" y="1219"/>
                  </a:cubicBezTo>
                  <a:cubicBezTo>
                    <a:pt x="1965" y="1809"/>
                    <a:pt x="1067" y="2202"/>
                    <a:pt x="674" y="2791"/>
                  </a:cubicBezTo>
                  <a:cubicBezTo>
                    <a:pt x="309" y="3381"/>
                    <a:pt x="0" y="4813"/>
                    <a:pt x="0" y="4813"/>
                  </a:cubicBezTo>
                  <a:lnTo>
                    <a:pt x="1656" y="4757"/>
                  </a:lnTo>
                  <a:cubicBezTo>
                    <a:pt x="1741" y="3549"/>
                    <a:pt x="3004" y="2202"/>
                    <a:pt x="3397" y="1668"/>
                  </a:cubicBezTo>
                  <a:cubicBezTo>
                    <a:pt x="3762" y="1135"/>
                    <a:pt x="4071" y="461"/>
                    <a:pt x="3678" y="96"/>
                  </a:cubicBezTo>
                  <a:cubicBezTo>
                    <a:pt x="3616" y="30"/>
                    <a:pt x="3556" y="0"/>
                    <a:pt x="34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4186;p64">
              <a:extLst>
                <a:ext uri="{FF2B5EF4-FFF2-40B4-BE49-F238E27FC236}">
                  <a16:creationId xmlns:a16="http://schemas.microsoft.com/office/drawing/2014/main" id="{42126C8F-89AB-3AC7-8817-A0CDABAE6D19}"/>
                </a:ext>
              </a:extLst>
            </p:cNvPr>
            <p:cNvSpPr/>
            <p:nvPr/>
          </p:nvSpPr>
          <p:spPr>
            <a:xfrm>
              <a:off x="4799625" y="2682025"/>
              <a:ext cx="108800" cy="132100"/>
            </a:xfrm>
            <a:custGeom>
              <a:avLst/>
              <a:gdLst/>
              <a:ahLst/>
              <a:cxnLst/>
              <a:rect l="l" t="t" r="r" b="b"/>
              <a:pathLst>
                <a:path w="4352" h="5284" extrusionOk="0">
                  <a:moveTo>
                    <a:pt x="3762" y="0"/>
                  </a:moveTo>
                  <a:cubicBezTo>
                    <a:pt x="3678" y="0"/>
                    <a:pt x="3594" y="28"/>
                    <a:pt x="3538" y="56"/>
                  </a:cubicBezTo>
                  <a:cubicBezTo>
                    <a:pt x="3426" y="141"/>
                    <a:pt x="3341" y="225"/>
                    <a:pt x="3257" y="309"/>
                  </a:cubicBezTo>
                  <a:cubicBezTo>
                    <a:pt x="3032" y="590"/>
                    <a:pt x="2836" y="1011"/>
                    <a:pt x="2555" y="1292"/>
                  </a:cubicBezTo>
                  <a:cubicBezTo>
                    <a:pt x="2331" y="1573"/>
                    <a:pt x="1994" y="1797"/>
                    <a:pt x="1657" y="2050"/>
                  </a:cubicBezTo>
                  <a:cubicBezTo>
                    <a:pt x="1292" y="2302"/>
                    <a:pt x="955" y="2555"/>
                    <a:pt x="730" y="2920"/>
                  </a:cubicBezTo>
                  <a:cubicBezTo>
                    <a:pt x="534" y="3257"/>
                    <a:pt x="365" y="3762"/>
                    <a:pt x="225" y="4212"/>
                  </a:cubicBezTo>
                  <a:cubicBezTo>
                    <a:pt x="113" y="4661"/>
                    <a:pt x="28" y="4998"/>
                    <a:pt x="28" y="4998"/>
                  </a:cubicBezTo>
                  <a:cubicBezTo>
                    <a:pt x="0" y="5138"/>
                    <a:pt x="85" y="5250"/>
                    <a:pt x="225" y="5278"/>
                  </a:cubicBezTo>
                  <a:cubicBezTo>
                    <a:pt x="240" y="5282"/>
                    <a:pt x="255" y="5284"/>
                    <a:pt x="270" y="5284"/>
                  </a:cubicBezTo>
                  <a:cubicBezTo>
                    <a:pt x="372" y="5284"/>
                    <a:pt x="478" y="5207"/>
                    <a:pt x="478" y="5110"/>
                  </a:cubicBezTo>
                  <a:cubicBezTo>
                    <a:pt x="478" y="5110"/>
                    <a:pt x="506" y="5026"/>
                    <a:pt x="534" y="4885"/>
                  </a:cubicBezTo>
                  <a:cubicBezTo>
                    <a:pt x="590" y="4661"/>
                    <a:pt x="674" y="4352"/>
                    <a:pt x="786" y="4015"/>
                  </a:cubicBezTo>
                  <a:cubicBezTo>
                    <a:pt x="899" y="3678"/>
                    <a:pt x="1011" y="3341"/>
                    <a:pt x="1123" y="3145"/>
                  </a:cubicBezTo>
                  <a:cubicBezTo>
                    <a:pt x="1292" y="2920"/>
                    <a:pt x="1573" y="2667"/>
                    <a:pt x="1909" y="2443"/>
                  </a:cubicBezTo>
                  <a:cubicBezTo>
                    <a:pt x="2246" y="2190"/>
                    <a:pt x="2639" y="1937"/>
                    <a:pt x="2920" y="1601"/>
                  </a:cubicBezTo>
                  <a:cubicBezTo>
                    <a:pt x="3145" y="1348"/>
                    <a:pt x="3341" y="1011"/>
                    <a:pt x="3510" y="786"/>
                  </a:cubicBezTo>
                  <a:cubicBezTo>
                    <a:pt x="3566" y="674"/>
                    <a:pt x="3650" y="590"/>
                    <a:pt x="3706" y="534"/>
                  </a:cubicBezTo>
                  <a:lnTo>
                    <a:pt x="3762" y="478"/>
                  </a:lnTo>
                  <a:lnTo>
                    <a:pt x="3790" y="506"/>
                  </a:lnTo>
                  <a:cubicBezTo>
                    <a:pt x="3847" y="562"/>
                    <a:pt x="3875" y="646"/>
                    <a:pt x="3875" y="758"/>
                  </a:cubicBezTo>
                  <a:cubicBezTo>
                    <a:pt x="3875" y="1039"/>
                    <a:pt x="3706" y="1432"/>
                    <a:pt x="3454" y="1769"/>
                  </a:cubicBezTo>
                  <a:cubicBezTo>
                    <a:pt x="3285" y="2022"/>
                    <a:pt x="2864" y="2499"/>
                    <a:pt x="2471" y="3060"/>
                  </a:cubicBezTo>
                  <a:cubicBezTo>
                    <a:pt x="2078" y="3622"/>
                    <a:pt x="1713" y="4296"/>
                    <a:pt x="1685" y="4970"/>
                  </a:cubicBezTo>
                  <a:cubicBezTo>
                    <a:pt x="1685" y="5110"/>
                    <a:pt x="1769" y="5222"/>
                    <a:pt x="1909" y="5222"/>
                  </a:cubicBezTo>
                  <a:cubicBezTo>
                    <a:pt x="2022" y="5222"/>
                    <a:pt x="2134" y="5138"/>
                    <a:pt x="2134" y="4998"/>
                  </a:cubicBezTo>
                  <a:cubicBezTo>
                    <a:pt x="2190" y="4464"/>
                    <a:pt x="2499" y="3847"/>
                    <a:pt x="2864" y="3313"/>
                  </a:cubicBezTo>
                  <a:cubicBezTo>
                    <a:pt x="3229" y="2780"/>
                    <a:pt x="3622" y="2331"/>
                    <a:pt x="3819" y="2050"/>
                  </a:cubicBezTo>
                  <a:cubicBezTo>
                    <a:pt x="4099" y="1657"/>
                    <a:pt x="4352" y="1208"/>
                    <a:pt x="4352" y="758"/>
                  </a:cubicBezTo>
                  <a:cubicBezTo>
                    <a:pt x="4352" y="562"/>
                    <a:pt x="4268" y="337"/>
                    <a:pt x="4099" y="169"/>
                  </a:cubicBezTo>
                  <a:cubicBezTo>
                    <a:pt x="4015" y="85"/>
                    <a:pt x="3903" y="0"/>
                    <a:pt x="37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4187;p64">
              <a:extLst>
                <a:ext uri="{FF2B5EF4-FFF2-40B4-BE49-F238E27FC236}">
                  <a16:creationId xmlns:a16="http://schemas.microsoft.com/office/drawing/2014/main" id="{E03B80AF-19F2-3B98-C50E-712C82574CED}"/>
                </a:ext>
              </a:extLst>
            </p:cNvPr>
            <p:cNvSpPr/>
            <p:nvPr/>
          </p:nvSpPr>
          <p:spPr>
            <a:xfrm>
              <a:off x="4770150" y="2830675"/>
              <a:ext cx="77225" cy="73875"/>
            </a:xfrm>
            <a:custGeom>
              <a:avLst/>
              <a:gdLst/>
              <a:ahLst/>
              <a:cxnLst/>
              <a:rect l="l" t="t" r="r" b="b"/>
              <a:pathLst>
                <a:path w="3089" h="2955" extrusionOk="0">
                  <a:moveTo>
                    <a:pt x="1536" y="0"/>
                  </a:moveTo>
                  <a:cubicBezTo>
                    <a:pt x="677" y="0"/>
                    <a:pt x="169" y="315"/>
                    <a:pt x="169" y="315"/>
                  </a:cubicBezTo>
                  <a:lnTo>
                    <a:pt x="0" y="2561"/>
                  </a:lnTo>
                  <a:lnTo>
                    <a:pt x="3088" y="2954"/>
                  </a:lnTo>
                  <a:lnTo>
                    <a:pt x="3032" y="455"/>
                  </a:lnTo>
                  <a:cubicBezTo>
                    <a:pt x="3032" y="455"/>
                    <a:pt x="2724" y="90"/>
                    <a:pt x="1741" y="6"/>
                  </a:cubicBezTo>
                  <a:cubicBezTo>
                    <a:pt x="1671" y="2"/>
                    <a:pt x="1603" y="0"/>
                    <a:pt x="153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4188;p64">
              <a:extLst>
                <a:ext uri="{FF2B5EF4-FFF2-40B4-BE49-F238E27FC236}">
                  <a16:creationId xmlns:a16="http://schemas.microsoft.com/office/drawing/2014/main" id="{8E1E76B9-B1E4-A3E5-15DD-90F7F47A9348}"/>
                </a:ext>
              </a:extLst>
            </p:cNvPr>
            <p:cNvSpPr/>
            <p:nvPr/>
          </p:nvSpPr>
          <p:spPr>
            <a:xfrm>
              <a:off x="4764525" y="2825200"/>
              <a:ext cx="89175" cy="84950"/>
            </a:xfrm>
            <a:custGeom>
              <a:avLst/>
              <a:gdLst/>
              <a:ahLst/>
              <a:cxnLst/>
              <a:rect l="l" t="t" r="r" b="b"/>
              <a:pathLst>
                <a:path w="3567" h="3398" extrusionOk="0">
                  <a:moveTo>
                    <a:pt x="1713" y="450"/>
                  </a:moveTo>
                  <a:cubicBezTo>
                    <a:pt x="1797" y="450"/>
                    <a:pt x="1854" y="450"/>
                    <a:pt x="1938" y="478"/>
                  </a:cubicBezTo>
                  <a:cubicBezTo>
                    <a:pt x="2415" y="506"/>
                    <a:pt x="2696" y="618"/>
                    <a:pt x="2864" y="702"/>
                  </a:cubicBezTo>
                  <a:cubicBezTo>
                    <a:pt x="2929" y="724"/>
                    <a:pt x="2976" y="762"/>
                    <a:pt x="3008" y="791"/>
                  </a:cubicBezTo>
                  <a:lnTo>
                    <a:pt x="3008" y="791"/>
                  </a:lnTo>
                  <a:lnTo>
                    <a:pt x="3089" y="2892"/>
                  </a:lnTo>
                  <a:lnTo>
                    <a:pt x="3089" y="2892"/>
                  </a:lnTo>
                  <a:lnTo>
                    <a:pt x="492" y="2584"/>
                  </a:lnTo>
                  <a:lnTo>
                    <a:pt x="492" y="2584"/>
                  </a:lnTo>
                  <a:lnTo>
                    <a:pt x="611" y="676"/>
                  </a:lnTo>
                  <a:lnTo>
                    <a:pt x="611" y="676"/>
                  </a:lnTo>
                  <a:cubicBezTo>
                    <a:pt x="786" y="594"/>
                    <a:pt x="1170" y="450"/>
                    <a:pt x="1713" y="450"/>
                  </a:cubicBezTo>
                  <a:close/>
                  <a:moveTo>
                    <a:pt x="1713" y="1"/>
                  </a:moveTo>
                  <a:cubicBezTo>
                    <a:pt x="815" y="1"/>
                    <a:pt x="281" y="309"/>
                    <a:pt x="253" y="337"/>
                  </a:cubicBezTo>
                  <a:cubicBezTo>
                    <a:pt x="197" y="366"/>
                    <a:pt x="169" y="450"/>
                    <a:pt x="169" y="506"/>
                  </a:cubicBezTo>
                  <a:lnTo>
                    <a:pt x="1" y="2780"/>
                  </a:lnTo>
                  <a:cubicBezTo>
                    <a:pt x="1" y="2892"/>
                    <a:pt x="85" y="3005"/>
                    <a:pt x="197" y="3033"/>
                  </a:cubicBezTo>
                  <a:lnTo>
                    <a:pt x="3285" y="3398"/>
                  </a:lnTo>
                  <a:cubicBezTo>
                    <a:pt x="3370" y="3398"/>
                    <a:pt x="3426" y="3370"/>
                    <a:pt x="3482" y="3341"/>
                  </a:cubicBezTo>
                  <a:cubicBezTo>
                    <a:pt x="3538" y="3285"/>
                    <a:pt x="3566" y="3229"/>
                    <a:pt x="3538" y="3145"/>
                  </a:cubicBezTo>
                  <a:lnTo>
                    <a:pt x="3482" y="674"/>
                  </a:lnTo>
                  <a:cubicBezTo>
                    <a:pt x="3482" y="618"/>
                    <a:pt x="3454" y="590"/>
                    <a:pt x="3426" y="534"/>
                  </a:cubicBezTo>
                  <a:cubicBezTo>
                    <a:pt x="3398" y="478"/>
                    <a:pt x="3005" y="85"/>
                    <a:pt x="19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4189;p64">
              <a:extLst>
                <a:ext uri="{FF2B5EF4-FFF2-40B4-BE49-F238E27FC236}">
                  <a16:creationId xmlns:a16="http://schemas.microsoft.com/office/drawing/2014/main" id="{7E25E0A5-E502-3712-27E5-115EE87364FE}"/>
                </a:ext>
              </a:extLst>
            </p:cNvPr>
            <p:cNvSpPr/>
            <p:nvPr/>
          </p:nvSpPr>
          <p:spPr>
            <a:xfrm>
              <a:off x="3826125" y="2811350"/>
              <a:ext cx="1043000" cy="918300"/>
            </a:xfrm>
            <a:custGeom>
              <a:avLst/>
              <a:gdLst/>
              <a:ahLst/>
              <a:cxnLst/>
              <a:rect l="l" t="t" r="r" b="b"/>
              <a:pathLst>
                <a:path w="41720" h="36732" extrusionOk="0">
                  <a:moveTo>
                    <a:pt x="20826" y="0"/>
                  </a:moveTo>
                  <a:cubicBezTo>
                    <a:pt x="19951" y="0"/>
                    <a:pt x="19026" y="75"/>
                    <a:pt x="18109" y="274"/>
                  </a:cubicBezTo>
                  <a:cubicBezTo>
                    <a:pt x="14347" y="1116"/>
                    <a:pt x="12157" y="2127"/>
                    <a:pt x="10248" y="3222"/>
                  </a:cubicBezTo>
                  <a:cubicBezTo>
                    <a:pt x="8339" y="4317"/>
                    <a:pt x="4577" y="5327"/>
                    <a:pt x="3931" y="6675"/>
                  </a:cubicBezTo>
                  <a:cubicBezTo>
                    <a:pt x="3285" y="7994"/>
                    <a:pt x="1011" y="22172"/>
                    <a:pt x="478" y="24025"/>
                  </a:cubicBezTo>
                  <a:cubicBezTo>
                    <a:pt x="338" y="24558"/>
                    <a:pt x="169" y="25148"/>
                    <a:pt x="1" y="25766"/>
                  </a:cubicBezTo>
                  <a:cubicBezTo>
                    <a:pt x="57" y="25990"/>
                    <a:pt x="141" y="26383"/>
                    <a:pt x="310" y="26776"/>
                  </a:cubicBezTo>
                  <a:lnTo>
                    <a:pt x="5054" y="27562"/>
                  </a:lnTo>
                  <a:cubicBezTo>
                    <a:pt x="5307" y="27338"/>
                    <a:pt x="5391" y="27141"/>
                    <a:pt x="5391" y="27141"/>
                  </a:cubicBezTo>
                  <a:cubicBezTo>
                    <a:pt x="5391" y="27141"/>
                    <a:pt x="5419" y="27198"/>
                    <a:pt x="5419" y="27282"/>
                  </a:cubicBezTo>
                  <a:cubicBezTo>
                    <a:pt x="5924" y="25878"/>
                    <a:pt x="6739" y="23829"/>
                    <a:pt x="6739" y="23829"/>
                  </a:cubicBezTo>
                  <a:cubicBezTo>
                    <a:pt x="6739" y="23829"/>
                    <a:pt x="6991" y="33402"/>
                    <a:pt x="7834" y="34441"/>
                  </a:cubicBezTo>
                  <a:cubicBezTo>
                    <a:pt x="8479" y="35227"/>
                    <a:pt x="9715" y="35451"/>
                    <a:pt x="10641" y="35648"/>
                  </a:cubicBezTo>
                  <a:cubicBezTo>
                    <a:pt x="11904" y="35901"/>
                    <a:pt x="13168" y="36181"/>
                    <a:pt x="14431" y="36350"/>
                  </a:cubicBezTo>
                  <a:cubicBezTo>
                    <a:pt x="16266" y="36619"/>
                    <a:pt x="18100" y="36732"/>
                    <a:pt x="19933" y="36732"/>
                  </a:cubicBezTo>
                  <a:cubicBezTo>
                    <a:pt x="22503" y="36732"/>
                    <a:pt x="25070" y="36509"/>
                    <a:pt x="27626" y="36181"/>
                  </a:cubicBezTo>
                  <a:cubicBezTo>
                    <a:pt x="28918" y="36013"/>
                    <a:pt x="31023" y="36097"/>
                    <a:pt x="31950" y="35002"/>
                  </a:cubicBezTo>
                  <a:cubicBezTo>
                    <a:pt x="32652" y="34188"/>
                    <a:pt x="32652" y="33149"/>
                    <a:pt x="32652" y="32897"/>
                  </a:cubicBezTo>
                  <a:cubicBezTo>
                    <a:pt x="32652" y="32644"/>
                    <a:pt x="33157" y="21976"/>
                    <a:pt x="33157" y="21976"/>
                  </a:cubicBezTo>
                  <a:cubicBezTo>
                    <a:pt x="33157" y="21976"/>
                    <a:pt x="38476" y="25938"/>
                    <a:pt x="39749" y="25938"/>
                  </a:cubicBezTo>
                  <a:cubicBezTo>
                    <a:pt x="39771" y="25938"/>
                    <a:pt x="39791" y="25937"/>
                    <a:pt x="39811" y="25934"/>
                  </a:cubicBezTo>
                  <a:cubicBezTo>
                    <a:pt x="40962" y="25822"/>
                    <a:pt x="41720" y="24783"/>
                    <a:pt x="41607" y="21723"/>
                  </a:cubicBezTo>
                  <a:cubicBezTo>
                    <a:pt x="41467" y="18663"/>
                    <a:pt x="41158" y="3671"/>
                    <a:pt x="40765" y="2969"/>
                  </a:cubicBezTo>
                  <a:cubicBezTo>
                    <a:pt x="40564" y="2609"/>
                    <a:pt x="39933" y="2397"/>
                    <a:pt x="39261" y="2397"/>
                  </a:cubicBezTo>
                  <a:cubicBezTo>
                    <a:pt x="38623" y="2397"/>
                    <a:pt x="37947" y="2588"/>
                    <a:pt x="37565" y="3025"/>
                  </a:cubicBezTo>
                  <a:cubicBezTo>
                    <a:pt x="36807" y="3924"/>
                    <a:pt x="36442" y="11335"/>
                    <a:pt x="36442" y="11335"/>
                  </a:cubicBezTo>
                  <a:cubicBezTo>
                    <a:pt x="36442" y="11335"/>
                    <a:pt x="33999" y="6029"/>
                    <a:pt x="32989" y="4373"/>
                  </a:cubicBezTo>
                  <a:cubicBezTo>
                    <a:pt x="31950" y="2716"/>
                    <a:pt x="25773" y="723"/>
                    <a:pt x="25773" y="723"/>
                  </a:cubicBezTo>
                  <a:cubicBezTo>
                    <a:pt x="25773" y="723"/>
                    <a:pt x="23541" y="0"/>
                    <a:pt x="2082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4190;p64">
              <a:extLst>
                <a:ext uri="{FF2B5EF4-FFF2-40B4-BE49-F238E27FC236}">
                  <a16:creationId xmlns:a16="http://schemas.microsoft.com/office/drawing/2014/main" id="{328F743D-BE4F-4ABD-BBE1-6E632A8413B2}"/>
                </a:ext>
              </a:extLst>
            </p:cNvPr>
            <p:cNvSpPr/>
            <p:nvPr/>
          </p:nvSpPr>
          <p:spPr>
            <a:xfrm>
              <a:off x="3820525" y="2805550"/>
              <a:ext cx="1051425" cy="930000"/>
            </a:xfrm>
            <a:custGeom>
              <a:avLst/>
              <a:gdLst/>
              <a:ahLst/>
              <a:cxnLst/>
              <a:rect l="l" t="t" r="r" b="b"/>
              <a:pathLst>
                <a:path w="42057" h="37200" extrusionOk="0">
                  <a:moveTo>
                    <a:pt x="21056" y="0"/>
                  </a:moveTo>
                  <a:cubicBezTo>
                    <a:pt x="20158" y="0"/>
                    <a:pt x="19231" y="85"/>
                    <a:pt x="18277" y="281"/>
                  </a:cubicBezTo>
                  <a:cubicBezTo>
                    <a:pt x="14487" y="1123"/>
                    <a:pt x="12297" y="2162"/>
                    <a:pt x="10360" y="3257"/>
                  </a:cubicBezTo>
                  <a:cubicBezTo>
                    <a:pt x="9433" y="3762"/>
                    <a:pt x="8001" y="4296"/>
                    <a:pt x="6738" y="4857"/>
                  </a:cubicBezTo>
                  <a:cubicBezTo>
                    <a:pt x="6120" y="5138"/>
                    <a:pt x="5503" y="5447"/>
                    <a:pt x="5026" y="5756"/>
                  </a:cubicBezTo>
                  <a:cubicBezTo>
                    <a:pt x="4520" y="6065"/>
                    <a:pt x="4155" y="6402"/>
                    <a:pt x="3959" y="6795"/>
                  </a:cubicBezTo>
                  <a:cubicBezTo>
                    <a:pt x="3846" y="6991"/>
                    <a:pt x="3762" y="7356"/>
                    <a:pt x="3622" y="7889"/>
                  </a:cubicBezTo>
                  <a:cubicBezTo>
                    <a:pt x="3173" y="9714"/>
                    <a:pt x="2499" y="13392"/>
                    <a:pt x="1881" y="16817"/>
                  </a:cubicBezTo>
                  <a:cubicBezTo>
                    <a:pt x="1572" y="18530"/>
                    <a:pt x="1292" y="20186"/>
                    <a:pt x="1039" y="21506"/>
                  </a:cubicBezTo>
                  <a:cubicBezTo>
                    <a:pt x="786" y="22825"/>
                    <a:pt x="590" y="23808"/>
                    <a:pt x="477" y="24201"/>
                  </a:cubicBezTo>
                  <a:cubicBezTo>
                    <a:pt x="337" y="24734"/>
                    <a:pt x="169" y="25324"/>
                    <a:pt x="0" y="25942"/>
                  </a:cubicBezTo>
                  <a:lnTo>
                    <a:pt x="0" y="26054"/>
                  </a:lnTo>
                  <a:cubicBezTo>
                    <a:pt x="56" y="26278"/>
                    <a:pt x="141" y="26671"/>
                    <a:pt x="337" y="27121"/>
                  </a:cubicBezTo>
                  <a:cubicBezTo>
                    <a:pt x="358" y="27203"/>
                    <a:pt x="438" y="27255"/>
                    <a:pt x="535" y="27255"/>
                  </a:cubicBezTo>
                  <a:cubicBezTo>
                    <a:pt x="571" y="27255"/>
                    <a:pt x="608" y="27248"/>
                    <a:pt x="646" y="27233"/>
                  </a:cubicBezTo>
                  <a:cubicBezTo>
                    <a:pt x="758" y="27177"/>
                    <a:pt x="814" y="27036"/>
                    <a:pt x="758" y="26924"/>
                  </a:cubicBezTo>
                  <a:cubicBezTo>
                    <a:pt x="590" y="26531"/>
                    <a:pt x="505" y="26166"/>
                    <a:pt x="477" y="25970"/>
                  </a:cubicBezTo>
                  <a:lnTo>
                    <a:pt x="472" y="25970"/>
                  </a:lnTo>
                  <a:lnTo>
                    <a:pt x="472" y="25970"/>
                  </a:lnTo>
                  <a:cubicBezTo>
                    <a:pt x="633" y="25383"/>
                    <a:pt x="793" y="24823"/>
                    <a:pt x="927" y="24313"/>
                  </a:cubicBezTo>
                  <a:cubicBezTo>
                    <a:pt x="1067" y="23836"/>
                    <a:pt x="1320" y="22601"/>
                    <a:pt x="1600" y="21000"/>
                  </a:cubicBezTo>
                  <a:cubicBezTo>
                    <a:pt x="2050" y="18586"/>
                    <a:pt x="2639" y="15329"/>
                    <a:pt x="3145" y="12522"/>
                  </a:cubicBezTo>
                  <a:cubicBezTo>
                    <a:pt x="3425" y="11146"/>
                    <a:pt x="3678" y="9883"/>
                    <a:pt x="3874" y="8900"/>
                  </a:cubicBezTo>
                  <a:cubicBezTo>
                    <a:pt x="3987" y="8395"/>
                    <a:pt x="4071" y="7974"/>
                    <a:pt x="4155" y="7637"/>
                  </a:cubicBezTo>
                  <a:cubicBezTo>
                    <a:pt x="4239" y="7328"/>
                    <a:pt x="4324" y="7103"/>
                    <a:pt x="4380" y="6991"/>
                  </a:cubicBezTo>
                  <a:cubicBezTo>
                    <a:pt x="4492" y="6738"/>
                    <a:pt x="4829" y="6430"/>
                    <a:pt x="5278" y="6149"/>
                  </a:cubicBezTo>
                  <a:cubicBezTo>
                    <a:pt x="5952" y="5700"/>
                    <a:pt x="6935" y="5279"/>
                    <a:pt x="7889" y="4885"/>
                  </a:cubicBezTo>
                  <a:cubicBezTo>
                    <a:pt x="8872" y="4464"/>
                    <a:pt x="9854" y="4071"/>
                    <a:pt x="10584" y="3650"/>
                  </a:cubicBezTo>
                  <a:cubicBezTo>
                    <a:pt x="12493" y="2583"/>
                    <a:pt x="14627" y="1573"/>
                    <a:pt x="18389" y="730"/>
                  </a:cubicBezTo>
                  <a:cubicBezTo>
                    <a:pt x="19287" y="534"/>
                    <a:pt x="20186" y="478"/>
                    <a:pt x="21056" y="478"/>
                  </a:cubicBezTo>
                  <a:cubicBezTo>
                    <a:pt x="22404" y="478"/>
                    <a:pt x="23611" y="646"/>
                    <a:pt x="24481" y="815"/>
                  </a:cubicBezTo>
                  <a:cubicBezTo>
                    <a:pt x="24931" y="927"/>
                    <a:pt x="25295" y="1011"/>
                    <a:pt x="25548" y="1067"/>
                  </a:cubicBezTo>
                  <a:cubicBezTo>
                    <a:pt x="25660" y="1095"/>
                    <a:pt x="25745" y="1123"/>
                    <a:pt x="25829" y="1152"/>
                  </a:cubicBezTo>
                  <a:cubicBezTo>
                    <a:pt x="25885" y="1180"/>
                    <a:pt x="25913" y="1180"/>
                    <a:pt x="25913" y="1180"/>
                  </a:cubicBezTo>
                  <a:cubicBezTo>
                    <a:pt x="25913" y="1180"/>
                    <a:pt x="26025" y="1208"/>
                    <a:pt x="26194" y="1264"/>
                  </a:cubicBezTo>
                  <a:cubicBezTo>
                    <a:pt x="26783" y="1460"/>
                    <a:pt x="28299" y="1994"/>
                    <a:pt x="29759" y="2639"/>
                  </a:cubicBezTo>
                  <a:cubicBezTo>
                    <a:pt x="30489" y="2976"/>
                    <a:pt x="31191" y="3313"/>
                    <a:pt x="31781" y="3678"/>
                  </a:cubicBezTo>
                  <a:cubicBezTo>
                    <a:pt x="32370" y="4043"/>
                    <a:pt x="32820" y="4408"/>
                    <a:pt x="33016" y="4717"/>
                  </a:cubicBezTo>
                  <a:cubicBezTo>
                    <a:pt x="33493" y="5531"/>
                    <a:pt x="34364" y="7272"/>
                    <a:pt x="35094" y="8816"/>
                  </a:cubicBezTo>
                  <a:cubicBezTo>
                    <a:pt x="35487" y="9574"/>
                    <a:pt x="35824" y="10304"/>
                    <a:pt x="36048" y="10809"/>
                  </a:cubicBezTo>
                  <a:cubicBezTo>
                    <a:pt x="36301" y="11343"/>
                    <a:pt x="36441" y="11680"/>
                    <a:pt x="36441" y="11680"/>
                  </a:cubicBezTo>
                  <a:cubicBezTo>
                    <a:pt x="36487" y="11749"/>
                    <a:pt x="36572" y="11799"/>
                    <a:pt x="36663" y="11799"/>
                  </a:cubicBezTo>
                  <a:cubicBezTo>
                    <a:pt x="36682" y="11799"/>
                    <a:pt x="36702" y="11797"/>
                    <a:pt x="36722" y="11792"/>
                  </a:cubicBezTo>
                  <a:cubicBezTo>
                    <a:pt x="36806" y="11792"/>
                    <a:pt x="36890" y="11680"/>
                    <a:pt x="36890" y="11595"/>
                  </a:cubicBezTo>
                  <a:cubicBezTo>
                    <a:pt x="36890" y="11567"/>
                    <a:pt x="36918" y="11118"/>
                    <a:pt x="36975" y="10416"/>
                  </a:cubicBezTo>
                  <a:cubicBezTo>
                    <a:pt x="37031" y="9349"/>
                    <a:pt x="37171" y="7749"/>
                    <a:pt x="37340" y="6317"/>
                  </a:cubicBezTo>
                  <a:cubicBezTo>
                    <a:pt x="37424" y="5587"/>
                    <a:pt x="37536" y="4942"/>
                    <a:pt x="37648" y="4408"/>
                  </a:cubicBezTo>
                  <a:cubicBezTo>
                    <a:pt x="37705" y="4156"/>
                    <a:pt x="37761" y="3931"/>
                    <a:pt x="37817" y="3734"/>
                  </a:cubicBezTo>
                  <a:cubicBezTo>
                    <a:pt x="37873" y="3566"/>
                    <a:pt x="37929" y="3454"/>
                    <a:pt x="37985" y="3398"/>
                  </a:cubicBezTo>
                  <a:cubicBezTo>
                    <a:pt x="38266" y="3061"/>
                    <a:pt x="38884" y="2864"/>
                    <a:pt x="39501" y="2864"/>
                  </a:cubicBezTo>
                  <a:cubicBezTo>
                    <a:pt x="39810" y="2864"/>
                    <a:pt x="40119" y="2920"/>
                    <a:pt x="40344" y="3004"/>
                  </a:cubicBezTo>
                  <a:cubicBezTo>
                    <a:pt x="40568" y="3089"/>
                    <a:pt x="40737" y="3201"/>
                    <a:pt x="40793" y="3313"/>
                  </a:cubicBezTo>
                  <a:cubicBezTo>
                    <a:pt x="40793" y="3313"/>
                    <a:pt x="40821" y="3426"/>
                    <a:pt x="40849" y="3566"/>
                  </a:cubicBezTo>
                  <a:cubicBezTo>
                    <a:pt x="40933" y="4156"/>
                    <a:pt x="41017" y="5419"/>
                    <a:pt x="41073" y="7047"/>
                  </a:cubicBezTo>
                  <a:cubicBezTo>
                    <a:pt x="41326" y="11876"/>
                    <a:pt x="41495" y="19821"/>
                    <a:pt x="41579" y="21983"/>
                  </a:cubicBezTo>
                  <a:cubicBezTo>
                    <a:pt x="41607" y="22180"/>
                    <a:pt x="41607" y="22404"/>
                    <a:pt x="41607" y="22601"/>
                  </a:cubicBezTo>
                  <a:cubicBezTo>
                    <a:pt x="41607" y="23864"/>
                    <a:pt x="41410" y="24678"/>
                    <a:pt x="41130" y="25184"/>
                  </a:cubicBezTo>
                  <a:cubicBezTo>
                    <a:pt x="40849" y="25689"/>
                    <a:pt x="40484" y="25885"/>
                    <a:pt x="40007" y="25942"/>
                  </a:cubicBezTo>
                  <a:lnTo>
                    <a:pt x="39979" y="25942"/>
                  </a:lnTo>
                  <a:cubicBezTo>
                    <a:pt x="39866" y="25942"/>
                    <a:pt x="39670" y="25885"/>
                    <a:pt x="39417" y="25801"/>
                  </a:cubicBezTo>
                  <a:cubicBezTo>
                    <a:pt x="38519" y="25436"/>
                    <a:pt x="37031" y="24482"/>
                    <a:pt x="35795" y="23639"/>
                  </a:cubicBezTo>
                  <a:cubicBezTo>
                    <a:pt x="35178" y="23218"/>
                    <a:pt x="34616" y="22797"/>
                    <a:pt x="34195" y="22516"/>
                  </a:cubicBezTo>
                  <a:cubicBezTo>
                    <a:pt x="33774" y="22208"/>
                    <a:pt x="33521" y="22039"/>
                    <a:pt x="33521" y="22039"/>
                  </a:cubicBezTo>
                  <a:cubicBezTo>
                    <a:pt x="33487" y="22004"/>
                    <a:pt x="33441" y="21980"/>
                    <a:pt x="33392" y="21980"/>
                  </a:cubicBezTo>
                  <a:cubicBezTo>
                    <a:pt x="33361" y="21980"/>
                    <a:pt x="33329" y="21990"/>
                    <a:pt x="33297" y="22011"/>
                  </a:cubicBezTo>
                  <a:cubicBezTo>
                    <a:pt x="33213" y="22039"/>
                    <a:pt x="33156" y="22123"/>
                    <a:pt x="33156" y="22208"/>
                  </a:cubicBezTo>
                  <a:cubicBezTo>
                    <a:pt x="33156" y="22208"/>
                    <a:pt x="33044" y="24875"/>
                    <a:pt x="32904" y="27570"/>
                  </a:cubicBezTo>
                  <a:cubicBezTo>
                    <a:pt x="32848" y="28917"/>
                    <a:pt x="32763" y="30265"/>
                    <a:pt x="32735" y="31304"/>
                  </a:cubicBezTo>
                  <a:cubicBezTo>
                    <a:pt x="32707" y="31837"/>
                    <a:pt x="32679" y="32258"/>
                    <a:pt x="32679" y="32567"/>
                  </a:cubicBezTo>
                  <a:cubicBezTo>
                    <a:pt x="32651" y="32904"/>
                    <a:pt x="32651" y="33073"/>
                    <a:pt x="32651" y="33129"/>
                  </a:cubicBezTo>
                  <a:cubicBezTo>
                    <a:pt x="32651" y="33381"/>
                    <a:pt x="32651" y="34336"/>
                    <a:pt x="32005" y="35094"/>
                  </a:cubicBezTo>
                  <a:cubicBezTo>
                    <a:pt x="31612" y="35571"/>
                    <a:pt x="30910" y="35796"/>
                    <a:pt x="30124" y="35936"/>
                  </a:cubicBezTo>
                  <a:cubicBezTo>
                    <a:pt x="29338" y="36077"/>
                    <a:pt x="28496" y="36077"/>
                    <a:pt x="27822" y="36161"/>
                  </a:cubicBezTo>
                  <a:cubicBezTo>
                    <a:pt x="25239" y="36498"/>
                    <a:pt x="22656" y="36722"/>
                    <a:pt x="20102" y="36722"/>
                  </a:cubicBezTo>
                  <a:cubicBezTo>
                    <a:pt x="18277" y="36722"/>
                    <a:pt x="16480" y="36610"/>
                    <a:pt x="14683" y="36357"/>
                  </a:cubicBezTo>
                  <a:cubicBezTo>
                    <a:pt x="13420" y="36189"/>
                    <a:pt x="12185" y="35908"/>
                    <a:pt x="10921" y="35655"/>
                  </a:cubicBezTo>
                  <a:cubicBezTo>
                    <a:pt x="10444" y="35543"/>
                    <a:pt x="9911" y="35459"/>
                    <a:pt x="9433" y="35262"/>
                  </a:cubicBezTo>
                  <a:cubicBezTo>
                    <a:pt x="8956" y="35094"/>
                    <a:pt x="8507" y="34869"/>
                    <a:pt x="8226" y="34504"/>
                  </a:cubicBezTo>
                  <a:cubicBezTo>
                    <a:pt x="8170" y="34448"/>
                    <a:pt x="8086" y="34196"/>
                    <a:pt x="8001" y="33859"/>
                  </a:cubicBezTo>
                  <a:cubicBezTo>
                    <a:pt x="7693" y="32651"/>
                    <a:pt x="7496" y="30181"/>
                    <a:pt x="7384" y="28019"/>
                  </a:cubicBezTo>
                  <a:cubicBezTo>
                    <a:pt x="7300" y="26952"/>
                    <a:pt x="7271" y="25970"/>
                    <a:pt x="7243" y="25240"/>
                  </a:cubicBezTo>
                  <a:cubicBezTo>
                    <a:pt x="7215" y="24510"/>
                    <a:pt x="7215" y="24061"/>
                    <a:pt x="7215" y="24061"/>
                  </a:cubicBezTo>
                  <a:cubicBezTo>
                    <a:pt x="7187" y="23948"/>
                    <a:pt x="7131" y="23864"/>
                    <a:pt x="7019" y="23836"/>
                  </a:cubicBezTo>
                  <a:cubicBezTo>
                    <a:pt x="7000" y="23831"/>
                    <a:pt x="6980" y="23829"/>
                    <a:pt x="6961" y="23829"/>
                  </a:cubicBezTo>
                  <a:cubicBezTo>
                    <a:pt x="6870" y="23829"/>
                    <a:pt x="6785" y="23883"/>
                    <a:pt x="6738" y="23976"/>
                  </a:cubicBezTo>
                  <a:cubicBezTo>
                    <a:pt x="6738" y="23976"/>
                    <a:pt x="6019" y="25785"/>
                    <a:pt x="5537" y="27168"/>
                  </a:cubicBezTo>
                  <a:lnTo>
                    <a:pt x="5537" y="27168"/>
                  </a:lnTo>
                  <a:cubicBezTo>
                    <a:pt x="5489" y="27185"/>
                    <a:pt x="5449" y="27215"/>
                    <a:pt x="5419" y="27261"/>
                  </a:cubicBezTo>
                  <a:cubicBezTo>
                    <a:pt x="5419" y="27289"/>
                    <a:pt x="5334" y="27430"/>
                    <a:pt x="5110" y="27654"/>
                  </a:cubicBezTo>
                  <a:cubicBezTo>
                    <a:pt x="5026" y="27738"/>
                    <a:pt x="5026" y="27879"/>
                    <a:pt x="5110" y="27963"/>
                  </a:cubicBezTo>
                  <a:cubicBezTo>
                    <a:pt x="5152" y="28019"/>
                    <a:pt x="5215" y="28047"/>
                    <a:pt x="5278" y="28047"/>
                  </a:cubicBezTo>
                  <a:cubicBezTo>
                    <a:pt x="5341" y="28047"/>
                    <a:pt x="5405" y="28019"/>
                    <a:pt x="5447" y="27963"/>
                  </a:cubicBezTo>
                  <a:cubicBezTo>
                    <a:pt x="5529" y="27880"/>
                    <a:pt x="5597" y="27804"/>
                    <a:pt x="5651" y="27738"/>
                  </a:cubicBezTo>
                  <a:lnTo>
                    <a:pt x="5651" y="27738"/>
                  </a:lnTo>
                  <a:cubicBezTo>
                    <a:pt x="5759" y="27736"/>
                    <a:pt x="5840" y="27679"/>
                    <a:pt x="5868" y="27570"/>
                  </a:cubicBezTo>
                  <a:cubicBezTo>
                    <a:pt x="6120" y="26896"/>
                    <a:pt x="6457" y="26026"/>
                    <a:pt x="6710" y="25352"/>
                  </a:cubicBezTo>
                  <a:cubicBezTo>
                    <a:pt x="6731" y="25298"/>
                    <a:pt x="6752" y="25246"/>
                    <a:pt x="6773" y="25195"/>
                  </a:cubicBezTo>
                  <a:lnTo>
                    <a:pt x="6773" y="25195"/>
                  </a:lnTo>
                  <a:cubicBezTo>
                    <a:pt x="6806" y="26135"/>
                    <a:pt x="6866" y="27550"/>
                    <a:pt x="6963" y="29002"/>
                  </a:cubicBezTo>
                  <a:cubicBezTo>
                    <a:pt x="7047" y="30265"/>
                    <a:pt x="7159" y="31557"/>
                    <a:pt x="7300" y="32595"/>
                  </a:cubicBezTo>
                  <a:cubicBezTo>
                    <a:pt x="7384" y="33129"/>
                    <a:pt x="7440" y="33606"/>
                    <a:pt x="7552" y="33971"/>
                  </a:cubicBezTo>
                  <a:cubicBezTo>
                    <a:pt x="7636" y="34336"/>
                    <a:pt x="7721" y="34617"/>
                    <a:pt x="7861" y="34813"/>
                  </a:cubicBezTo>
                  <a:cubicBezTo>
                    <a:pt x="8226" y="35262"/>
                    <a:pt x="8731" y="35515"/>
                    <a:pt x="9265" y="35712"/>
                  </a:cubicBezTo>
                  <a:cubicBezTo>
                    <a:pt x="9798" y="35908"/>
                    <a:pt x="10360" y="36020"/>
                    <a:pt x="10809" y="36105"/>
                  </a:cubicBezTo>
                  <a:cubicBezTo>
                    <a:pt x="12072" y="36385"/>
                    <a:pt x="13336" y="36638"/>
                    <a:pt x="14627" y="36835"/>
                  </a:cubicBezTo>
                  <a:cubicBezTo>
                    <a:pt x="16452" y="37087"/>
                    <a:pt x="18277" y="37200"/>
                    <a:pt x="20102" y="37200"/>
                  </a:cubicBezTo>
                  <a:cubicBezTo>
                    <a:pt x="22685" y="37200"/>
                    <a:pt x="25295" y="36975"/>
                    <a:pt x="27878" y="36638"/>
                  </a:cubicBezTo>
                  <a:cubicBezTo>
                    <a:pt x="28496" y="36554"/>
                    <a:pt x="29366" y="36526"/>
                    <a:pt x="30180" y="36385"/>
                  </a:cubicBezTo>
                  <a:cubicBezTo>
                    <a:pt x="31023" y="36245"/>
                    <a:pt x="31837" y="35992"/>
                    <a:pt x="32370" y="35375"/>
                  </a:cubicBezTo>
                  <a:cubicBezTo>
                    <a:pt x="33128" y="34476"/>
                    <a:pt x="33100" y="33409"/>
                    <a:pt x="33128" y="33129"/>
                  </a:cubicBezTo>
                  <a:cubicBezTo>
                    <a:pt x="33128" y="33101"/>
                    <a:pt x="33128" y="32904"/>
                    <a:pt x="33128" y="32595"/>
                  </a:cubicBezTo>
                  <a:cubicBezTo>
                    <a:pt x="33184" y="31500"/>
                    <a:pt x="33297" y="28889"/>
                    <a:pt x="33409" y="26587"/>
                  </a:cubicBezTo>
                  <a:cubicBezTo>
                    <a:pt x="33465" y="25436"/>
                    <a:pt x="33521" y="24341"/>
                    <a:pt x="33578" y="23527"/>
                  </a:cubicBezTo>
                  <a:cubicBezTo>
                    <a:pt x="33590" y="23177"/>
                    <a:pt x="33603" y="22883"/>
                    <a:pt x="33613" y="22664"/>
                  </a:cubicBezTo>
                  <a:lnTo>
                    <a:pt x="33613" y="22664"/>
                  </a:lnTo>
                  <a:cubicBezTo>
                    <a:pt x="34112" y="23022"/>
                    <a:pt x="35054" y="23703"/>
                    <a:pt x="36076" y="24397"/>
                  </a:cubicBezTo>
                  <a:cubicBezTo>
                    <a:pt x="36834" y="24875"/>
                    <a:pt x="37620" y="25380"/>
                    <a:pt x="38294" y="25773"/>
                  </a:cubicBezTo>
                  <a:cubicBezTo>
                    <a:pt x="38659" y="25942"/>
                    <a:pt x="38968" y="26110"/>
                    <a:pt x="39249" y="26222"/>
                  </a:cubicBezTo>
                  <a:cubicBezTo>
                    <a:pt x="39529" y="26335"/>
                    <a:pt x="39754" y="26419"/>
                    <a:pt x="39979" y="26419"/>
                  </a:cubicBezTo>
                  <a:lnTo>
                    <a:pt x="40063" y="26419"/>
                  </a:lnTo>
                  <a:cubicBezTo>
                    <a:pt x="40652" y="26335"/>
                    <a:pt x="41186" y="26026"/>
                    <a:pt x="41523" y="25408"/>
                  </a:cubicBezTo>
                  <a:cubicBezTo>
                    <a:pt x="41888" y="24819"/>
                    <a:pt x="42056" y="23892"/>
                    <a:pt x="42056" y="22601"/>
                  </a:cubicBezTo>
                  <a:cubicBezTo>
                    <a:pt x="42056" y="22404"/>
                    <a:pt x="42056" y="22180"/>
                    <a:pt x="42056" y="21955"/>
                  </a:cubicBezTo>
                  <a:cubicBezTo>
                    <a:pt x="42000" y="20411"/>
                    <a:pt x="41888" y="15891"/>
                    <a:pt x="41719" y="11680"/>
                  </a:cubicBezTo>
                  <a:cubicBezTo>
                    <a:pt x="41663" y="9574"/>
                    <a:pt x="41579" y="7525"/>
                    <a:pt x="41495" y="5980"/>
                  </a:cubicBezTo>
                  <a:cubicBezTo>
                    <a:pt x="41438" y="5194"/>
                    <a:pt x="41410" y="4549"/>
                    <a:pt x="41354" y="4043"/>
                  </a:cubicBezTo>
                  <a:cubicBezTo>
                    <a:pt x="41326" y="3819"/>
                    <a:pt x="41326" y="3594"/>
                    <a:pt x="41298" y="3454"/>
                  </a:cubicBezTo>
                  <a:cubicBezTo>
                    <a:pt x="41270" y="3369"/>
                    <a:pt x="41270" y="3313"/>
                    <a:pt x="41242" y="3257"/>
                  </a:cubicBezTo>
                  <a:cubicBezTo>
                    <a:pt x="41242" y="3173"/>
                    <a:pt x="41214" y="3145"/>
                    <a:pt x="41186" y="3089"/>
                  </a:cubicBezTo>
                  <a:cubicBezTo>
                    <a:pt x="41045" y="2836"/>
                    <a:pt x="40793" y="2668"/>
                    <a:pt x="40512" y="2555"/>
                  </a:cubicBezTo>
                  <a:cubicBezTo>
                    <a:pt x="40203" y="2443"/>
                    <a:pt x="39866" y="2387"/>
                    <a:pt x="39501" y="2387"/>
                  </a:cubicBezTo>
                  <a:cubicBezTo>
                    <a:pt x="38799" y="2387"/>
                    <a:pt x="38069" y="2583"/>
                    <a:pt x="37620" y="3117"/>
                  </a:cubicBezTo>
                  <a:cubicBezTo>
                    <a:pt x="37480" y="3285"/>
                    <a:pt x="37396" y="3510"/>
                    <a:pt x="37311" y="3819"/>
                  </a:cubicBezTo>
                  <a:cubicBezTo>
                    <a:pt x="37003" y="4857"/>
                    <a:pt x="36778" y="6766"/>
                    <a:pt x="36638" y="8451"/>
                  </a:cubicBezTo>
                  <a:cubicBezTo>
                    <a:pt x="36567" y="9297"/>
                    <a:pt x="36518" y="10080"/>
                    <a:pt x="36486" y="10649"/>
                  </a:cubicBezTo>
                  <a:lnTo>
                    <a:pt x="36486" y="10649"/>
                  </a:lnTo>
                  <a:cubicBezTo>
                    <a:pt x="36243" y="10120"/>
                    <a:pt x="35901" y="9392"/>
                    <a:pt x="35515" y="8619"/>
                  </a:cubicBezTo>
                  <a:cubicBezTo>
                    <a:pt x="34785" y="7075"/>
                    <a:pt x="33914" y="5335"/>
                    <a:pt x="33409" y="4464"/>
                  </a:cubicBezTo>
                  <a:cubicBezTo>
                    <a:pt x="33100" y="3987"/>
                    <a:pt x="32511" y="3566"/>
                    <a:pt x="31753" y="3117"/>
                  </a:cubicBezTo>
                  <a:cubicBezTo>
                    <a:pt x="29563" y="1853"/>
                    <a:pt x="26082" y="730"/>
                    <a:pt x="26053" y="730"/>
                  </a:cubicBezTo>
                  <a:cubicBezTo>
                    <a:pt x="26053" y="730"/>
                    <a:pt x="23808" y="0"/>
                    <a:pt x="21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4191;p64">
              <a:extLst>
                <a:ext uri="{FF2B5EF4-FFF2-40B4-BE49-F238E27FC236}">
                  <a16:creationId xmlns:a16="http://schemas.microsoft.com/office/drawing/2014/main" id="{3D69B3A6-F03A-1FBA-473C-55693836E128}"/>
                </a:ext>
              </a:extLst>
            </p:cNvPr>
            <p:cNvSpPr/>
            <p:nvPr/>
          </p:nvSpPr>
          <p:spPr>
            <a:xfrm>
              <a:off x="4528000" y="3305275"/>
              <a:ext cx="55475" cy="49150"/>
            </a:xfrm>
            <a:custGeom>
              <a:avLst/>
              <a:gdLst/>
              <a:ahLst/>
              <a:cxnLst/>
              <a:rect l="l" t="t" r="r" b="b"/>
              <a:pathLst>
                <a:path w="2219" h="1966" extrusionOk="0">
                  <a:moveTo>
                    <a:pt x="1938" y="1"/>
                  </a:moveTo>
                  <a:lnTo>
                    <a:pt x="0" y="1601"/>
                  </a:lnTo>
                  <a:lnTo>
                    <a:pt x="309" y="1966"/>
                  </a:lnTo>
                  <a:lnTo>
                    <a:pt x="2218" y="366"/>
                  </a:lnTo>
                  <a:lnTo>
                    <a:pt x="19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4192;p64">
              <a:extLst>
                <a:ext uri="{FF2B5EF4-FFF2-40B4-BE49-F238E27FC236}">
                  <a16:creationId xmlns:a16="http://schemas.microsoft.com/office/drawing/2014/main" id="{7FA63167-CE8E-4A97-2441-FDE1591B42AE}"/>
                </a:ext>
              </a:extLst>
            </p:cNvPr>
            <p:cNvSpPr/>
            <p:nvPr/>
          </p:nvSpPr>
          <p:spPr>
            <a:xfrm>
              <a:off x="4205850" y="3376875"/>
              <a:ext cx="290600" cy="241475"/>
            </a:xfrm>
            <a:custGeom>
              <a:avLst/>
              <a:gdLst/>
              <a:ahLst/>
              <a:cxnLst/>
              <a:rect l="l" t="t" r="r" b="b"/>
              <a:pathLst>
                <a:path w="11624" h="9659" extrusionOk="0">
                  <a:moveTo>
                    <a:pt x="11342" y="0"/>
                  </a:moveTo>
                  <a:lnTo>
                    <a:pt x="0" y="9321"/>
                  </a:lnTo>
                  <a:lnTo>
                    <a:pt x="309" y="9658"/>
                  </a:lnTo>
                  <a:lnTo>
                    <a:pt x="11623" y="365"/>
                  </a:lnTo>
                  <a:lnTo>
                    <a:pt x="1134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4193;p64">
              <a:extLst>
                <a:ext uri="{FF2B5EF4-FFF2-40B4-BE49-F238E27FC236}">
                  <a16:creationId xmlns:a16="http://schemas.microsoft.com/office/drawing/2014/main" id="{41EE04E2-1FAC-652A-2A3B-9F9FAEABE2D3}"/>
                </a:ext>
              </a:extLst>
            </p:cNvPr>
            <p:cNvSpPr/>
            <p:nvPr/>
          </p:nvSpPr>
          <p:spPr>
            <a:xfrm>
              <a:off x="4167250" y="3454775"/>
              <a:ext cx="129150" cy="108825"/>
            </a:xfrm>
            <a:custGeom>
              <a:avLst/>
              <a:gdLst/>
              <a:ahLst/>
              <a:cxnLst/>
              <a:rect l="l" t="t" r="r" b="b"/>
              <a:pathLst>
                <a:path w="5166" h="4353" extrusionOk="0">
                  <a:moveTo>
                    <a:pt x="4857" y="1"/>
                  </a:moveTo>
                  <a:lnTo>
                    <a:pt x="0" y="3987"/>
                  </a:lnTo>
                  <a:lnTo>
                    <a:pt x="281" y="4352"/>
                  </a:lnTo>
                  <a:lnTo>
                    <a:pt x="5166" y="366"/>
                  </a:lnTo>
                  <a:lnTo>
                    <a:pt x="48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4194;p64">
              <a:extLst>
                <a:ext uri="{FF2B5EF4-FFF2-40B4-BE49-F238E27FC236}">
                  <a16:creationId xmlns:a16="http://schemas.microsoft.com/office/drawing/2014/main" id="{1C9C2BD7-61CE-2A05-3F9F-AC6502D36331}"/>
                </a:ext>
              </a:extLst>
            </p:cNvPr>
            <p:cNvSpPr/>
            <p:nvPr/>
          </p:nvSpPr>
          <p:spPr>
            <a:xfrm>
              <a:off x="3883675" y="3624500"/>
              <a:ext cx="118650" cy="385075"/>
            </a:xfrm>
            <a:custGeom>
              <a:avLst/>
              <a:gdLst/>
              <a:ahLst/>
              <a:cxnLst/>
              <a:rect l="l" t="t" r="r" b="b"/>
              <a:pathLst>
                <a:path w="4746" h="15403" extrusionOk="0">
                  <a:moveTo>
                    <a:pt x="3454" y="1"/>
                  </a:moveTo>
                  <a:cubicBezTo>
                    <a:pt x="3327" y="1"/>
                    <a:pt x="3198" y="63"/>
                    <a:pt x="3117" y="202"/>
                  </a:cubicBezTo>
                  <a:lnTo>
                    <a:pt x="310" y="5424"/>
                  </a:lnTo>
                  <a:cubicBezTo>
                    <a:pt x="85" y="5845"/>
                    <a:pt x="1" y="6323"/>
                    <a:pt x="85" y="6772"/>
                  </a:cubicBezTo>
                  <a:lnTo>
                    <a:pt x="1545" y="15194"/>
                  </a:lnTo>
                  <a:cubicBezTo>
                    <a:pt x="1560" y="15332"/>
                    <a:pt x="1667" y="15403"/>
                    <a:pt x="1775" y="15403"/>
                  </a:cubicBezTo>
                  <a:cubicBezTo>
                    <a:pt x="1865" y="15403"/>
                    <a:pt x="1956" y="15353"/>
                    <a:pt x="1994" y="15250"/>
                  </a:cubicBezTo>
                  <a:lnTo>
                    <a:pt x="4577" y="8260"/>
                  </a:lnTo>
                  <a:cubicBezTo>
                    <a:pt x="4689" y="7951"/>
                    <a:pt x="4745" y="7614"/>
                    <a:pt x="4689" y="7305"/>
                  </a:cubicBezTo>
                  <a:lnTo>
                    <a:pt x="3847" y="343"/>
                  </a:lnTo>
                  <a:cubicBezTo>
                    <a:pt x="3814" y="128"/>
                    <a:pt x="3636" y="1"/>
                    <a:pt x="3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4195;p64">
              <a:extLst>
                <a:ext uri="{FF2B5EF4-FFF2-40B4-BE49-F238E27FC236}">
                  <a16:creationId xmlns:a16="http://schemas.microsoft.com/office/drawing/2014/main" id="{F8751351-B53B-DBF3-A770-3BFBBD6224F5}"/>
                </a:ext>
              </a:extLst>
            </p:cNvPr>
            <p:cNvSpPr/>
            <p:nvPr/>
          </p:nvSpPr>
          <p:spPr>
            <a:xfrm>
              <a:off x="3878775" y="3619025"/>
              <a:ext cx="128450" cy="396575"/>
            </a:xfrm>
            <a:custGeom>
              <a:avLst/>
              <a:gdLst/>
              <a:ahLst/>
              <a:cxnLst/>
              <a:rect l="l" t="t" r="r" b="b"/>
              <a:pathLst>
                <a:path w="5138" h="15863" extrusionOk="0">
                  <a:moveTo>
                    <a:pt x="3650" y="449"/>
                  </a:moveTo>
                  <a:lnTo>
                    <a:pt x="3762" y="505"/>
                  </a:lnTo>
                  <a:cubicBezTo>
                    <a:pt x="3790" y="505"/>
                    <a:pt x="3790" y="534"/>
                    <a:pt x="3818" y="590"/>
                  </a:cubicBezTo>
                  <a:lnTo>
                    <a:pt x="4661" y="7552"/>
                  </a:lnTo>
                  <a:cubicBezTo>
                    <a:pt x="4661" y="7636"/>
                    <a:pt x="4661" y="7693"/>
                    <a:pt x="4661" y="7777"/>
                  </a:cubicBezTo>
                  <a:cubicBezTo>
                    <a:pt x="4661" y="7973"/>
                    <a:pt x="4633" y="8198"/>
                    <a:pt x="4548" y="8394"/>
                  </a:cubicBezTo>
                  <a:lnTo>
                    <a:pt x="1966" y="15385"/>
                  </a:lnTo>
                  <a:lnTo>
                    <a:pt x="506" y="6963"/>
                  </a:lnTo>
                  <a:cubicBezTo>
                    <a:pt x="478" y="6850"/>
                    <a:pt x="478" y="6738"/>
                    <a:pt x="478" y="6654"/>
                  </a:cubicBezTo>
                  <a:cubicBezTo>
                    <a:pt x="478" y="6345"/>
                    <a:pt x="562" y="6036"/>
                    <a:pt x="702" y="5755"/>
                  </a:cubicBezTo>
                  <a:lnTo>
                    <a:pt x="3538" y="534"/>
                  </a:lnTo>
                  <a:cubicBezTo>
                    <a:pt x="3566" y="477"/>
                    <a:pt x="3594" y="449"/>
                    <a:pt x="3650" y="449"/>
                  </a:cubicBezTo>
                  <a:close/>
                  <a:moveTo>
                    <a:pt x="3650" y="0"/>
                  </a:moveTo>
                  <a:cubicBezTo>
                    <a:pt x="3454" y="0"/>
                    <a:pt x="3229" y="112"/>
                    <a:pt x="3117" y="309"/>
                  </a:cubicBezTo>
                  <a:lnTo>
                    <a:pt x="281" y="5531"/>
                  </a:lnTo>
                  <a:cubicBezTo>
                    <a:pt x="113" y="5868"/>
                    <a:pt x="0" y="6261"/>
                    <a:pt x="0" y="6654"/>
                  </a:cubicBezTo>
                  <a:cubicBezTo>
                    <a:pt x="0" y="6766"/>
                    <a:pt x="28" y="6907"/>
                    <a:pt x="56" y="7047"/>
                  </a:cubicBezTo>
                  <a:lnTo>
                    <a:pt x="1516" y="15469"/>
                  </a:lnTo>
                  <a:cubicBezTo>
                    <a:pt x="1516" y="15582"/>
                    <a:pt x="1601" y="15694"/>
                    <a:pt x="1685" y="15750"/>
                  </a:cubicBezTo>
                  <a:cubicBezTo>
                    <a:pt x="1769" y="15806"/>
                    <a:pt x="1853" y="15862"/>
                    <a:pt x="1966" y="15862"/>
                  </a:cubicBezTo>
                  <a:cubicBezTo>
                    <a:pt x="2134" y="15862"/>
                    <a:pt x="2331" y="15750"/>
                    <a:pt x="2387" y="15554"/>
                  </a:cubicBezTo>
                  <a:lnTo>
                    <a:pt x="4998" y="8563"/>
                  </a:lnTo>
                  <a:cubicBezTo>
                    <a:pt x="5082" y="8310"/>
                    <a:pt x="5138" y="8030"/>
                    <a:pt x="5138" y="7777"/>
                  </a:cubicBezTo>
                  <a:cubicBezTo>
                    <a:pt x="5138" y="7665"/>
                    <a:pt x="5138" y="7580"/>
                    <a:pt x="5138" y="7496"/>
                  </a:cubicBezTo>
                  <a:lnTo>
                    <a:pt x="4268" y="534"/>
                  </a:lnTo>
                  <a:cubicBezTo>
                    <a:pt x="4268" y="365"/>
                    <a:pt x="4183" y="225"/>
                    <a:pt x="4043" y="140"/>
                  </a:cubicBezTo>
                  <a:cubicBezTo>
                    <a:pt x="3931" y="28"/>
                    <a:pt x="3790" y="0"/>
                    <a:pt x="36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4196;p64">
              <a:extLst>
                <a:ext uri="{FF2B5EF4-FFF2-40B4-BE49-F238E27FC236}">
                  <a16:creationId xmlns:a16="http://schemas.microsoft.com/office/drawing/2014/main" id="{F3A44F3F-F129-2195-5656-19C5F4823A3C}"/>
                </a:ext>
              </a:extLst>
            </p:cNvPr>
            <p:cNvSpPr/>
            <p:nvPr/>
          </p:nvSpPr>
          <p:spPr>
            <a:xfrm>
              <a:off x="4737150" y="3094725"/>
              <a:ext cx="70925" cy="163550"/>
            </a:xfrm>
            <a:custGeom>
              <a:avLst/>
              <a:gdLst/>
              <a:ahLst/>
              <a:cxnLst/>
              <a:rect l="l" t="t" r="r" b="b"/>
              <a:pathLst>
                <a:path w="2837" h="6542" extrusionOk="0">
                  <a:moveTo>
                    <a:pt x="1" y="0"/>
                  </a:moveTo>
                  <a:lnTo>
                    <a:pt x="2836" y="6542"/>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4197;p64">
              <a:extLst>
                <a:ext uri="{FF2B5EF4-FFF2-40B4-BE49-F238E27FC236}">
                  <a16:creationId xmlns:a16="http://schemas.microsoft.com/office/drawing/2014/main" id="{E3DDB540-4D71-930B-1215-40F5B18208A1}"/>
                </a:ext>
              </a:extLst>
            </p:cNvPr>
            <p:cNvSpPr/>
            <p:nvPr/>
          </p:nvSpPr>
          <p:spPr>
            <a:xfrm>
              <a:off x="4730125" y="3088925"/>
              <a:ext cx="84250" cy="175525"/>
            </a:xfrm>
            <a:custGeom>
              <a:avLst/>
              <a:gdLst/>
              <a:ahLst/>
              <a:cxnLst/>
              <a:rect l="l" t="t" r="r" b="b"/>
              <a:pathLst>
                <a:path w="3370" h="7021" extrusionOk="0">
                  <a:moveTo>
                    <a:pt x="257" y="1"/>
                  </a:moveTo>
                  <a:cubicBezTo>
                    <a:pt x="237" y="1"/>
                    <a:pt x="217" y="3"/>
                    <a:pt x="198" y="8"/>
                  </a:cubicBezTo>
                  <a:cubicBezTo>
                    <a:pt x="57" y="64"/>
                    <a:pt x="1" y="204"/>
                    <a:pt x="57" y="316"/>
                  </a:cubicBezTo>
                  <a:lnTo>
                    <a:pt x="2893" y="6886"/>
                  </a:lnTo>
                  <a:cubicBezTo>
                    <a:pt x="2934" y="6968"/>
                    <a:pt x="3020" y="7020"/>
                    <a:pt x="3107" y="7020"/>
                  </a:cubicBezTo>
                  <a:cubicBezTo>
                    <a:pt x="3139" y="7020"/>
                    <a:pt x="3171" y="7013"/>
                    <a:pt x="3202" y="6998"/>
                  </a:cubicBezTo>
                  <a:cubicBezTo>
                    <a:pt x="3314" y="6942"/>
                    <a:pt x="3370" y="6802"/>
                    <a:pt x="3314" y="6689"/>
                  </a:cubicBezTo>
                  <a:lnTo>
                    <a:pt x="506" y="148"/>
                  </a:lnTo>
                  <a:cubicBezTo>
                    <a:pt x="460" y="55"/>
                    <a:pt x="356" y="1"/>
                    <a:pt x="2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4198;p64">
              <a:extLst>
                <a:ext uri="{FF2B5EF4-FFF2-40B4-BE49-F238E27FC236}">
                  <a16:creationId xmlns:a16="http://schemas.microsoft.com/office/drawing/2014/main" id="{8BB7D888-D2FF-D0A7-3A3C-8277EE3B783C}"/>
                </a:ext>
              </a:extLst>
            </p:cNvPr>
            <p:cNvSpPr/>
            <p:nvPr/>
          </p:nvSpPr>
          <p:spPr>
            <a:xfrm>
              <a:off x="3973525" y="3851475"/>
              <a:ext cx="22225" cy="90425"/>
            </a:xfrm>
            <a:custGeom>
              <a:avLst/>
              <a:gdLst/>
              <a:ahLst/>
              <a:cxnLst/>
              <a:rect l="l" t="t" r="r" b="b"/>
              <a:pathLst>
                <a:path w="889" h="3617" extrusionOk="0">
                  <a:moveTo>
                    <a:pt x="685" y="1"/>
                  </a:moveTo>
                  <a:cubicBezTo>
                    <a:pt x="578" y="1"/>
                    <a:pt x="438" y="191"/>
                    <a:pt x="309" y="500"/>
                  </a:cubicBezTo>
                  <a:cubicBezTo>
                    <a:pt x="28" y="1174"/>
                    <a:pt x="0" y="3617"/>
                    <a:pt x="0" y="3617"/>
                  </a:cubicBezTo>
                  <a:cubicBezTo>
                    <a:pt x="0" y="3617"/>
                    <a:pt x="730" y="2129"/>
                    <a:pt x="843" y="921"/>
                  </a:cubicBezTo>
                  <a:cubicBezTo>
                    <a:pt x="888" y="267"/>
                    <a:pt x="810" y="1"/>
                    <a:pt x="6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4199;p64">
              <a:extLst>
                <a:ext uri="{FF2B5EF4-FFF2-40B4-BE49-F238E27FC236}">
                  <a16:creationId xmlns:a16="http://schemas.microsoft.com/office/drawing/2014/main" id="{DBDE07FD-58E4-B8A0-0C09-BD972AFA0FA9}"/>
                </a:ext>
              </a:extLst>
            </p:cNvPr>
            <p:cNvSpPr/>
            <p:nvPr/>
          </p:nvSpPr>
          <p:spPr>
            <a:xfrm>
              <a:off x="3967900" y="3845725"/>
              <a:ext cx="33025" cy="101975"/>
            </a:xfrm>
            <a:custGeom>
              <a:avLst/>
              <a:gdLst/>
              <a:ahLst/>
              <a:cxnLst/>
              <a:rect l="l" t="t" r="r" b="b"/>
              <a:pathLst>
                <a:path w="1321" h="4079" extrusionOk="0">
                  <a:moveTo>
                    <a:pt x="838" y="639"/>
                  </a:moveTo>
                  <a:lnTo>
                    <a:pt x="838" y="639"/>
                  </a:lnTo>
                  <a:cubicBezTo>
                    <a:pt x="841" y="682"/>
                    <a:pt x="843" y="731"/>
                    <a:pt x="843" y="786"/>
                  </a:cubicBezTo>
                  <a:cubicBezTo>
                    <a:pt x="843" y="871"/>
                    <a:pt x="843" y="1011"/>
                    <a:pt x="815" y="1123"/>
                  </a:cubicBezTo>
                  <a:cubicBezTo>
                    <a:pt x="792" y="1599"/>
                    <a:pt x="660" y="2110"/>
                    <a:pt x="507" y="2556"/>
                  </a:cubicBezTo>
                  <a:lnTo>
                    <a:pt x="507" y="2556"/>
                  </a:lnTo>
                  <a:cubicBezTo>
                    <a:pt x="515" y="2382"/>
                    <a:pt x="525" y="2202"/>
                    <a:pt x="534" y="2022"/>
                  </a:cubicBezTo>
                  <a:cubicBezTo>
                    <a:pt x="562" y="1769"/>
                    <a:pt x="590" y="1516"/>
                    <a:pt x="618" y="1292"/>
                  </a:cubicBezTo>
                  <a:cubicBezTo>
                    <a:pt x="675" y="1095"/>
                    <a:pt x="703" y="899"/>
                    <a:pt x="759" y="814"/>
                  </a:cubicBezTo>
                  <a:cubicBezTo>
                    <a:pt x="785" y="749"/>
                    <a:pt x="811" y="689"/>
                    <a:pt x="838" y="639"/>
                  </a:cubicBezTo>
                  <a:close/>
                  <a:moveTo>
                    <a:pt x="899" y="0"/>
                  </a:moveTo>
                  <a:cubicBezTo>
                    <a:pt x="815" y="0"/>
                    <a:pt x="731" y="28"/>
                    <a:pt x="675" y="84"/>
                  </a:cubicBezTo>
                  <a:cubicBezTo>
                    <a:pt x="534" y="197"/>
                    <a:pt x="422" y="393"/>
                    <a:pt x="310" y="618"/>
                  </a:cubicBezTo>
                  <a:cubicBezTo>
                    <a:pt x="225" y="843"/>
                    <a:pt x="169" y="1123"/>
                    <a:pt x="141" y="1460"/>
                  </a:cubicBezTo>
                  <a:cubicBezTo>
                    <a:pt x="1" y="2471"/>
                    <a:pt x="1" y="3847"/>
                    <a:pt x="1" y="3847"/>
                  </a:cubicBezTo>
                  <a:cubicBezTo>
                    <a:pt x="1" y="3959"/>
                    <a:pt x="85" y="4043"/>
                    <a:pt x="169" y="4071"/>
                  </a:cubicBezTo>
                  <a:cubicBezTo>
                    <a:pt x="189" y="4076"/>
                    <a:pt x="208" y="4078"/>
                    <a:pt x="227" y="4078"/>
                  </a:cubicBezTo>
                  <a:cubicBezTo>
                    <a:pt x="318" y="4078"/>
                    <a:pt x="404" y="4024"/>
                    <a:pt x="450" y="3931"/>
                  </a:cubicBezTo>
                  <a:cubicBezTo>
                    <a:pt x="450" y="3931"/>
                    <a:pt x="1180" y="2443"/>
                    <a:pt x="1292" y="1179"/>
                  </a:cubicBezTo>
                  <a:cubicBezTo>
                    <a:pt x="1320" y="1039"/>
                    <a:pt x="1320" y="899"/>
                    <a:pt x="1320" y="786"/>
                  </a:cubicBezTo>
                  <a:cubicBezTo>
                    <a:pt x="1320" y="562"/>
                    <a:pt x="1292" y="421"/>
                    <a:pt x="1264" y="281"/>
                  </a:cubicBezTo>
                  <a:cubicBezTo>
                    <a:pt x="1236" y="225"/>
                    <a:pt x="1208" y="169"/>
                    <a:pt x="1152" y="84"/>
                  </a:cubicBezTo>
                  <a:cubicBezTo>
                    <a:pt x="1096" y="28"/>
                    <a:pt x="1012" y="0"/>
                    <a:pt x="8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4200;p64">
              <a:extLst>
                <a:ext uri="{FF2B5EF4-FFF2-40B4-BE49-F238E27FC236}">
                  <a16:creationId xmlns:a16="http://schemas.microsoft.com/office/drawing/2014/main" id="{33471974-F2C3-08EC-59DB-71A6446617A6}"/>
                </a:ext>
              </a:extLst>
            </p:cNvPr>
            <p:cNvSpPr/>
            <p:nvPr/>
          </p:nvSpPr>
          <p:spPr>
            <a:xfrm>
              <a:off x="3935625" y="3881125"/>
              <a:ext cx="53525" cy="115525"/>
            </a:xfrm>
            <a:custGeom>
              <a:avLst/>
              <a:gdLst/>
              <a:ahLst/>
              <a:cxnLst/>
              <a:rect l="l" t="t" r="r" b="b"/>
              <a:pathLst>
                <a:path w="2141" h="4621" extrusionOk="0">
                  <a:moveTo>
                    <a:pt x="1781" y="1"/>
                  </a:moveTo>
                  <a:cubicBezTo>
                    <a:pt x="1761" y="1"/>
                    <a:pt x="1738" y="6"/>
                    <a:pt x="1713" y="16"/>
                  </a:cubicBezTo>
                  <a:cubicBezTo>
                    <a:pt x="1236" y="213"/>
                    <a:pt x="1039" y="1167"/>
                    <a:pt x="1039" y="1167"/>
                  </a:cubicBezTo>
                  <a:cubicBezTo>
                    <a:pt x="1039" y="1167"/>
                    <a:pt x="877" y="1079"/>
                    <a:pt x="689" y="1079"/>
                  </a:cubicBezTo>
                  <a:cubicBezTo>
                    <a:pt x="493" y="1079"/>
                    <a:pt x="269" y="1174"/>
                    <a:pt x="169" y="1560"/>
                  </a:cubicBezTo>
                  <a:cubicBezTo>
                    <a:pt x="0" y="2318"/>
                    <a:pt x="169" y="4620"/>
                    <a:pt x="169" y="4620"/>
                  </a:cubicBezTo>
                  <a:cubicBezTo>
                    <a:pt x="169" y="4620"/>
                    <a:pt x="1348" y="3301"/>
                    <a:pt x="1516" y="2431"/>
                  </a:cubicBezTo>
                  <a:cubicBezTo>
                    <a:pt x="1703" y="1606"/>
                    <a:pt x="2141" y="1"/>
                    <a:pt x="17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4201;p64">
              <a:extLst>
                <a:ext uri="{FF2B5EF4-FFF2-40B4-BE49-F238E27FC236}">
                  <a16:creationId xmlns:a16="http://schemas.microsoft.com/office/drawing/2014/main" id="{2A175E7A-5E2E-5A4F-5548-61CBFD6CB00E}"/>
                </a:ext>
              </a:extLst>
            </p:cNvPr>
            <p:cNvSpPr/>
            <p:nvPr/>
          </p:nvSpPr>
          <p:spPr>
            <a:xfrm>
              <a:off x="3932125" y="3875200"/>
              <a:ext cx="57575" cy="127325"/>
            </a:xfrm>
            <a:custGeom>
              <a:avLst/>
              <a:gdLst/>
              <a:ahLst/>
              <a:cxnLst/>
              <a:rect l="l" t="t" r="r" b="b"/>
              <a:pathLst>
                <a:path w="2303" h="5093" extrusionOk="0">
                  <a:moveTo>
                    <a:pt x="1825" y="550"/>
                  </a:moveTo>
                  <a:cubicBezTo>
                    <a:pt x="1825" y="554"/>
                    <a:pt x="1825" y="558"/>
                    <a:pt x="1825" y="562"/>
                  </a:cubicBezTo>
                  <a:cubicBezTo>
                    <a:pt x="1825" y="787"/>
                    <a:pt x="1769" y="1151"/>
                    <a:pt x="1684" y="1545"/>
                  </a:cubicBezTo>
                  <a:cubicBezTo>
                    <a:pt x="1600" y="1909"/>
                    <a:pt x="1516" y="2303"/>
                    <a:pt x="1432" y="2611"/>
                  </a:cubicBezTo>
                  <a:cubicBezTo>
                    <a:pt x="1348" y="2976"/>
                    <a:pt x="1039" y="3538"/>
                    <a:pt x="730" y="3959"/>
                  </a:cubicBezTo>
                  <a:cubicBezTo>
                    <a:pt x="659" y="4072"/>
                    <a:pt x="581" y="4171"/>
                    <a:pt x="507" y="4260"/>
                  </a:cubicBezTo>
                  <a:lnTo>
                    <a:pt x="507" y="4260"/>
                  </a:lnTo>
                  <a:cubicBezTo>
                    <a:pt x="506" y="4253"/>
                    <a:pt x="506" y="4246"/>
                    <a:pt x="505" y="4240"/>
                  </a:cubicBezTo>
                  <a:cubicBezTo>
                    <a:pt x="505" y="3875"/>
                    <a:pt x="477" y="3369"/>
                    <a:pt x="477" y="2948"/>
                  </a:cubicBezTo>
                  <a:cubicBezTo>
                    <a:pt x="477" y="2499"/>
                    <a:pt x="505" y="2078"/>
                    <a:pt x="562" y="1853"/>
                  </a:cubicBezTo>
                  <a:cubicBezTo>
                    <a:pt x="590" y="1685"/>
                    <a:pt x="646" y="1629"/>
                    <a:pt x="674" y="1601"/>
                  </a:cubicBezTo>
                  <a:cubicBezTo>
                    <a:pt x="730" y="1573"/>
                    <a:pt x="758" y="1545"/>
                    <a:pt x="814" y="1545"/>
                  </a:cubicBezTo>
                  <a:cubicBezTo>
                    <a:pt x="870" y="1545"/>
                    <a:pt x="955" y="1573"/>
                    <a:pt x="1011" y="1573"/>
                  </a:cubicBezTo>
                  <a:lnTo>
                    <a:pt x="1067" y="1601"/>
                  </a:lnTo>
                  <a:lnTo>
                    <a:pt x="1067" y="1629"/>
                  </a:lnTo>
                  <a:cubicBezTo>
                    <a:pt x="1095" y="1643"/>
                    <a:pt x="1130" y="1650"/>
                    <a:pt x="1169" y="1650"/>
                  </a:cubicBezTo>
                  <a:cubicBezTo>
                    <a:pt x="1207" y="1650"/>
                    <a:pt x="1249" y="1643"/>
                    <a:pt x="1291" y="1629"/>
                  </a:cubicBezTo>
                  <a:cubicBezTo>
                    <a:pt x="1348" y="1601"/>
                    <a:pt x="1404" y="1545"/>
                    <a:pt x="1404" y="1460"/>
                  </a:cubicBezTo>
                  <a:lnTo>
                    <a:pt x="1432" y="1432"/>
                  </a:lnTo>
                  <a:cubicBezTo>
                    <a:pt x="1432" y="1348"/>
                    <a:pt x="1488" y="1123"/>
                    <a:pt x="1600" y="899"/>
                  </a:cubicBezTo>
                  <a:cubicBezTo>
                    <a:pt x="1658" y="764"/>
                    <a:pt x="1742" y="630"/>
                    <a:pt x="1825" y="550"/>
                  </a:cubicBezTo>
                  <a:close/>
                  <a:moveTo>
                    <a:pt x="1937" y="0"/>
                  </a:moveTo>
                  <a:cubicBezTo>
                    <a:pt x="1881" y="0"/>
                    <a:pt x="1825" y="28"/>
                    <a:pt x="1769" y="57"/>
                  </a:cubicBezTo>
                  <a:cubicBezTo>
                    <a:pt x="1600" y="113"/>
                    <a:pt x="1460" y="253"/>
                    <a:pt x="1376" y="393"/>
                  </a:cubicBezTo>
                  <a:cubicBezTo>
                    <a:pt x="1195" y="623"/>
                    <a:pt x="1082" y="910"/>
                    <a:pt x="1019" y="1115"/>
                  </a:cubicBezTo>
                  <a:lnTo>
                    <a:pt x="1019" y="1115"/>
                  </a:lnTo>
                  <a:cubicBezTo>
                    <a:pt x="958" y="1103"/>
                    <a:pt x="889" y="1095"/>
                    <a:pt x="814" y="1095"/>
                  </a:cubicBezTo>
                  <a:cubicBezTo>
                    <a:pt x="702" y="1095"/>
                    <a:pt x="533" y="1123"/>
                    <a:pt x="393" y="1236"/>
                  </a:cubicBezTo>
                  <a:cubicBezTo>
                    <a:pt x="253" y="1348"/>
                    <a:pt x="140" y="1516"/>
                    <a:pt x="84" y="1741"/>
                  </a:cubicBezTo>
                  <a:cubicBezTo>
                    <a:pt x="28" y="2050"/>
                    <a:pt x="0" y="2471"/>
                    <a:pt x="0" y="2948"/>
                  </a:cubicBezTo>
                  <a:cubicBezTo>
                    <a:pt x="0" y="3847"/>
                    <a:pt x="84" y="4885"/>
                    <a:pt x="84" y="4885"/>
                  </a:cubicBezTo>
                  <a:cubicBezTo>
                    <a:pt x="84" y="4998"/>
                    <a:pt x="168" y="5054"/>
                    <a:pt x="253" y="5082"/>
                  </a:cubicBezTo>
                  <a:cubicBezTo>
                    <a:pt x="275" y="5089"/>
                    <a:pt x="300" y="5093"/>
                    <a:pt x="325" y="5093"/>
                  </a:cubicBezTo>
                  <a:cubicBezTo>
                    <a:pt x="393" y="5093"/>
                    <a:pt x="464" y="5067"/>
                    <a:pt x="505" y="5026"/>
                  </a:cubicBezTo>
                  <a:cubicBezTo>
                    <a:pt x="505" y="5026"/>
                    <a:pt x="786" y="4689"/>
                    <a:pt x="1123" y="4212"/>
                  </a:cubicBezTo>
                  <a:cubicBezTo>
                    <a:pt x="1432" y="3762"/>
                    <a:pt x="1769" y="3201"/>
                    <a:pt x="1881" y="2724"/>
                  </a:cubicBezTo>
                  <a:cubicBezTo>
                    <a:pt x="1965" y="2415"/>
                    <a:pt x="2049" y="2022"/>
                    <a:pt x="2134" y="1629"/>
                  </a:cubicBezTo>
                  <a:cubicBezTo>
                    <a:pt x="2218" y="1236"/>
                    <a:pt x="2302" y="843"/>
                    <a:pt x="2302" y="562"/>
                  </a:cubicBezTo>
                  <a:cubicBezTo>
                    <a:pt x="2302" y="450"/>
                    <a:pt x="2302" y="337"/>
                    <a:pt x="2246" y="253"/>
                  </a:cubicBezTo>
                  <a:cubicBezTo>
                    <a:pt x="2218" y="197"/>
                    <a:pt x="2190" y="141"/>
                    <a:pt x="2134" y="85"/>
                  </a:cubicBezTo>
                  <a:cubicBezTo>
                    <a:pt x="2078" y="28"/>
                    <a:pt x="1993" y="0"/>
                    <a:pt x="19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4202;p64">
              <a:extLst>
                <a:ext uri="{FF2B5EF4-FFF2-40B4-BE49-F238E27FC236}">
                  <a16:creationId xmlns:a16="http://schemas.microsoft.com/office/drawing/2014/main" id="{46A17D2E-337F-199B-4ECC-96212EF36F24}"/>
                </a:ext>
              </a:extLst>
            </p:cNvPr>
            <p:cNvSpPr/>
            <p:nvPr/>
          </p:nvSpPr>
          <p:spPr>
            <a:xfrm>
              <a:off x="3952475" y="3904550"/>
              <a:ext cx="18275" cy="72300"/>
            </a:xfrm>
            <a:custGeom>
              <a:avLst/>
              <a:gdLst/>
              <a:ahLst/>
              <a:cxnLst/>
              <a:rect l="l" t="t" r="r" b="b"/>
              <a:pathLst>
                <a:path w="731" h="2892" extrusionOk="0">
                  <a:moveTo>
                    <a:pt x="363" y="0"/>
                  </a:moveTo>
                  <a:cubicBezTo>
                    <a:pt x="345" y="0"/>
                    <a:pt x="327" y="2"/>
                    <a:pt x="309" y="6"/>
                  </a:cubicBezTo>
                  <a:cubicBezTo>
                    <a:pt x="197" y="34"/>
                    <a:pt x="112" y="174"/>
                    <a:pt x="141" y="286"/>
                  </a:cubicBezTo>
                  <a:lnTo>
                    <a:pt x="141" y="314"/>
                  </a:lnTo>
                  <a:cubicBezTo>
                    <a:pt x="169" y="427"/>
                    <a:pt x="253" y="876"/>
                    <a:pt x="253" y="1409"/>
                  </a:cubicBezTo>
                  <a:cubicBezTo>
                    <a:pt x="253" y="1802"/>
                    <a:pt x="197" y="2252"/>
                    <a:pt x="56" y="2560"/>
                  </a:cubicBezTo>
                  <a:cubicBezTo>
                    <a:pt x="0" y="2701"/>
                    <a:pt x="56" y="2841"/>
                    <a:pt x="197" y="2869"/>
                  </a:cubicBezTo>
                  <a:cubicBezTo>
                    <a:pt x="227" y="2884"/>
                    <a:pt x="259" y="2891"/>
                    <a:pt x="291" y="2891"/>
                  </a:cubicBezTo>
                  <a:cubicBezTo>
                    <a:pt x="378" y="2891"/>
                    <a:pt x="464" y="2839"/>
                    <a:pt x="506" y="2757"/>
                  </a:cubicBezTo>
                  <a:cubicBezTo>
                    <a:pt x="674" y="2336"/>
                    <a:pt x="730" y="1858"/>
                    <a:pt x="730" y="1409"/>
                  </a:cubicBezTo>
                  <a:cubicBezTo>
                    <a:pt x="730" y="764"/>
                    <a:pt x="590" y="202"/>
                    <a:pt x="590" y="174"/>
                  </a:cubicBezTo>
                  <a:cubicBezTo>
                    <a:pt x="565" y="76"/>
                    <a:pt x="477" y="0"/>
                    <a:pt x="3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4203;p64">
              <a:extLst>
                <a:ext uri="{FF2B5EF4-FFF2-40B4-BE49-F238E27FC236}">
                  <a16:creationId xmlns:a16="http://schemas.microsoft.com/office/drawing/2014/main" id="{5D5F272A-FDDD-C8B4-0B42-70AAB2C95DBC}"/>
                </a:ext>
              </a:extLst>
            </p:cNvPr>
            <p:cNvSpPr/>
            <p:nvPr/>
          </p:nvSpPr>
          <p:spPr>
            <a:xfrm>
              <a:off x="4649425" y="3143050"/>
              <a:ext cx="18275" cy="224025"/>
            </a:xfrm>
            <a:custGeom>
              <a:avLst/>
              <a:gdLst/>
              <a:ahLst/>
              <a:cxnLst/>
              <a:rect l="l" t="t" r="r" b="b"/>
              <a:pathLst>
                <a:path w="731" h="8961" extrusionOk="0">
                  <a:moveTo>
                    <a:pt x="463" y="0"/>
                  </a:moveTo>
                  <a:cubicBezTo>
                    <a:pt x="343" y="0"/>
                    <a:pt x="253" y="103"/>
                    <a:pt x="253" y="229"/>
                  </a:cubicBezTo>
                  <a:lnTo>
                    <a:pt x="0" y="8708"/>
                  </a:lnTo>
                  <a:cubicBezTo>
                    <a:pt x="0" y="8848"/>
                    <a:pt x="113" y="8932"/>
                    <a:pt x="225" y="8960"/>
                  </a:cubicBezTo>
                  <a:cubicBezTo>
                    <a:pt x="365" y="8960"/>
                    <a:pt x="478" y="8848"/>
                    <a:pt x="478" y="8736"/>
                  </a:cubicBezTo>
                  <a:lnTo>
                    <a:pt x="730" y="229"/>
                  </a:lnTo>
                  <a:cubicBezTo>
                    <a:pt x="730" y="117"/>
                    <a:pt x="618" y="4"/>
                    <a:pt x="506" y="4"/>
                  </a:cubicBezTo>
                  <a:cubicBezTo>
                    <a:pt x="491" y="2"/>
                    <a:pt x="477" y="0"/>
                    <a:pt x="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4204;p64">
              <a:extLst>
                <a:ext uri="{FF2B5EF4-FFF2-40B4-BE49-F238E27FC236}">
                  <a16:creationId xmlns:a16="http://schemas.microsoft.com/office/drawing/2014/main" id="{95843A75-68C9-9487-814E-5FF68C2887D8}"/>
                </a:ext>
              </a:extLst>
            </p:cNvPr>
            <p:cNvSpPr/>
            <p:nvPr/>
          </p:nvSpPr>
          <p:spPr>
            <a:xfrm>
              <a:off x="4652225" y="3168275"/>
              <a:ext cx="37925" cy="131550"/>
            </a:xfrm>
            <a:custGeom>
              <a:avLst/>
              <a:gdLst/>
              <a:ahLst/>
              <a:cxnLst/>
              <a:rect l="l" t="t" r="r" b="b"/>
              <a:pathLst>
                <a:path w="1517" h="5262" extrusionOk="0">
                  <a:moveTo>
                    <a:pt x="1276" y="1"/>
                  </a:moveTo>
                  <a:cubicBezTo>
                    <a:pt x="1174" y="1"/>
                    <a:pt x="1064" y="80"/>
                    <a:pt x="1039" y="203"/>
                  </a:cubicBezTo>
                  <a:lnTo>
                    <a:pt x="29" y="4975"/>
                  </a:lnTo>
                  <a:cubicBezTo>
                    <a:pt x="1" y="5116"/>
                    <a:pt x="85" y="5228"/>
                    <a:pt x="197" y="5256"/>
                  </a:cubicBezTo>
                  <a:cubicBezTo>
                    <a:pt x="216" y="5260"/>
                    <a:pt x="234" y="5262"/>
                    <a:pt x="251" y="5262"/>
                  </a:cubicBezTo>
                  <a:cubicBezTo>
                    <a:pt x="366" y="5262"/>
                    <a:pt x="454" y="5185"/>
                    <a:pt x="478" y="5088"/>
                  </a:cubicBezTo>
                  <a:lnTo>
                    <a:pt x="1489" y="287"/>
                  </a:lnTo>
                  <a:cubicBezTo>
                    <a:pt x="1517" y="175"/>
                    <a:pt x="1461" y="34"/>
                    <a:pt x="1320" y="6"/>
                  </a:cubicBezTo>
                  <a:cubicBezTo>
                    <a:pt x="1306" y="2"/>
                    <a:pt x="1291" y="1"/>
                    <a:pt x="12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4205;p64">
              <a:extLst>
                <a:ext uri="{FF2B5EF4-FFF2-40B4-BE49-F238E27FC236}">
                  <a16:creationId xmlns:a16="http://schemas.microsoft.com/office/drawing/2014/main" id="{712BD928-4349-46A5-FD60-4BA8FF0D5628}"/>
                </a:ext>
              </a:extLst>
            </p:cNvPr>
            <p:cNvSpPr/>
            <p:nvPr/>
          </p:nvSpPr>
          <p:spPr>
            <a:xfrm>
              <a:off x="3982650" y="3160575"/>
              <a:ext cx="18275" cy="252825"/>
            </a:xfrm>
            <a:custGeom>
              <a:avLst/>
              <a:gdLst/>
              <a:ahLst/>
              <a:cxnLst/>
              <a:rect l="l" t="t" r="r" b="b"/>
              <a:pathLst>
                <a:path w="731" h="10113" extrusionOk="0">
                  <a:moveTo>
                    <a:pt x="260" y="1"/>
                  </a:moveTo>
                  <a:cubicBezTo>
                    <a:pt x="248" y="1"/>
                    <a:pt x="237" y="2"/>
                    <a:pt x="225" y="5"/>
                  </a:cubicBezTo>
                  <a:cubicBezTo>
                    <a:pt x="85" y="5"/>
                    <a:pt x="0" y="118"/>
                    <a:pt x="0" y="230"/>
                  </a:cubicBezTo>
                  <a:lnTo>
                    <a:pt x="253" y="9860"/>
                  </a:lnTo>
                  <a:cubicBezTo>
                    <a:pt x="253" y="10000"/>
                    <a:pt x="365" y="10112"/>
                    <a:pt x="478" y="10112"/>
                  </a:cubicBezTo>
                  <a:cubicBezTo>
                    <a:pt x="618" y="10084"/>
                    <a:pt x="730" y="10000"/>
                    <a:pt x="730" y="9860"/>
                  </a:cubicBezTo>
                  <a:lnTo>
                    <a:pt x="450" y="230"/>
                  </a:lnTo>
                  <a:cubicBezTo>
                    <a:pt x="450" y="104"/>
                    <a:pt x="360" y="1"/>
                    <a:pt x="2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4206;p64">
              <a:extLst>
                <a:ext uri="{FF2B5EF4-FFF2-40B4-BE49-F238E27FC236}">
                  <a16:creationId xmlns:a16="http://schemas.microsoft.com/office/drawing/2014/main" id="{4E6B900B-5D5C-DB19-F72F-6EC9838D7943}"/>
                </a:ext>
              </a:extLst>
            </p:cNvPr>
            <p:cNvSpPr/>
            <p:nvPr/>
          </p:nvSpPr>
          <p:spPr>
            <a:xfrm>
              <a:off x="2591550" y="5031175"/>
              <a:ext cx="1179850" cy="346750"/>
            </a:xfrm>
            <a:custGeom>
              <a:avLst/>
              <a:gdLst/>
              <a:ahLst/>
              <a:cxnLst/>
              <a:rect l="l" t="t" r="r" b="b"/>
              <a:pathLst>
                <a:path w="47194" h="13870" extrusionOk="0">
                  <a:moveTo>
                    <a:pt x="23583" y="1"/>
                  </a:moveTo>
                  <a:cubicBezTo>
                    <a:pt x="10556" y="1"/>
                    <a:pt x="0" y="3117"/>
                    <a:pt x="0" y="6935"/>
                  </a:cubicBezTo>
                  <a:cubicBezTo>
                    <a:pt x="0" y="10753"/>
                    <a:pt x="10556" y="13869"/>
                    <a:pt x="23583" y="13869"/>
                  </a:cubicBezTo>
                  <a:cubicBezTo>
                    <a:pt x="36610" y="13869"/>
                    <a:pt x="47194" y="10753"/>
                    <a:pt x="47194" y="6935"/>
                  </a:cubicBezTo>
                  <a:cubicBezTo>
                    <a:pt x="47194" y="3117"/>
                    <a:pt x="36610" y="1"/>
                    <a:pt x="235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4207;p64">
              <a:extLst>
                <a:ext uri="{FF2B5EF4-FFF2-40B4-BE49-F238E27FC236}">
                  <a16:creationId xmlns:a16="http://schemas.microsoft.com/office/drawing/2014/main" id="{2182276D-015E-8DC1-571C-A15B23917CF0}"/>
                </a:ext>
              </a:extLst>
            </p:cNvPr>
            <p:cNvSpPr/>
            <p:nvPr/>
          </p:nvSpPr>
          <p:spPr>
            <a:xfrm>
              <a:off x="2591550" y="5031175"/>
              <a:ext cx="1179850" cy="346750"/>
            </a:xfrm>
            <a:custGeom>
              <a:avLst/>
              <a:gdLst/>
              <a:ahLst/>
              <a:cxnLst/>
              <a:rect l="l" t="t" r="r" b="b"/>
              <a:pathLst>
                <a:path w="47194" h="13870" extrusionOk="0">
                  <a:moveTo>
                    <a:pt x="23583" y="1"/>
                  </a:moveTo>
                  <a:cubicBezTo>
                    <a:pt x="10556" y="1"/>
                    <a:pt x="0" y="3117"/>
                    <a:pt x="0" y="6935"/>
                  </a:cubicBezTo>
                  <a:cubicBezTo>
                    <a:pt x="0" y="10753"/>
                    <a:pt x="10556" y="13869"/>
                    <a:pt x="23583" y="13869"/>
                  </a:cubicBezTo>
                  <a:cubicBezTo>
                    <a:pt x="36610" y="13869"/>
                    <a:pt x="47194" y="10753"/>
                    <a:pt x="47194" y="6935"/>
                  </a:cubicBezTo>
                  <a:cubicBezTo>
                    <a:pt x="47194" y="3117"/>
                    <a:pt x="36610" y="1"/>
                    <a:pt x="2358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4208;p64">
              <a:extLst>
                <a:ext uri="{FF2B5EF4-FFF2-40B4-BE49-F238E27FC236}">
                  <a16:creationId xmlns:a16="http://schemas.microsoft.com/office/drawing/2014/main" id="{5CDFDAEF-A3E3-D23F-6497-30FD54DE286D}"/>
                </a:ext>
              </a:extLst>
            </p:cNvPr>
            <p:cNvSpPr/>
            <p:nvPr/>
          </p:nvSpPr>
          <p:spPr>
            <a:xfrm>
              <a:off x="3400100" y="2659400"/>
              <a:ext cx="126350" cy="233900"/>
            </a:xfrm>
            <a:custGeom>
              <a:avLst/>
              <a:gdLst/>
              <a:ahLst/>
              <a:cxnLst/>
              <a:rect l="l" t="t" r="r" b="b"/>
              <a:pathLst>
                <a:path w="5054" h="9356" extrusionOk="0">
                  <a:moveTo>
                    <a:pt x="1156" y="1"/>
                  </a:moveTo>
                  <a:cubicBezTo>
                    <a:pt x="1015" y="1"/>
                    <a:pt x="904" y="7"/>
                    <a:pt x="843" y="7"/>
                  </a:cubicBezTo>
                  <a:cubicBezTo>
                    <a:pt x="618" y="7"/>
                    <a:pt x="393" y="147"/>
                    <a:pt x="674" y="540"/>
                  </a:cubicBezTo>
                  <a:cubicBezTo>
                    <a:pt x="983" y="905"/>
                    <a:pt x="1881" y="990"/>
                    <a:pt x="1881" y="1355"/>
                  </a:cubicBezTo>
                  <a:lnTo>
                    <a:pt x="1881" y="3713"/>
                  </a:lnTo>
                  <a:cubicBezTo>
                    <a:pt x="1881" y="3713"/>
                    <a:pt x="1516" y="2646"/>
                    <a:pt x="1292" y="2028"/>
                  </a:cubicBezTo>
                  <a:cubicBezTo>
                    <a:pt x="1135" y="1618"/>
                    <a:pt x="653" y="1384"/>
                    <a:pt x="345" y="1384"/>
                  </a:cubicBezTo>
                  <a:cubicBezTo>
                    <a:pt x="211" y="1384"/>
                    <a:pt x="110" y="1429"/>
                    <a:pt x="85" y="1523"/>
                  </a:cubicBezTo>
                  <a:cubicBezTo>
                    <a:pt x="0" y="1804"/>
                    <a:pt x="534" y="2337"/>
                    <a:pt x="758" y="3179"/>
                  </a:cubicBezTo>
                  <a:cubicBezTo>
                    <a:pt x="983" y="3994"/>
                    <a:pt x="899" y="5594"/>
                    <a:pt x="899" y="5594"/>
                  </a:cubicBezTo>
                  <a:cubicBezTo>
                    <a:pt x="899" y="5594"/>
                    <a:pt x="843" y="6492"/>
                    <a:pt x="1516" y="7250"/>
                  </a:cubicBezTo>
                  <a:cubicBezTo>
                    <a:pt x="2190" y="8008"/>
                    <a:pt x="3482" y="9356"/>
                    <a:pt x="3482" y="9356"/>
                  </a:cubicBezTo>
                  <a:lnTo>
                    <a:pt x="5054" y="8149"/>
                  </a:lnTo>
                  <a:cubicBezTo>
                    <a:pt x="5054" y="8149"/>
                    <a:pt x="4520" y="6801"/>
                    <a:pt x="4689" y="6127"/>
                  </a:cubicBezTo>
                  <a:cubicBezTo>
                    <a:pt x="4829" y="5425"/>
                    <a:pt x="4913" y="4387"/>
                    <a:pt x="4520" y="3544"/>
                  </a:cubicBezTo>
                  <a:cubicBezTo>
                    <a:pt x="4155" y="2730"/>
                    <a:pt x="2948" y="2562"/>
                    <a:pt x="2948" y="2562"/>
                  </a:cubicBezTo>
                  <a:cubicBezTo>
                    <a:pt x="2948" y="2562"/>
                    <a:pt x="3032" y="2281"/>
                    <a:pt x="3032" y="1888"/>
                  </a:cubicBezTo>
                  <a:cubicBezTo>
                    <a:pt x="3032" y="1523"/>
                    <a:pt x="3032" y="821"/>
                    <a:pt x="2499" y="372"/>
                  </a:cubicBezTo>
                  <a:cubicBezTo>
                    <a:pt x="2111" y="45"/>
                    <a:pt x="1530" y="1"/>
                    <a:pt x="1156"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4209;p64">
              <a:extLst>
                <a:ext uri="{FF2B5EF4-FFF2-40B4-BE49-F238E27FC236}">
                  <a16:creationId xmlns:a16="http://schemas.microsoft.com/office/drawing/2014/main" id="{BA8F475C-5C99-BA0E-66B6-78B91309681B}"/>
                </a:ext>
              </a:extLst>
            </p:cNvPr>
            <p:cNvSpPr/>
            <p:nvPr/>
          </p:nvSpPr>
          <p:spPr>
            <a:xfrm>
              <a:off x="3395875" y="2653250"/>
              <a:ext cx="136900" cy="245950"/>
            </a:xfrm>
            <a:custGeom>
              <a:avLst/>
              <a:gdLst/>
              <a:ahLst/>
              <a:cxnLst/>
              <a:rect l="l" t="t" r="r" b="b"/>
              <a:pathLst>
                <a:path w="5476" h="9838" extrusionOk="0">
                  <a:moveTo>
                    <a:pt x="1292" y="478"/>
                  </a:moveTo>
                  <a:cubicBezTo>
                    <a:pt x="1461" y="478"/>
                    <a:pt x="1685" y="478"/>
                    <a:pt x="1910" y="534"/>
                  </a:cubicBezTo>
                  <a:cubicBezTo>
                    <a:pt x="2135" y="590"/>
                    <a:pt x="2359" y="674"/>
                    <a:pt x="2500" y="814"/>
                  </a:cubicBezTo>
                  <a:cubicBezTo>
                    <a:pt x="2724" y="983"/>
                    <a:pt x="2836" y="1236"/>
                    <a:pt x="2893" y="1460"/>
                  </a:cubicBezTo>
                  <a:cubicBezTo>
                    <a:pt x="2949" y="1713"/>
                    <a:pt x="2949" y="1937"/>
                    <a:pt x="2949" y="2134"/>
                  </a:cubicBezTo>
                  <a:cubicBezTo>
                    <a:pt x="2949" y="2302"/>
                    <a:pt x="2949" y="2471"/>
                    <a:pt x="2921" y="2583"/>
                  </a:cubicBezTo>
                  <a:cubicBezTo>
                    <a:pt x="2921" y="2639"/>
                    <a:pt x="2921" y="2695"/>
                    <a:pt x="2893" y="2724"/>
                  </a:cubicBezTo>
                  <a:lnTo>
                    <a:pt x="2893" y="2752"/>
                  </a:lnTo>
                  <a:cubicBezTo>
                    <a:pt x="2865" y="2836"/>
                    <a:pt x="2893" y="2892"/>
                    <a:pt x="2921" y="2948"/>
                  </a:cubicBezTo>
                  <a:cubicBezTo>
                    <a:pt x="2977" y="3004"/>
                    <a:pt x="3033" y="3032"/>
                    <a:pt x="3089" y="3060"/>
                  </a:cubicBezTo>
                  <a:cubicBezTo>
                    <a:pt x="3145" y="3060"/>
                    <a:pt x="3426" y="3117"/>
                    <a:pt x="3735" y="3229"/>
                  </a:cubicBezTo>
                  <a:cubicBezTo>
                    <a:pt x="4044" y="3369"/>
                    <a:pt x="4352" y="3594"/>
                    <a:pt x="4493" y="3903"/>
                  </a:cubicBezTo>
                  <a:cubicBezTo>
                    <a:pt x="4661" y="4296"/>
                    <a:pt x="4746" y="4773"/>
                    <a:pt x="4746" y="5222"/>
                  </a:cubicBezTo>
                  <a:cubicBezTo>
                    <a:pt x="4746" y="5643"/>
                    <a:pt x="4689" y="6008"/>
                    <a:pt x="4633" y="6317"/>
                  </a:cubicBezTo>
                  <a:cubicBezTo>
                    <a:pt x="4605" y="6429"/>
                    <a:pt x="4605" y="6542"/>
                    <a:pt x="4605" y="6654"/>
                  </a:cubicBezTo>
                  <a:cubicBezTo>
                    <a:pt x="4605" y="7047"/>
                    <a:pt x="4689" y="7496"/>
                    <a:pt x="4802" y="7861"/>
                  </a:cubicBezTo>
                  <a:cubicBezTo>
                    <a:pt x="4861" y="8055"/>
                    <a:pt x="4913" y="8217"/>
                    <a:pt x="4952" y="8326"/>
                  </a:cubicBezTo>
                  <a:lnTo>
                    <a:pt x="4952" y="8326"/>
                  </a:lnTo>
                  <a:lnTo>
                    <a:pt x="3676" y="9306"/>
                  </a:lnTo>
                  <a:lnTo>
                    <a:pt x="3676" y="9306"/>
                  </a:lnTo>
                  <a:cubicBezTo>
                    <a:pt x="3541" y="9161"/>
                    <a:pt x="3325" y="8928"/>
                    <a:pt x="3089" y="8675"/>
                  </a:cubicBezTo>
                  <a:cubicBezTo>
                    <a:pt x="2696" y="8254"/>
                    <a:pt x="2191" y="7721"/>
                    <a:pt x="1854" y="7328"/>
                  </a:cubicBezTo>
                  <a:cubicBezTo>
                    <a:pt x="1348" y="6794"/>
                    <a:pt x="1320" y="6121"/>
                    <a:pt x="1320" y="5924"/>
                  </a:cubicBezTo>
                  <a:lnTo>
                    <a:pt x="1320" y="5868"/>
                  </a:lnTo>
                  <a:lnTo>
                    <a:pt x="1320" y="5840"/>
                  </a:lnTo>
                  <a:cubicBezTo>
                    <a:pt x="1320" y="5840"/>
                    <a:pt x="1320" y="5587"/>
                    <a:pt x="1320" y="5222"/>
                  </a:cubicBezTo>
                  <a:cubicBezTo>
                    <a:pt x="1320" y="4689"/>
                    <a:pt x="1292" y="3903"/>
                    <a:pt x="1152" y="3369"/>
                  </a:cubicBezTo>
                  <a:cubicBezTo>
                    <a:pt x="1040" y="2948"/>
                    <a:pt x="843" y="2611"/>
                    <a:pt x="703" y="2330"/>
                  </a:cubicBezTo>
                  <a:cubicBezTo>
                    <a:pt x="647" y="2190"/>
                    <a:pt x="562" y="2078"/>
                    <a:pt x="534" y="1994"/>
                  </a:cubicBezTo>
                  <a:cubicBezTo>
                    <a:pt x="498" y="1939"/>
                    <a:pt x="485" y="1885"/>
                    <a:pt x="481" y="1853"/>
                  </a:cubicBezTo>
                  <a:lnTo>
                    <a:pt x="506" y="1853"/>
                  </a:lnTo>
                  <a:cubicBezTo>
                    <a:pt x="590" y="1853"/>
                    <a:pt x="759" y="1909"/>
                    <a:pt x="899" y="1994"/>
                  </a:cubicBezTo>
                  <a:cubicBezTo>
                    <a:pt x="1068" y="2078"/>
                    <a:pt x="1180" y="2218"/>
                    <a:pt x="1236" y="2359"/>
                  </a:cubicBezTo>
                  <a:cubicBezTo>
                    <a:pt x="1348" y="2667"/>
                    <a:pt x="1489" y="3088"/>
                    <a:pt x="1629" y="3425"/>
                  </a:cubicBezTo>
                  <a:cubicBezTo>
                    <a:pt x="1707" y="3660"/>
                    <a:pt x="1785" y="3853"/>
                    <a:pt x="1826" y="3949"/>
                  </a:cubicBezTo>
                  <a:lnTo>
                    <a:pt x="1826" y="3949"/>
                  </a:lnTo>
                  <a:lnTo>
                    <a:pt x="1826" y="3959"/>
                  </a:lnTo>
                  <a:lnTo>
                    <a:pt x="1830" y="3959"/>
                  </a:lnTo>
                  <a:cubicBezTo>
                    <a:pt x="1845" y="3995"/>
                    <a:pt x="1854" y="4015"/>
                    <a:pt x="1854" y="4015"/>
                  </a:cubicBezTo>
                  <a:cubicBezTo>
                    <a:pt x="1882" y="4127"/>
                    <a:pt x="1994" y="4183"/>
                    <a:pt x="2107" y="4183"/>
                  </a:cubicBezTo>
                  <a:cubicBezTo>
                    <a:pt x="2219" y="4155"/>
                    <a:pt x="2303" y="4071"/>
                    <a:pt x="2303" y="3959"/>
                  </a:cubicBezTo>
                  <a:lnTo>
                    <a:pt x="2303" y="1601"/>
                  </a:lnTo>
                  <a:cubicBezTo>
                    <a:pt x="2303" y="1516"/>
                    <a:pt x="2275" y="1432"/>
                    <a:pt x="2219" y="1348"/>
                  </a:cubicBezTo>
                  <a:cubicBezTo>
                    <a:pt x="2135" y="1236"/>
                    <a:pt x="2022" y="1151"/>
                    <a:pt x="1910" y="1095"/>
                  </a:cubicBezTo>
                  <a:cubicBezTo>
                    <a:pt x="1742" y="1011"/>
                    <a:pt x="1545" y="927"/>
                    <a:pt x="1377" y="871"/>
                  </a:cubicBezTo>
                  <a:cubicBezTo>
                    <a:pt x="1236" y="786"/>
                    <a:pt x="1096" y="702"/>
                    <a:pt x="1040" y="618"/>
                  </a:cubicBezTo>
                  <a:cubicBezTo>
                    <a:pt x="984" y="590"/>
                    <a:pt x="955" y="534"/>
                    <a:pt x="955" y="506"/>
                  </a:cubicBezTo>
                  <a:lnTo>
                    <a:pt x="948" y="499"/>
                  </a:lnTo>
                  <a:lnTo>
                    <a:pt x="948" y="499"/>
                  </a:lnTo>
                  <a:lnTo>
                    <a:pt x="1012" y="478"/>
                  </a:lnTo>
                  <a:close/>
                  <a:moveTo>
                    <a:pt x="1292" y="0"/>
                  </a:moveTo>
                  <a:cubicBezTo>
                    <a:pt x="1152" y="0"/>
                    <a:pt x="1040" y="28"/>
                    <a:pt x="1012" y="28"/>
                  </a:cubicBezTo>
                  <a:cubicBezTo>
                    <a:pt x="899" y="28"/>
                    <a:pt x="787" y="28"/>
                    <a:pt x="675" y="113"/>
                  </a:cubicBezTo>
                  <a:cubicBezTo>
                    <a:pt x="562" y="169"/>
                    <a:pt x="478" y="309"/>
                    <a:pt x="478" y="478"/>
                  </a:cubicBezTo>
                  <a:cubicBezTo>
                    <a:pt x="478" y="618"/>
                    <a:pt x="562" y="758"/>
                    <a:pt x="675" y="927"/>
                  </a:cubicBezTo>
                  <a:cubicBezTo>
                    <a:pt x="787" y="1067"/>
                    <a:pt x="927" y="1151"/>
                    <a:pt x="1068" y="1207"/>
                  </a:cubicBezTo>
                  <a:cubicBezTo>
                    <a:pt x="1264" y="1320"/>
                    <a:pt x="1489" y="1404"/>
                    <a:pt x="1657" y="1488"/>
                  </a:cubicBezTo>
                  <a:cubicBezTo>
                    <a:pt x="1742" y="1516"/>
                    <a:pt x="1798" y="1572"/>
                    <a:pt x="1798" y="1601"/>
                  </a:cubicBezTo>
                  <a:lnTo>
                    <a:pt x="1826" y="1601"/>
                  </a:lnTo>
                  <a:lnTo>
                    <a:pt x="1826" y="2597"/>
                  </a:lnTo>
                  <a:lnTo>
                    <a:pt x="1826" y="2597"/>
                  </a:lnTo>
                  <a:cubicBezTo>
                    <a:pt x="1776" y="2460"/>
                    <a:pt x="1728" y="2331"/>
                    <a:pt x="1685" y="2218"/>
                  </a:cubicBezTo>
                  <a:cubicBezTo>
                    <a:pt x="1573" y="1937"/>
                    <a:pt x="1377" y="1741"/>
                    <a:pt x="1152" y="1601"/>
                  </a:cubicBezTo>
                  <a:cubicBezTo>
                    <a:pt x="927" y="1460"/>
                    <a:pt x="703" y="1404"/>
                    <a:pt x="506" y="1404"/>
                  </a:cubicBezTo>
                  <a:cubicBezTo>
                    <a:pt x="394" y="1404"/>
                    <a:pt x="310" y="1404"/>
                    <a:pt x="226" y="1460"/>
                  </a:cubicBezTo>
                  <a:cubicBezTo>
                    <a:pt x="147" y="1486"/>
                    <a:pt x="68" y="1562"/>
                    <a:pt x="35" y="1687"/>
                  </a:cubicBezTo>
                  <a:lnTo>
                    <a:pt x="35" y="1687"/>
                  </a:lnTo>
                  <a:lnTo>
                    <a:pt x="29" y="1685"/>
                  </a:lnTo>
                  <a:cubicBezTo>
                    <a:pt x="1" y="1741"/>
                    <a:pt x="1" y="1797"/>
                    <a:pt x="1" y="1825"/>
                  </a:cubicBezTo>
                  <a:cubicBezTo>
                    <a:pt x="1" y="1965"/>
                    <a:pt x="57" y="2078"/>
                    <a:pt x="113" y="2190"/>
                  </a:cubicBezTo>
                  <a:cubicBezTo>
                    <a:pt x="282" y="2527"/>
                    <a:pt x="562" y="2948"/>
                    <a:pt x="703" y="3482"/>
                  </a:cubicBezTo>
                  <a:cubicBezTo>
                    <a:pt x="815" y="3931"/>
                    <a:pt x="871" y="4689"/>
                    <a:pt x="871" y="5222"/>
                  </a:cubicBezTo>
                  <a:cubicBezTo>
                    <a:pt x="871" y="5391"/>
                    <a:pt x="843" y="5559"/>
                    <a:pt x="843" y="5643"/>
                  </a:cubicBezTo>
                  <a:cubicBezTo>
                    <a:pt x="843" y="5756"/>
                    <a:pt x="843" y="5812"/>
                    <a:pt x="843" y="5812"/>
                  </a:cubicBezTo>
                  <a:cubicBezTo>
                    <a:pt x="843" y="5812"/>
                    <a:pt x="843" y="5868"/>
                    <a:pt x="843" y="5924"/>
                  </a:cubicBezTo>
                  <a:cubicBezTo>
                    <a:pt x="843" y="6177"/>
                    <a:pt x="899" y="6963"/>
                    <a:pt x="1517" y="7665"/>
                  </a:cubicBezTo>
                  <a:cubicBezTo>
                    <a:pt x="2191" y="8423"/>
                    <a:pt x="3482" y="9770"/>
                    <a:pt x="3482" y="9770"/>
                  </a:cubicBezTo>
                  <a:cubicBezTo>
                    <a:pt x="3529" y="9817"/>
                    <a:pt x="3592" y="9837"/>
                    <a:pt x="3654" y="9837"/>
                  </a:cubicBezTo>
                  <a:cubicBezTo>
                    <a:pt x="3704" y="9837"/>
                    <a:pt x="3753" y="9824"/>
                    <a:pt x="3791" y="9798"/>
                  </a:cubicBezTo>
                  <a:lnTo>
                    <a:pt x="5363" y="8591"/>
                  </a:lnTo>
                  <a:cubicBezTo>
                    <a:pt x="5447" y="8535"/>
                    <a:pt x="5475" y="8423"/>
                    <a:pt x="5447" y="8310"/>
                  </a:cubicBezTo>
                  <a:lnTo>
                    <a:pt x="5419" y="8282"/>
                  </a:lnTo>
                  <a:cubicBezTo>
                    <a:pt x="5391" y="8170"/>
                    <a:pt x="5307" y="7917"/>
                    <a:pt x="5223" y="7609"/>
                  </a:cubicBezTo>
                  <a:cubicBezTo>
                    <a:pt x="5139" y="7272"/>
                    <a:pt x="5054" y="6935"/>
                    <a:pt x="5054" y="6654"/>
                  </a:cubicBezTo>
                  <a:cubicBezTo>
                    <a:pt x="5054" y="6570"/>
                    <a:pt x="5054" y="6486"/>
                    <a:pt x="5082" y="6401"/>
                  </a:cubicBezTo>
                  <a:cubicBezTo>
                    <a:pt x="5167" y="6092"/>
                    <a:pt x="5223" y="5671"/>
                    <a:pt x="5223" y="5222"/>
                  </a:cubicBezTo>
                  <a:cubicBezTo>
                    <a:pt x="5223" y="4717"/>
                    <a:pt x="5139" y="4183"/>
                    <a:pt x="4914" y="3706"/>
                  </a:cubicBezTo>
                  <a:cubicBezTo>
                    <a:pt x="4689" y="3201"/>
                    <a:pt x="4240" y="2920"/>
                    <a:pt x="3847" y="2780"/>
                  </a:cubicBezTo>
                  <a:cubicBezTo>
                    <a:pt x="3674" y="2700"/>
                    <a:pt x="3513" y="2651"/>
                    <a:pt x="3389" y="2623"/>
                  </a:cubicBezTo>
                  <a:lnTo>
                    <a:pt x="3389" y="2623"/>
                  </a:lnTo>
                  <a:cubicBezTo>
                    <a:pt x="3408" y="2496"/>
                    <a:pt x="3426" y="2327"/>
                    <a:pt x="3426" y="2134"/>
                  </a:cubicBezTo>
                  <a:cubicBezTo>
                    <a:pt x="3426" y="1937"/>
                    <a:pt x="3426" y="1657"/>
                    <a:pt x="3342" y="1348"/>
                  </a:cubicBezTo>
                  <a:cubicBezTo>
                    <a:pt x="3286" y="1039"/>
                    <a:pt x="3117" y="702"/>
                    <a:pt x="2808" y="449"/>
                  </a:cubicBezTo>
                  <a:cubicBezTo>
                    <a:pt x="2584" y="253"/>
                    <a:pt x="2275" y="141"/>
                    <a:pt x="2022" y="84"/>
                  </a:cubicBezTo>
                  <a:cubicBezTo>
                    <a:pt x="1742" y="28"/>
                    <a:pt x="1489" y="0"/>
                    <a:pt x="12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4210;p64">
              <a:extLst>
                <a:ext uri="{FF2B5EF4-FFF2-40B4-BE49-F238E27FC236}">
                  <a16:creationId xmlns:a16="http://schemas.microsoft.com/office/drawing/2014/main" id="{04A0C4EE-F060-E2D6-CB39-351B99C6BD4C}"/>
                </a:ext>
              </a:extLst>
            </p:cNvPr>
            <p:cNvSpPr/>
            <p:nvPr/>
          </p:nvSpPr>
          <p:spPr>
            <a:xfrm>
              <a:off x="3487125" y="2863100"/>
              <a:ext cx="346050" cy="500625"/>
            </a:xfrm>
            <a:custGeom>
              <a:avLst/>
              <a:gdLst/>
              <a:ahLst/>
              <a:cxnLst/>
              <a:rect l="l" t="t" r="r" b="b"/>
              <a:pathLst>
                <a:path w="13842" h="20025" extrusionOk="0">
                  <a:moveTo>
                    <a:pt x="1573" y="1"/>
                  </a:moveTo>
                  <a:lnTo>
                    <a:pt x="1" y="1208"/>
                  </a:lnTo>
                  <a:cubicBezTo>
                    <a:pt x="1" y="1208"/>
                    <a:pt x="8732" y="19007"/>
                    <a:pt x="9546" y="19597"/>
                  </a:cubicBezTo>
                  <a:cubicBezTo>
                    <a:pt x="9893" y="19851"/>
                    <a:pt x="10274" y="20025"/>
                    <a:pt x="10686" y="20025"/>
                  </a:cubicBezTo>
                  <a:cubicBezTo>
                    <a:pt x="11273" y="20025"/>
                    <a:pt x="11925" y="19672"/>
                    <a:pt x="12634" y="18698"/>
                  </a:cubicBezTo>
                  <a:cubicBezTo>
                    <a:pt x="13841" y="17042"/>
                    <a:pt x="13701" y="15975"/>
                    <a:pt x="12859" y="14094"/>
                  </a:cubicBezTo>
                  <a:cubicBezTo>
                    <a:pt x="12045" y="12213"/>
                    <a:pt x="1573" y="1"/>
                    <a:pt x="157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4211;p64">
              <a:extLst>
                <a:ext uri="{FF2B5EF4-FFF2-40B4-BE49-F238E27FC236}">
                  <a16:creationId xmlns:a16="http://schemas.microsoft.com/office/drawing/2014/main" id="{E93D48EC-087E-0491-A1E6-84D18B3030B1}"/>
                </a:ext>
              </a:extLst>
            </p:cNvPr>
            <p:cNvSpPr/>
            <p:nvPr/>
          </p:nvSpPr>
          <p:spPr>
            <a:xfrm>
              <a:off x="3480800" y="2857400"/>
              <a:ext cx="350275" cy="512475"/>
            </a:xfrm>
            <a:custGeom>
              <a:avLst/>
              <a:gdLst/>
              <a:ahLst/>
              <a:cxnLst/>
              <a:rect l="l" t="t" r="r" b="b"/>
              <a:pathLst>
                <a:path w="14011" h="20499" extrusionOk="0">
                  <a:moveTo>
                    <a:pt x="1802" y="551"/>
                  </a:moveTo>
                  <a:cubicBezTo>
                    <a:pt x="1878" y="634"/>
                    <a:pt x="1981" y="752"/>
                    <a:pt x="2107" y="902"/>
                  </a:cubicBezTo>
                  <a:cubicBezTo>
                    <a:pt x="3117" y="2082"/>
                    <a:pt x="5644" y="5086"/>
                    <a:pt x="8002" y="7949"/>
                  </a:cubicBezTo>
                  <a:cubicBezTo>
                    <a:pt x="9181" y="9409"/>
                    <a:pt x="10332" y="10813"/>
                    <a:pt x="11231" y="11992"/>
                  </a:cubicBezTo>
                  <a:cubicBezTo>
                    <a:pt x="11680" y="12553"/>
                    <a:pt x="12045" y="13087"/>
                    <a:pt x="12354" y="13508"/>
                  </a:cubicBezTo>
                  <a:cubicBezTo>
                    <a:pt x="12635" y="13929"/>
                    <a:pt x="12831" y="14238"/>
                    <a:pt x="12915" y="14434"/>
                  </a:cubicBezTo>
                  <a:cubicBezTo>
                    <a:pt x="13308" y="15333"/>
                    <a:pt x="13533" y="16035"/>
                    <a:pt x="13533" y="16680"/>
                  </a:cubicBezTo>
                  <a:cubicBezTo>
                    <a:pt x="13533" y="17326"/>
                    <a:pt x="13308" y="17972"/>
                    <a:pt x="12719" y="18786"/>
                  </a:cubicBezTo>
                  <a:cubicBezTo>
                    <a:pt x="12354" y="19263"/>
                    <a:pt x="12045" y="19572"/>
                    <a:pt x="11736" y="19769"/>
                  </a:cubicBezTo>
                  <a:cubicBezTo>
                    <a:pt x="11455" y="19965"/>
                    <a:pt x="11175" y="20021"/>
                    <a:pt x="10950" y="20021"/>
                  </a:cubicBezTo>
                  <a:cubicBezTo>
                    <a:pt x="10585" y="20021"/>
                    <a:pt x="10248" y="19881"/>
                    <a:pt x="9939" y="19656"/>
                  </a:cubicBezTo>
                  <a:cubicBezTo>
                    <a:pt x="9939" y="19656"/>
                    <a:pt x="9911" y="19628"/>
                    <a:pt x="9883" y="19572"/>
                  </a:cubicBezTo>
                  <a:cubicBezTo>
                    <a:pt x="9715" y="19376"/>
                    <a:pt x="9462" y="18926"/>
                    <a:pt x="9097" y="18337"/>
                  </a:cubicBezTo>
                  <a:cubicBezTo>
                    <a:pt x="7890" y="16175"/>
                    <a:pt x="5728" y="11936"/>
                    <a:pt x="3875" y="8230"/>
                  </a:cubicBezTo>
                  <a:cubicBezTo>
                    <a:pt x="2949" y="6377"/>
                    <a:pt x="2078" y="4636"/>
                    <a:pt x="1461" y="3401"/>
                  </a:cubicBezTo>
                  <a:cubicBezTo>
                    <a:pt x="1152" y="2755"/>
                    <a:pt x="899" y="2250"/>
                    <a:pt x="731" y="1885"/>
                  </a:cubicBezTo>
                  <a:cubicBezTo>
                    <a:pt x="655" y="1732"/>
                    <a:pt x="590" y="1609"/>
                    <a:pt x="542" y="1519"/>
                  </a:cubicBezTo>
                  <a:lnTo>
                    <a:pt x="542" y="1519"/>
                  </a:lnTo>
                  <a:lnTo>
                    <a:pt x="1802" y="551"/>
                  </a:lnTo>
                  <a:close/>
                  <a:moveTo>
                    <a:pt x="1852" y="0"/>
                  </a:moveTo>
                  <a:cubicBezTo>
                    <a:pt x="1796" y="0"/>
                    <a:pt x="1738" y="21"/>
                    <a:pt x="1685" y="60"/>
                  </a:cubicBezTo>
                  <a:lnTo>
                    <a:pt x="113" y="1267"/>
                  </a:lnTo>
                  <a:cubicBezTo>
                    <a:pt x="29" y="1324"/>
                    <a:pt x="1" y="1436"/>
                    <a:pt x="29" y="1548"/>
                  </a:cubicBezTo>
                  <a:cubicBezTo>
                    <a:pt x="29" y="1548"/>
                    <a:pt x="2219" y="5984"/>
                    <a:pt x="4493" y="10532"/>
                  </a:cubicBezTo>
                  <a:cubicBezTo>
                    <a:pt x="5644" y="12778"/>
                    <a:pt x="6823" y="15052"/>
                    <a:pt x="7750" y="16821"/>
                  </a:cubicBezTo>
                  <a:cubicBezTo>
                    <a:pt x="8227" y="17691"/>
                    <a:pt x="8620" y="18449"/>
                    <a:pt x="8957" y="18983"/>
                  </a:cubicBezTo>
                  <a:cubicBezTo>
                    <a:pt x="9125" y="19263"/>
                    <a:pt x="9238" y="19488"/>
                    <a:pt x="9378" y="19656"/>
                  </a:cubicBezTo>
                  <a:cubicBezTo>
                    <a:pt x="9434" y="19741"/>
                    <a:pt x="9462" y="19825"/>
                    <a:pt x="9518" y="19881"/>
                  </a:cubicBezTo>
                  <a:cubicBezTo>
                    <a:pt x="9574" y="19937"/>
                    <a:pt x="9603" y="19993"/>
                    <a:pt x="9659" y="20021"/>
                  </a:cubicBezTo>
                  <a:cubicBezTo>
                    <a:pt x="10024" y="20302"/>
                    <a:pt x="10473" y="20499"/>
                    <a:pt x="10950" y="20499"/>
                  </a:cubicBezTo>
                  <a:cubicBezTo>
                    <a:pt x="11287" y="20499"/>
                    <a:pt x="11652" y="20386"/>
                    <a:pt x="11989" y="20162"/>
                  </a:cubicBezTo>
                  <a:cubicBezTo>
                    <a:pt x="12354" y="19937"/>
                    <a:pt x="12719" y="19572"/>
                    <a:pt x="13084" y="19067"/>
                  </a:cubicBezTo>
                  <a:cubicBezTo>
                    <a:pt x="13730" y="18196"/>
                    <a:pt x="14010" y="17467"/>
                    <a:pt x="14010" y="16680"/>
                  </a:cubicBezTo>
                  <a:cubicBezTo>
                    <a:pt x="14010" y="15922"/>
                    <a:pt x="13758" y="15164"/>
                    <a:pt x="13336" y="14238"/>
                  </a:cubicBezTo>
                  <a:cubicBezTo>
                    <a:pt x="13224" y="13957"/>
                    <a:pt x="12971" y="13564"/>
                    <a:pt x="12578" y="13031"/>
                  </a:cubicBezTo>
                  <a:cubicBezTo>
                    <a:pt x="11315" y="11234"/>
                    <a:pt x="8676" y="8005"/>
                    <a:pt x="6346" y="5198"/>
                  </a:cubicBezTo>
                  <a:cubicBezTo>
                    <a:pt x="4016" y="2418"/>
                    <a:pt x="2022" y="88"/>
                    <a:pt x="2022" y="88"/>
                  </a:cubicBezTo>
                  <a:cubicBezTo>
                    <a:pt x="1977" y="28"/>
                    <a:pt x="1916" y="0"/>
                    <a:pt x="1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4212;p64">
              <a:extLst>
                <a:ext uri="{FF2B5EF4-FFF2-40B4-BE49-F238E27FC236}">
                  <a16:creationId xmlns:a16="http://schemas.microsoft.com/office/drawing/2014/main" id="{6DE15354-2162-2860-29BD-D9A3FB033560}"/>
                </a:ext>
              </a:extLst>
            </p:cNvPr>
            <p:cNvSpPr/>
            <p:nvPr/>
          </p:nvSpPr>
          <p:spPr>
            <a:xfrm>
              <a:off x="3115850" y="2418375"/>
              <a:ext cx="301125" cy="330350"/>
            </a:xfrm>
            <a:custGeom>
              <a:avLst/>
              <a:gdLst/>
              <a:ahLst/>
              <a:cxnLst/>
              <a:rect l="l" t="t" r="r" b="b"/>
              <a:pathLst>
                <a:path w="12045" h="13214" extrusionOk="0">
                  <a:moveTo>
                    <a:pt x="7069" y="1"/>
                  </a:moveTo>
                  <a:cubicBezTo>
                    <a:pt x="6062" y="1"/>
                    <a:pt x="4893" y="75"/>
                    <a:pt x="3818" y="327"/>
                  </a:cubicBezTo>
                  <a:cubicBezTo>
                    <a:pt x="1179" y="945"/>
                    <a:pt x="0" y="3359"/>
                    <a:pt x="786" y="5746"/>
                  </a:cubicBezTo>
                  <a:cubicBezTo>
                    <a:pt x="1572" y="8104"/>
                    <a:pt x="2358" y="9564"/>
                    <a:pt x="2358" y="9564"/>
                  </a:cubicBezTo>
                  <a:lnTo>
                    <a:pt x="2246" y="12877"/>
                  </a:lnTo>
                  <a:lnTo>
                    <a:pt x="4324" y="12877"/>
                  </a:lnTo>
                  <a:cubicBezTo>
                    <a:pt x="5390" y="12877"/>
                    <a:pt x="8086" y="13213"/>
                    <a:pt x="8086" y="13213"/>
                  </a:cubicBezTo>
                  <a:lnTo>
                    <a:pt x="8198" y="11080"/>
                  </a:lnTo>
                  <a:cubicBezTo>
                    <a:pt x="8198" y="11080"/>
                    <a:pt x="9130" y="11257"/>
                    <a:pt x="9869" y="11257"/>
                  </a:cubicBezTo>
                  <a:cubicBezTo>
                    <a:pt x="9961" y="11257"/>
                    <a:pt x="10051" y="11254"/>
                    <a:pt x="10135" y="11248"/>
                  </a:cubicBezTo>
                  <a:cubicBezTo>
                    <a:pt x="10865" y="11192"/>
                    <a:pt x="11258" y="11136"/>
                    <a:pt x="11258" y="10350"/>
                  </a:cubicBezTo>
                  <a:cubicBezTo>
                    <a:pt x="11258" y="9564"/>
                    <a:pt x="11427" y="7149"/>
                    <a:pt x="11427" y="7149"/>
                  </a:cubicBezTo>
                  <a:cubicBezTo>
                    <a:pt x="11427" y="7149"/>
                    <a:pt x="11595" y="6981"/>
                    <a:pt x="11820" y="6532"/>
                  </a:cubicBezTo>
                  <a:cubicBezTo>
                    <a:pt x="12044" y="6082"/>
                    <a:pt x="11651" y="5914"/>
                    <a:pt x="11314" y="5324"/>
                  </a:cubicBezTo>
                  <a:cubicBezTo>
                    <a:pt x="10977" y="4763"/>
                    <a:pt x="10809" y="4201"/>
                    <a:pt x="10809" y="3528"/>
                  </a:cubicBezTo>
                  <a:cubicBezTo>
                    <a:pt x="10809" y="2854"/>
                    <a:pt x="9658" y="159"/>
                    <a:pt x="9658" y="159"/>
                  </a:cubicBezTo>
                  <a:cubicBezTo>
                    <a:pt x="9658" y="159"/>
                    <a:pt x="8534" y="1"/>
                    <a:pt x="7069"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4213;p64">
              <a:extLst>
                <a:ext uri="{FF2B5EF4-FFF2-40B4-BE49-F238E27FC236}">
                  <a16:creationId xmlns:a16="http://schemas.microsoft.com/office/drawing/2014/main" id="{4436BF2A-4662-5E15-8E17-220924A82AE0}"/>
                </a:ext>
              </a:extLst>
            </p:cNvPr>
            <p:cNvSpPr/>
            <p:nvPr/>
          </p:nvSpPr>
          <p:spPr>
            <a:xfrm>
              <a:off x="3123550" y="2412500"/>
              <a:ext cx="294825" cy="342125"/>
            </a:xfrm>
            <a:custGeom>
              <a:avLst/>
              <a:gdLst/>
              <a:ahLst/>
              <a:cxnLst/>
              <a:rect l="l" t="t" r="r" b="b"/>
              <a:pathLst>
                <a:path w="11793" h="13685" extrusionOk="0">
                  <a:moveTo>
                    <a:pt x="6767" y="478"/>
                  </a:moveTo>
                  <a:cubicBezTo>
                    <a:pt x="7497" y="478"/>
                    <a:pt x="8143" y="506"/>
                    <a:pt x="8592" y="562"/>
                  </a:cubicBezTo>
                  <a:cubicBezTo>
                    <a:pt x="8816" y="562"/>
                    <a:pt x="9013" y="590"/>
                    <a:pt x="9125" y="590"/>
                  </a:cubicBezTo>
                  <a:cubicBezTo>
                    <a:pt x="9152" y="596"/>
                    <a:pt x="9177" y="600"/>
                    <a:pt x="9198" y="604"/>
                  </a:cubicBezTo>
                  <a:lnTo>
                    <a:pt x="9198" y="604"/>
                  </a:lnTo>
                  <a:cubicBezTo>
                    <a:pt x="9226" y="681"/>
                    <a:pt x="9267" y="791"/>
                    <a:pt x="9322" y="927"/>
                  </a:cubicBezTo>
                  <a:cubicBezTo>
                    <a:pt x="9490" y="1320"/>
                    <a:pt x="9715" y="1910"/>
                    <a:pt x="9911" y="2471"/>
                  </a:cubicBezTo>
                  <a:cubicBezTo>
                    <a:pt x="10024" y="2780"/>
                    <a:pt x="10108" y="3033"/>
                    <a:pt x="10164" y="3257"/>
                  </a:cubicBezTo>
                  <a:cubicBezTo>
                    <a:pt x="10220" y="3510"/>
                    <a:pt x="10248" y="3678"/>
                    <a:pt x="10248" y="3763"/>
                  </a:cubicBezTo>
                  <a:cubicBezTo>
                    <a:pt x="10248" y="4493"/>
                    <a:pt x="10445" y="5110"/>
                    <a:pt x="10782" y="5700"/>
                  </a:cubicBezTo>
                  <a:cubicBezTo>
                    <a:pt x="10950" y="5924"/>
                    <a:pt x="11090" y="6121"/>
                    <a:pt x="11203" y="6233"/>
                  </a:cubicBezTo>
                  <a:cubicBezTo>
                    <a:pt x="11259" y="6317"/>
                    <a:pt x="11287" y="6374"/>
                    <a:pt x="11315" y="6402"/>
                  </a:cubicBezTo>
                  <a:cubicBezTo>
                    <a:pt x="11315" y="6458"/>
                    <a:pt x="11343" y="6486"/>
                    <a:pt x="11343" y="6514"/>
                  </a:cubicBezTo>
                  <a:cubicBezTo>
                    <a:pt x="11343" y="6542"/>
                    <a:pt x="11315" y="6570"/>
                    <a:pt x="11287" y="6654"/>
                  </a:cubicBezTo>
                  <a:cubicBezTo>
                    <a:pt x="11175" y="6879"/>
                    <a:pt x="11090" y="7019"/>
                    <a:pt x="11034" y="7104"/>
                  </a:cubicBezTo>
                  <a:cubicBezTo>
                    <a:pt x="11006" y="7132"/>
                    <a:pt x="10978" y="7160"/>
                    <a:pt x="10950" y="7188"/>
                  </a:cubicBezTo>
                  <a:lnTo>
                    <a:pt x="10950" y="7216"/>
                  </a:lnTo>
                  <a:cubicBezTo>
                    <a:pt x="10894" y="7244"/>
                    <a:pt x="10866" y="7300"/>
                    <a:pt x="10866" y="7356"/>
                  </a:cubicBezTo>
                  <a:cubicBezTo>
                    <a:pt x="10866" y="7356"/>
                    <a:pt x="10697" y="9771"/>
                    <a:pt x="10697" y="10585"/>
                  </a:cubicBezTo>
                  <a:cubicBezTo>
                    <a:pt x="10697" y="10753"/>
                    <a:pt x="10669" y="10894"/>
                    <a:pt x="10641" y="10950"/>
                  </a:cubicBezTo>
                  <a:cubicBezTo>
                    <a:pt x="10613" y="11062"/>
                    <a:pt x="10557" y="11118"/>
                    <a:pt x="10417" y="11146"/>
                  </a:cubicBezTo>
                  <a:cubicBezTo>
                    <a:pt x="10276" y="11202"/>
                    <a:pt x="10080" y="11231"/>
                    <a:pt x="9799" y="11259"/>
                  </a:cubicBezTo>
                  <a:lnTo>
                    <a:pt x="9546" y="11259"/>
                  </a:lnTo>
                  <a:cubicBezTo>
                    <a:pt x="9209" y="11259"/>
                    <a:pt x="8816" y="11202"/>
                    <a:pt x="8479" y="11174"/>
                  </a:cubicBezTo>
                  <a:cubicBezTo>
                    <a:pt x="8339" y="11146"/>
                    <a:pt x="8199" y="11118"/>
                    <a:pt x="8086" y="11118"/>
                  </a:cubicBezTo>
                  <a:cubicBezTo>
                    <a:pt x="8002" y="11090"/>
                    <a:pt x="7946" y="11090"/>
                    <a:pt x="7946" y="11090"/>
                  </a:cubicBezTo>
                  <a:cubicBezTo>
                    <a:pt x="7930" y="11082"/>
                    <a:pt x="7911" y="11079"/>
                    <a:pt x="7891" y="11079"/>
                  </a:cubicBezTo>
                  <a:cubicBezTo>
                    <a:pt x="7843" y="11079"/>
                    <a:pt x="7789" y="11098"/>
                    <a:pt x="7750" y="11118"/>
                  </a:cubicBezTo>
                  <a:cubicBezTo>
                    <a:pt x="7693" y="11174"/>
                    <a:pt x="7665" y="11231"/>
                    <a:pt x="7665" y="11315"/>
                  </a:cubicBezTo>
                  <a:lnTo>
                    <a:pt x="7566" y="13195"/>
                  </a:lnTo>
                  <a:lnTo>
                    <a:pt x="7566" y="13195"/>
                  </a:lnTo>
                  <a:cubicBezTo>
                    <a:pt x="7300" y="13163"/>
                    <a:pt x="6837" y="13109"/>
                    <a:pt x="6318" y="13055"/>
                  </a:cubicBezTo>
                  <a:cubicBezTo>
                    <a:pt x="5504" y="12971"/>
                    <a:pt x="4577" y="12887"/>
                    <a:pt x="4016" y="12887"/>
                  </a:cubicBezTo>
                  <a:lnTo>
                    <a:pt x="2170" y="12887"/>
                  </a:lnTo>
                  <a:lnTo>
                    <a:pt x="2275" y="9799"/>
                  </a:lnTo>
                  <a:lnTo>
                    <a:pt x="2247" y="9686"/>
                  </a:lnTo>
                  <a:cubicBezTo>
                    <a:pt x="2247" y="9686"/>
                    <a:pt x="2247" y="9658"/>
                    <a:pt x="2219" y="9630"/>
                  </a:cubicBezTo>
                  <a:cubicBezTo>
                    <a:pt x="2050" y="9321"/>
                    <a:pt x="1377" y="7946"/>
                    <a:pt x="703" y="5896"/>
                  </a:cubicBezTo>
                  <a:cubicBezTo>
                    <a:pt x="534" y="5419"/>
                    <a:pt x="478" y="4970"/>
                    <a:pt x="478" y="4521"/>
                  </a:cubicBezTo>
                  <a:cubicBezTo>
                    <a:pt x="478" y="3650"/>
                    <a:pt x="731" y="2836"/>
                    <a:pt x="1264" y="2190"/>
                  </a:cubicBezTo>
                  <a:cubicBezTo>
                    <a:pt x="1798" y="1517"/>
                    <a:pt x="2556" y="1039"/>
                    <a:pt x="3566" y="787"/>
                  </a:cubicBezTo>
                  <a:cubicBezTo>
                    <a:pt x="4605" y="534"/>
                    <a:pt x="5784" y="478"/>
                    <a:pt x="6767" y="478"/>
                  </a:cubicBezTo>
                  <a:close/>
                  <a:moveTo>
                    <a:pt x="6767" y="1"/>
                  </a:moveTo>
                  <a:cubicBezTo>
                    <a:pt x="5756" y="1"/>
                    <a:pt x="4549" y="85"/>
                    <a:pt x="3454" y="338"/>
                  </a:cubicBezTo>
                  <a:cubicBezTo>
                    <a:pt x="2359" y="590"/>
                    <a:pt x="1489" y="1152"/>
                    <a:pt x="899" y="1882"/>
                  </a:cubicBezTo>
                  <a:cubicBezTo>
                    <a:pt x="310" y="2640"/>
                    <a:pt x="1" y="3566"/>
                    <a:pt x="1" y="4521"/>
                  </a:cubicBezTo>
                  <a:cubicBezTo>
                    <a:pt x="1" y="5026"/>
                    <a:pt x="85" y="5531"/>
                    <a:pt x="254" y="6037"/>
                  </a:cubicBezTo>
                  <a:cubicBezTo>
                    <a:pt x="961" y="8185"/>
                    <a:pt x="1669" y="9583"/>
                    <a:pt x="1824" y="9861"/>
                  </a:cubicBezTo>
                  <a:lnTo>
                    <a:pt x="1824" y="9861"/>
                  </a:lnTo>
                  <a:lnTo>
                    <a:pt x="1713" y="13112"/>
                  </a:lnTo>
                  <a:cubicBezTo>
                    <a:pt x="1685" y="13168"/>
                    <a:pt x="1713" y="13224"/>
                    <a:pt x="1770" y="13280"/>
                  </a:cubicBezTo>
                  <a:cubicBezTo>
                    <a:pt x="1798" y="13336"/>
                    <a:pt x="1882" y="13336"/>
                    <a:pt x="1938" y="13336"/>
                  </a:cubicBezTo>
                  <a:lnTo>
                    <a:pt x="4016" y="13336"/>
                  </a:lnTo>
                  <a:cubicBezTo>
                    <a:pt x="4521" y="13336"/>
                    <a:pt x="5475" y="13420"/>
                    <a:pt x="6290" y="13505"/>
                  </a:cubicBezTo>
                  <a:cubicBezTo>
                    <a:pt x="7076" y="13589"/>
                    <a:pt x="7750" y="13673"/>
                    <a:pt x="7750" y="13673"/>
                  </a:cubicBezTo>
                  <a:cubicBezTo>
                    <a:pt x="7774" y="13681"/>
                    <a:pt x="7796" y="13685"/>
                    <a:pt x="7817" y="13685"/>
                  </a:cubicBezTo>
                  <a:cubicBezTo>
                    <a:pt x="7867" y="13685"/>
                    <a:pt x="7906" y="13665"/>
                    <a:pt x="7946" y="13645"/>
                  </a:cubicBezTo>
                  <a:cubicBezTo>
                    <a:pt x="7974" y="13589"/>
                    <a:pt x="8030" y="13533"/>
                    <a:pt x="8030" y="13476"/>
                  </a:cubicBezTo>
                  <a:lnTo>
                    <a:pt x="8128" y="11590"/>
                  </a:lnTo>
                  <a:lnTo>
                    <a:pt x="8128" y="11590"/>
                  </a:lnTo>
                  <a:cubicBezTo>
                    <a:pt x="8459" y="11648"/>
                    <a:pt x="9040" y="11736"/>
                    <a:pt x="9546" y="11736"/>
                  </a:cubicBezTo>
                  <a:cubicBezTo>
                    <a:pt x="9659" y="11736"/>
                    <a:pt x="9743" y="11736"/>
                    <a:pt x="9827" y="11708"/>
                  </a:cubicBezTo>
                  <a:cubicBezTo>
                    <a:pt x="10192" y="11680"/>
                    <a:pt x="10501" y="11680"/>
                    <a:pt x="10782" y="11511"/>
                  </a:cubicBezTo>
                  <a:cubicBezTo>
                    <a:pt x="10922" y="11427"/>
                    <a:pt x="11006" y="11287"/>
                    <a:pt x="11090" y="11146"/>
                  </a:cubicBezTo>
                  <a:cubicBezTo>
                    <a:pt x="11147" y="10978"/>
                    <a:pt x="11175" y="10809"/>
                    <a:pt x="11175" y="10585"/>
                  </a:cubicBezTo>
                  <a:cubicBezTo>
                    <a:pt x="11175" y="10192"/>
                    <a:pt x="11203" y="9406"/>
                    <a:pt x="11259" y="8704"/>
                  </a:cubicBezTo>
                  <a:cubicBezTo>
                    <a:pt x="11280" y="8167"/>
                    <a:pt x="11318" y="7679"/>
                    <a:pt x="11335" y="7480"/>
                  </a:cubicBezTo>
                  <a:lnTo>
                    <a:pt x="11335" y="7480"/>
                  </a:lnTo>
                  <a:cubicBezTo>
                    <a:pt x="11407" y="7383"/>
                    <a:pt x="11550" y="7186"/>
                    <a:pt x="11708" y="6851"/>
                  </a:cubicBezTo>
                  <a:cubicBezTo>
                    <a:pt x="11764" y="6739"/>
                    <a:pt x="11792" y="6626"/>
                    <a:pt x="11792" y="6514"/>
                  </a:cubicBezTo>
                  <a:cubicBezTo>
                    <a:pt x="11792" y="6402"/>
                    <a:pt x="11764" y="6289"/>
                    <a:pt x="11736" y="6205"/>
                  </a:cubicBezTo>
                  <a:cubicBezTo>
                    <a:pt x="11596" y="5924"/>
                    <a:pt x="11371" y="5756"/>
                    <a:pt x="11203" y="5447"/>
                  </a:cubicBezTo>
                  <a:cubicBezTo>
                    <a:pt x="10866" y="4914"/>
                    <a:pt x="10725" y="4408"/>
                    <a:pt x="10725" y="3763"/>
                  </a:cubicBezTo>
                  <a:cubicBezTo>
                    <a:pt x="10725" y="3538"/>
                    <a:pt x="10641" y="3257"/>
                    <a:pt x="10529" y="2892"/>
                  </a:cubicBezTo>
                  <a:cubicBezTo>
                    <a:pt x="10220" y="1825"/>
                    <a:pt x="9574" y="309"/>
                    <a:pt x="9574" y="309"/>
                  </a:cubicBezTo>
                  <a:cubicBezTo>
                    <a:pt x="9546" y="225"/>
                    <a:pt x="9490" y="169"/>
                    <a:pt x="9406" y="169"/>
                  </a:cubicBezTo>
                  <a:cubicBezTo>
                    <a:pt x="9378" y="169"/>
                    <a:pt x="8255" y="1"/>
                    <a:pt x="67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4214;p64">
              <a:extLst>
                <a:ext uri="{FF2B5EF4-FFF2-40B4-BE49-F238E27FC236}">
                  <a16:creationId xmlns:a16="http://schemas.microsoft.com/office/drawing/2014/main" id="{3FAAFBA1-94D6-FCBE-AA14-A9B1EA9292CD}"/>
                </a:ext>
              </a:extLst>
            </p:cNvPr>
            <p:cNvSpPr/>
            <p:nvPr/>
          </p:nvSpPr>
          <p:spPr>
            <a:xfrm>
              <a:off x="3035125" y="2305125"/>
              <a:ext cx="402900" cy="383475"/>
            </a:xfrm>
            <a:custGeom>
              <a:avLst/>
              <a:gdLst/>
              <a:ahLst/>
              <a:cxnLst/>
              <a:rect l="l" t="t" r="r" b="b"/>
              <a:pathLst>
                <a:path w="16116" h="15339" extrusionOk="0">
                  <a:moveTo>
                    <a:pt x="10367" y="1"/>
                  </a:moveTo>
                  <a:cubicBezTo>
                    <a:pt x="10158" y="1"/>
                    <a:pt x="9948" y="42"/>
                    <a:pt x="9742" y="141"/>
                  </a:cubicBezTo>
                  <a:cubicBezTo>
                    <a:pt x="8451" y="758"/>
                    <a:pt x="8339" y="1544"/>
                    <a:pt x="8339" y="1544"/>
                  </a:cubicBezTo>
                  <a:cubicBezTo>
                    <a:pt x="8339" y="1544"/>
                    <a:pt x="3622" y="1769"/>
                    <a:pt x="1825" y="3678"/>
                  </a:cubicBezTo>
                  <a:cubicBezTo>
                    <a:pt x="0" y="5587"/>
                    <a:pt x="1545" y="10051"/>
                    <a:pt x="2780" y="11679"/>
                  </a:cubicBezTo>
                  <a:cubicBezTo>
                    <a:pt x="4015" y="13308"/>
                    <a:pt x="4970" y="15048"/>
                    <a:pt x="6093" y="15273"/>
                  </a:cubicBezTo>
                  <a:cubicBezTo>
                    <a:pt x="6311" y="15316"/>
                    <a:pt x="6565" y="15339"/>
                    <a:pt x="6839" y="15339"/>
                  </a:cubicBezTo>
                  <a:cubicBezTo>
                    <a:pt x="7974" y="15339"/>
                    <a:pt x="9446" y="14953"/>
                    <a:pt x="10079" y="14094"/>
                  </a:cubicBezTo>
                  <a:cubicBezTo>
                    <a:pt x="10865" y="13027"/>
                    <a:pt x="10472" y="11399"/>
                    <a:pt x="10472" y="11399"/>
                  </a:cubicBezTo>
                  <a:lnTo>
                    <a:pt x="10978" y="11174"/>
                  </a:lnTo>
                  <a:cubicBezTo>
                    <a:pt x="10978" y="11174"/>
                    <a:pt x="12157" y="10837"/>
                    <a:pt x="11932" y="9798"/>
                  </a:cubicBezTo>
                  <a:cubicBezTo>
                    <a:pt x="11708" y="8788"/>
                    <a:pt x="11315" y="8338"/>
                    <a:pt x="11371" y="8170"/>
                  </a:cubicBezTo>
                  <a:cubicBezTo>
                    <a:pt x="11427" y="8001"/>
                    <a:pt x="12325" y="7665"/>
                    <a:pt x="12325" y="6935"/>
                  </a:cubicBezTo>
                  <a:cubicBezTo>
                    <a:pt x="12325" y="6205"/>
                    <a:pt x="11371" y="5812"/>
                    <a:pt x="11371" y="5812"/>
                  </a:cubicBezTo>
                  <a:cubicBezTo>
                    <a:pt x="11371" y="5812"/>
                    <a:pt x="15554" y="4520"/>
                    <a:pt x="15835" y="3341"/>
                  </a:cubicBezTo>
                  <a:cubicBezTo>
                    <a:pt x="16115" y="2162"/>
                    <a:pt x="15554" y="983"/>
                    <a:pt x="14431" y="983"/>
                  </a:cubicBezTo>
                  <a:cubicBezTo>
                    <a:pt x="13308" y="983"/>
                    <a:pt x="12971" y="1151"/>
                    <a:pt x="12718" y="1151"/>
                  </a:cubicBezTo>
                  <a:cubicBezTo>
                    <a:pt x="12530" y="1151"/>
                    <a:pt x="11468" y="1"/>
                    <a:pt x="103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4215;p64">
              <a:extLst>
                <a:ext uri="{FF2B5EF4-FFF2-40B4-BE49-F238E27FC236}">
                  <a16:creationId xmlns:a16="http://schemas.microsoft.com/office/drawing/2014/main" id="{F268F92C-BB26-4A0B-F971-ADDB48F467D6}"/>
                </a:ext>
              </a:extLst>
            </p:cNvPr>
            <p:cNvSpPr/>
            <p:nvPr/>
          </p:nvSpPr>
          <p:spPr>
            <a:xfrm>
              <a:off x="3054075" y="2298800"/>
              <a:ext cx="384650" cy="395875"/>
            </a:xfrm>
            <a:custGeom>
              <a:avLst/>
              <a:gdLst/>
              <a:ahLst/>
              <a:cxnLst/>
              <a:rect l="l" t="t" r="r" b="b"/>
              <a:pathLst>
                <a:path w="15386" h="15835" extrusionOk="0">
                  <a:moveTo>
                    <a:pt x="9630" y="478"/>
                  </a:moveTo>
                  <a:cubicBezTo>
                    <a:pt x="10079" y="478"/>
                    <a:pt x="10585" y="730"/>
                    <a:pt x="11006" y="1011"/>
                  </a:cubicBezTo>
                  <a:cubicBezTo>
                    <a:pt x="11202" y="1152"/>
                    <a:pt x="11399" y="1292"/>
                    <a:pt x="11539" y="1404"/>
                  </a:cubicBezTo>
                  <a:cubicBezTo>
                    <a:pt x="11623" y="1460"/>
                    <a:pt x="11680" y="1517"/>
                    <a:pt x="11736" y="1545"/>
                  </a:cubicBezTo>
                  <a:lnTo>
                    <a:pt x="11820" y="1601"/>
                  </a:lnTo>
                  <a:cubicBezTo>
                    <a:pt x="11876" y="1601"/>
                    <a:pt x="11904" y="1629"/>
                    <a:pt x="11960" y="1629"/>
                  </a:cubicBezTo>
                  <a:cubicBezTo>
                    <a:pt x="12157" y="1629"/>
                    <a:pt x="12269" y="1573"/>
                    <a:pt x="12522" y="1545"/>
                  </a:cubicBezTo>
                  <a:cubicBezTo>
                    <a:pt x="12746" y="1517"/>
                    <a:pt x="13111" y="1460"/>
                    <a:pt x="13673" y="1460"/>
                  </a:cubicBezTo>
                  <a:cubicBezTo>
                    <a:pt x="14066" y="1460"/>
                    <a:pt x="14347" y="1629"/>
                    <a:pt x="14571" y="1910"/>
                  </a:cubicBezTo>
                  <a:cubicBezTo>
                    <a:pt x="14768" y="2162"/>
                    <a:pt x="14908" y="2555"/>
                    <a:pt x="14908" y="2976"/>
                  </a:cubicBezTo>
                  <a:cubicBezTo>
                    <a:pt x="14908" y="3173"/>
                    <a:pt x="14880" y="3341"/>
                    <a:pt x="14852" y="3538"/>
                  </a:cubicBezTo>
                  <a:cubicBezTo>
                    <a:pt x="14824" y="3622"/>
                    <a:pt x="14740" y="3734"/>
                    <a:pt x="14627" y="3875"/>
                  </a:cubicBezTo>
                  <a:cubicBezTo>
                    <a:pt x="14403" y="4099"/>
                    <a:pt x="14038" y="4352"/>
                    <a:pt x="13617" y="4577"/>
                  </a:cubicBezTo>
                  <a:cubicBezTo>
                    <a:pt x="12971" y="4942"/>
                    <a:pt x="12213" y="5250"/>
                    <a:pt x="11595" y="5475"/>
                  </a:cubicBezTo>
                  <a:cubicBezTo>
                    <a:pt x="11287" y="5587"/>
                    <a:pt x="11034" y="5700"/>
                    <a:pt x="10837" y="5756"/>
                  </a:cubicBezTo>
                  <a:cubicBezTo>
                    <a:pt x="10669" y="5812"/>
                    <a:pt x="10557" y="5840"/>
                    <a:pt x="10557" y="5840"/>
                  </a:cubicBezTo>
                  <a:cubicBezTo>
                    <a:pt x="10472" y="5868"/>
                    <a:pt x="10388" y="5952"/>
                    <a:pt x="10388" y="6065"/>
                  </a:cubicBezTo>
                  <a:cubicBezTo>
                    <a:pt x="10388" y="6149"/>
                    <a:pt x="10444" y="6261"/>
                    <a:pt x="10529" y="6289"/>
                  </a:cubicBezTo>
                  <a:cubicBezTo>
                    <a:pt x="10585" y="6317"/>
                    <a:pt x="10809" y="6402"/>
                    <a:pt x="11006" y="6570"/>
                  </a:cubicBezTo>
                  <a:cubicBezTo>
                    <a:pt x="11090" y="6654"/>
                    <a:pt x="11174" y="6767"/>
                    <a:pt x="11258" y="6851"/>
                  </a:cubicBezTo>
                  <a:cubicBezTo>
                    <a:pt x="11315" y="6963"/>
                    <a:pt x="11343" y="7075"/>
                    <a:pt x="11343" y="7188"/>
                  </a:cubicBezTo>
                  <a:cubicBezTo>
                    <a:pt x="11343" y="7328"/>
                    <a:pt x="11315" y="7440"/>
                    <a:pt x="11230" y="7553"/>
                  </a:cubicBezTo>
                  <a:cubicBezTo>
                    <a:pt x="11146" y="7721"/>
                    <a:pt x="10978" y="7861"/>
                    <a:pt x="10809" y="7974"/>
                  </a:cubicBezTo>
                  <a:cubicBezTo>
                    <a:pt x="10725" y="8030"/>
                    <a:pt x="10669" y="8086"/>
                    <a:pt x="10585" y="8142"/>
                  </a:cubicBezTo>
                  <a:lnTo>
                    <a:pt x="10500" y="8226"/>
                  </a:lnTo>
                  <a:cubicBezTo>
                    <a:pt x="10472" y="8254"/>
                    <a:pt x="10416" y="8283"/>
                    <a:pt x="10388" y="8367"/>
                  </a:cubicBezTo>
                  <a:lnTo>
                    <a:pt x="10403" y="8371"/>
                  </a:lnTo>
                  <a:lnTo>
                    <a:pt x="10403" y="8371"/>
                  </a:lnTo>
                  <a:cubicBezTo>
                    <a:pt x="10388" y="8415"/>
                    <a:pt x="10388" y="8456"/>
                    <a:pt x="10388" y="8479"/>
                  </a:cubicBezTo>
                  <a:cubicBezTo>
                    <a:pt x="10388" y="8591"/>
                    <a:pt x="10416" y="8676"/>
                    <a:pt x="10472" y="8760"/>
                  </a:cubicBezTo>
                  <a:cubicBezTo>
                    <a:pt x="10585" y="9041"/>
                    <a:pt x="10809" y="9434"/>
                    <a:pt x="10950" y="10107"/>
                  </a:cubicBezTo>
                  <a:cubicBezTo>
                    <a:pt x="10978" y="10192"/>
                    <a:pt x="10978" y="10248"/>
                    <a:pt x="10978" y="10304"/>
                  </a:cubicBezTo>
                  <a:cubicBezTo>
                    <a:pt x="10978" y="10472"/>
                    <a:pt x="10922" y="10585"/>
                    <a:pt x="10865" y="10697"/>
                  </a:cubicBezTo>
                  <a:cubicBezTo>
                    <a:pt x="10753" y="10865"/>
                    <a:pt x="10585" y="11006"/>
                    <a:pt x="10416" y="11090"/>
                  </a:cubicBezTo>
                  <a:cubicBezTo>
                    <a:pt x="10360" y="11118"/>
                    <a:pt x="10276" y="11146"/>
                    <a:pt x="10248" y="11174"/>
                  </a:cubicBezTo>
                  <a:lnTo>
                    <a:pt x="10192" y="11174"/>
                  </a:lnTo>
                  <a:lnTo>
                    <a:pt x="10164" y="11202"/>
                  </a:lnTo>
                  <a:lnTo>
                    <a:pt x="10135" y="11202"/>
                  </a:lnTo>
                  <a:lnTo>
                    <a:pt x="9630" y="11427"/>
                  </a:lnTo>
                  <a:cubicBezTo>
                    <a:pt x="9518" y="11483"/>
                    <a:pt x="9462" y="11595"/>
                    <a:pt x="9490" y="11708"/>
                  </a:cubicBezTo>
                  <a:cubicBezTo>
                    <a:pt x="9518" y="11792"/>
                    <a:pt x="9574" y="12129"/>
                    <a:pt x="9574" y="12578"/>
                  </a:cubicBezTo>
                  <a:cubicBezTo>
                    <a:pt x="9602" y="13111"/>
                    <a:pt x="9490" y="13729"/>
                    <a:pt x="9153" y="14206"/>
                  </a:cubicBezTo>
                  <a:cubicBezTo>
                    <a:pt x="8872" y="14571"/>
                    <a:pt x="8367" y="14880"/>
                    <a:pt x="7805" y="15077"/>
                  </a:cubicBezTo>
                  <a:cubicBezTo>
                    <a:pt x="7244" y="15273"/>
                    <a:pt x="6626" y="15357"/>
                    <a:pt x="6093" y="15357"/>
                  </a:cubicBezTo>
                  <a:cubicBezTo>
                    <a:pt x="5812" y="15357"/>
                    <a:pt x="5587" y="15329"/>
                    <a:pt x="5391" y="15301"/>
                  </a:cubicBezTo>
                  <a:cubicBezTo>
                    <a:pt x="4914" y="15217"/>
                    <a:pt x="4408" y="14768"/>
                    <a:pt x="3903" y="14094"/>
                  </a:cubicBezTo>
                  <a:cubicBezTo>
                    <a:pt x="3369" y="13448"/>
                    <a:pt x="2836" y="12606"/>
                    <a:pt x="2190" y="11792"/>
                  </a:cubicBezTo>
                  <a:cubicBezTo>
                    <a:pt x="1797" y="11258"/>
                    <a:pt x="1376" y="10416"/>
                    <a:pt x="1039" y="9462"/>
                  </a:cubicBezTo>
                  <a:cubicBezTo>
                    <a:pt x="702" y="8507"/>
                    <a:pt x="450" y="7440"/>
                    <a:pt x="450" y="6458"/>
                  </a:cubicBezTo>
                  <a:cubicBezTo>
                    <a:pt x="450" y="5503"/>
                    <a:pt x="702" y="4661"/>
                    <a:pt x="1236" y="4099"/>
                  </a:cubicBezTo>
                  <a:cubicBezTo>
                    <a:pt x="2050" y="3201"/>
                    <a:pt x="3650" y="2668"/>
                    <a:pt x="5054" y="2359"/>
                  </a:cubicBezTo>
                  <a:cubicBezTo>
                    <a:pt x="5728" y="2218"/>
                    <a:pt x="6373" y="2134"/>
                    <a:pt x="6851" y="2078"/>
                  </a:cubicBezTo>
                  <a:cubicBezTo>
                    <a:pt x="7075" y="2078"/>
                    <a:pt x="7272" y="2050"/>
                    <a:pt x="7384" y="2050"/>
                  </a:cubicBezTo>
                  <a:cubicBezTo>
                    <a:pt x="7525" y="2022"/>
                    <a:pt x="7581" y="2022"/>
                    <a:pt x="7609" y="2022"/>
                  </a:cubicBezTo>
                  <a:cubicBezTo>
                    <a:pt x="7693" y="2022"/>
                    <a:pt x="7805" y="1938"/>
                    <a:pt x="7805" y="1825"/>
                  </a:cubicBezTo>
                  <a:lnTo>
                    <a:pt x="7833" y="1797"/>
                  </a:lnTo>
                  <a:cubicBezTo>
                    <a:pt x="7861" y="1685"/>
                    <a:pt x="8058" y="1095"/>
                    <a:pt x="9097" y="590"/>
                  </a:cubicBezTo>
                  <a:cubicBezTo>
                    <a:pt x="9265" y="506"/>
                    <a:pt x="9434" y="478"/>
                    <a:pt x="9630" y="478"/>
                  </a:cubicBezTo>
                  <a:close/>
                  <a:moveTo>
                    <a:pt x="9630" y="0"/>
                  </a:moveTo>
                  <a:cubicBezTo>
                    <a:pt x="9377" y="0"/>
                    <a:pt x="9125" y="57"/>
                    <a:pt x="8900" y="169"/>
                  </a:cubicBezTo>
                  <a:cubicBezTo>
                    <a:pt x="7888" y="644"/>
                    <a:pt x="7529" y="1256"/>
                    <a:pt x="7410" y="1569"/>
                  </a:cubicBezTo>
                  <a:lnTo>
                    <a:pt x="7410" y="1569"/>
                  </a:lnTo>
                  <a:cubicBezTo>
                    <a:pt x="7031" y="1607"/>
                    <a:pt x="6064" y="1689"/>
                    <a:pt x="4942" y="1910"/>
                  </a:cubicBezTo>
                  <a:cubicBezTo>
                    <a:pt x="3510" y="2218"/>
                    <a:pt x="1853" y="2752"/>
                    <a:pt x="899" y="3763"/>
                  </a:cubicBezTo>
                  <a:cubicBezTo>
                    <a:pt x="225" y="4464"/>
                    <a:pt x="1" y="5447"/>
                    <a:pt x="1" y="6458"/>
                  </a:cubicBezTo>
                  <a:cubicBezTo>
                    <a:pt x="1" y="7496"/>
                    <a:pt x="253" y="8619"/>
                    <a:pt x="590" y="9602"/>
                  </a:cubicBezTo>
                  <a:cubicBezTo>
                    <a:pt x="927" y="10613"/>
                    <a:pt x="1376" y="11483"/>
                    <a:pt x="1825" y="12073"/>
                  </a:cubicBezTo>
                  <a:cubicBezTo>
                    <a:pt x="2443" y="12859"/>
                    <a:pt x="2976" y="13701"/>
                    <a:pt x="3538" y="14403"/>
                  </a:cubicBezTo>
                  <a:cubicBezTo>
                    <a:pt x="4071" y="15077"/>
                    <a:pt x="4633" y="15610"/>
                    <a:pt x="5279" y="15750"/>
                  </a:cubicBezTo>
                  <a:cubicBezTo>
                    <a:pt x="5531" y="15807"/>
                    <a:pt x="5784" y="15835"/>
                    <a:pt x="6093" y="15835"/>
                  </a:cubicBezTo>
                  <a:cubicBezTo>
                    <a:pt x="6682" y="15835"/>
                    <a:pt x="7356" y="15722"/>
                    <a:pt x="7974" y="15498"/>
                  </a:cubicBezTo>
                  <a:cubicBezTo>
                    <a:pt x="8591" y="15301"/>
                    <a:pt x="9153" y="14964"/>
                    <a:pt x="9518" y="14487"/>
                  </a:cubicBezTo>
                  <a:cubicBezTo>
                    <a:pt x="9967" y="13869"/>
                    <a:pt x="10051" y="13168"/>
                    <a:pt x="10051" y="12578"/>
                  </a:cubicBezTo>
                  <a:cubicBezTo>
                    <a:pt x="10051" y="12242"/>
                    <a:pt x="10011" y="11956"/>
                    <a:pt x="9979" y="11780"/>
                  </a:cubicBezTo>
                  <a:lnTo>
                    <a:pt x="9979" y="11780"/>
                  </a:lnTo>
                  <a:lnTo>
                    <a:pt x="10299" y="11638"/>
                  </a:lnTo>
                  <a:lnTo>
                    <a:pt x="10299" y="11638"/>
                  </a:lnTo>
                  <a:lnTo>
                    <a:pt x="10304" y="11652"/>
                  </a:lnTo>
                  <a:cubicBezTo>
                    <a:pt x="10304" y="11623"/>
                    <a:pt x="10585" y="11567"/>
                    <a:pt x="10865" y="11371"/>
                  </a:cubicBezTo>
                  <a:cubicBezTo>
                    <a:pt x="11006" y="11258"/>
                    <a:pt x="11146" y="11146"/>
                    <a:pt x="11258" y="10950"/>
                  </a:cubicBezTo>
                  <a:cubicBezTo>
                    <a:pt x="11371" y="10781"/>
                    <a:pt x="11455" y="10557"/>
                    <a:pt x="11455" y="10304"/>
                  </a:cubicBezTo>
                  <a:cubicBezTo>
                    <a:pt x="11455" y="10220"/>
                    <a:pt x="11427" y="10107"/>
                    <a:pt x="11427" y="10023"/>
                  </a:cubicBezTo>
                  <a:cubicBezTo>
                    <a:pt x="11315" y="9518"/>
                    <a:pt x="11146" y="9153"/>
                    <a:pt x="11034" y="8900"/>
                  </a:cubicBezTo>
                  <a:cubicBezTo>
                    <a:pt x="10978" y="8760"/>
                    <a:pt x="10922" y="8648"/>
                    <a:pt x="10894" y="8563"/>
                  </a:cubicBezTo>
                  <a:lnTo>
                    <a:pt x="10875" y="8508"/>
                  </a:lnTo>
                  <a:lnTo>
                    <a:pt x="10875" y="8508"/>
                  </a:lnTo>
                  <a:cubicBezTo>
                    <a:pt x="10908" y="8484"/>
                    <a:pt x="10957" y="8444"/>
                    <a:pt x="11006" y="8395"/>
                  </a:cubicBezTo>
                  <a:cubicBezTo>
                    <a:pt x="11146" y="8311"/>
                    <a:pt x="11343" y="8170"/>
                    <a:pt x="11511" y="7974"/>
                  </a:cubicBezTo>
                  <a:cubicBezTo>
                    <a:pt x="11680" y="7777"/>
                    <a:pt x="11820" y="7525"/>
                    <a:pt x="11820" y="7188"/>
                  </a:cubicBezTo>
                  <a:cubicBezTo>
                    <a:pt x="11820" y="6963"/>
                    <a:pt x="11736" y="6738"/>
                    <a:pt x="11623" y="6570"/>
                  </a:cubicBezTo>
                  <a:cubicBezTo>
                    <a:pt x="11493" y="6375"/>
                    <a:pt x="11329" y="6230"/>
                    <a:pt x="11184" y="6122"/>
                  </a:cubicBezTo>
                  <a:lnTo>
                    <a:pt x="11184" y="6122"/>
                  </a:lnTo>
                  <a:cubicBezTo>
                    <a:pt x="11590" y="5978"/>
                    <a:pt x="12201" y="5750"/>
                    <a:pt x="12831" y="5475"/>
                  </a:cubicBezTo>
                  <a:cubicBezTo>
                    <a:pt x="13392" y="5250"/>
                    <a:pt x="13926" y="4970"/>
                    <a:pt x="14375" y="4661"/>
                  </a:cubicBezTo>
                  <a:cubicBezTo>
                    <a:pt x="14599" y="4521"/>
                    <a:pt x="14796" y="4352"/>
                    <a:pt x="14964" y="4212"/>
                  </a:cubicBezTo>
                  <a:cubicBezTo>
                    <a:pt x="15133" y="4043"/>
                    <a:pt x="15245" y="3847"/>
                    <a:pt x="15301" y="3650"/>
                  </a:cubicBezTo>
                  <a:cubicBezTo>
                    <a:pt x="15357" y="3426"/>
                    <a:pt x="15385" y="3201"/>
                    <a:pt x="15385" y="2976"/>
                  </a:cubicBezTo>
                  <a:cubicBezTo>
                    <a:pt x="15385" y="2471"/>
                    <a:pt x="15217" y="1994"/>
                    <a:pt x="14936" y="1601"/>
                  </a:cubicBezTo>
                  <a:cubicBezTo>
                    <a:pt x="14656" y="1236"/>
                    <a:pt x="14206" y="983"/>
                    <a:pt x="13673" y="983"/>
                  </a:cubicBezTo>
                  <a:cubicBezTo>
                    <a:pt x="13083" y="983"/>
                    <a:pt x="12718" y="1039"/>
                    <a:pt x="12438" y="1095"/>
                  </a:cubicBezTo>
                  <a:cubicBezTo>
                    <a:pt x="12233" y="1118"/>
                    <a:pt x="12084" y="1159"/>
                    <a:pt x="12005" y="1159"/>
                  </a:cubicBezTo>
                  <a:cubicBezTo>
                    <a:pt x="12000" y="1159"/>
                    <a:pt x="11995" y="1159"/>
                    <a:pt x="11990" y="1159"/>
                  </a:cubicBezTo>
                  <a:lnTo>
                    <a:pt x="11990" y="1159"/>
                  </a:lnTo>
                  <a:cubicBezTo>
                    <a:pt x="11943" y="1121"/>
                    <a:pt x="11840" y="1038"/>
                    <a:pt x="11736" y="955"/>
                  </a:cubicBezTo>
                  <a:cubicBezTo>
                    <a:pt x="11511" y="787"/>
                    <a:pt x="11202" y="562"/>
                    <a:pt x="10837" y="365"/>
                  </a:cubicBezTo>
                  <a:cubicBezTo>
                    <a:pt x="10472" y="169"/>
                    <a:pt x="10051" y="0"/>
                    <a:pt x="96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4216;p64">
              <a:extLst>
                <a:ext uri="{FF2B5EF4-FFF2-40B4-BE49-F238E27FC236}">
                  <a16:creationId xmlns:a16="http://schemas.microsoft.com/office/drawing/2014/main" id="{06EF4172-08B1-7D48-8C9F-E62405A62317}"/>
                </a:ext>
              </a:extLst>
            </p:cNvPr>
            <p:cNvSpPr/>
            <p:nvPr/>
          </p:nvSpPr>
          <p:spPr>
            <a:xfrm>
              <a:off x="3253400" y="2545500"/>
              <a:ext cx="71625" cy="89550"/>
            </a:xfrm>
            <a:custGeom>
              <a:avLst/>
              <a:gdLst/>
              <a:ahLst/>
              <a:cxnLst/>
              <a:rect l="l" t="t" r="r" b="b"/>
              <a:pathLst>
                <a:path w="2865" h="3582" extrusionOk="0">
                  <a:moveTo>
                    <a:pt x="1093" y="1"/>
                  </a:moveTo>
                  <a:cubicBezTo>
                    <a:pt x="1007" y="1"/>
                    <a:pt x="924" y="23"/>
                    <a:pt x="843" y="71"/>
                  </a:cubicBezTo>
                  <a:cubicBezTo>
                    <a:pt x="1" y="604"/>
                    <a:pt x="618" y="2513"/>
                    <a:pt x="1180" y="3131"/>
                  </a:cubicBezTo>
                  <a:cubicBezTo>
                    <a:pt x="1479" y="3460"/>
                    <a:pt x="1809" y="3582"/>
                    <a:pt x="2095" y="3582"/>
                  </a:cubicBezTo>
                  <a:cubicBezTo>
                    <a:pt x="2347" y="3582"/>
                    <a:pt x="2564" y="3487"/>
                    <a:pt x="2696" y="3356"/>
                  </a:cubicBezTo>
                  <a:lnTo>
                    <a:pt x="2864" y="1952"/>
                  </a:lnTo>
                  <a:cubicBezTo>
                    <a:pt x="2864" y="1952"/>
                    <a:pt x="1900" y="1"/>
                    <a:pt x="109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4217;p64">
              <a:extLst>
                <a:ext uri="{FF2B5EF4-FFF2-40B4-BE49-F238E27FC236}">
                  <a16:creationId xmlns:a16="http://schemas.microsoft.com/office/drawing/2014/main" id="{3E06765C-8C09-8915-7A56-1244488AC66F}"/>
                </a:ext>
              </a:extLst>
            </p:cNvPr>
            <p:cNvSpPr/>
            <p:nvPr/>
          </p:nvSpPr>
          <p:spPr>
            <a:xfrm>
              <a:off x="3258325" y="2540250"/>
              <a:ext cx="73725" cy="100375"/>
            </a:xfrm>
            <a:custGeom>
              <a:avLst/>
              <a:gdLst/>
              <a:ahLst/>
              <a:cxnLst/>
              <a:rect l="l" t="t" r="r" b="b"/>
              <a:pathLst>
                <a:path w="2949" h="4015" extrusionOk="0">
                  <a:moveTo>
                    <a:pt x="899" y="0"/>
                  </a:moveTo>
                  <a:cubicBezTo>
                    <a:pt x="786" y="0"/>
                    <a:pt x="646" y="28"/>
                    <a:pt x="534" y="84"/>
                  </a:cubicBezTo>
                  <a:cubicBezTo>
                    <a:pt x="337" y="225"/>
                    <a:pt x="197" y="393"/>
                    <a:pt x="113" y="590"/>
                  </a:cubicBezTo>
                  <a:cubicBezTo>
                    <a:pt x="28" y="786"/>
                    <a:pt x="0" y="1011"/>
                    <a:pt x="0" y="1236"/>
                  </a:cubicBezTo>
                  <a:cubicBezTo>
                    <a:pt x="0" y="1657"/>
                    <a:pt x="113" y="2106"/>
                    <a:pt x="253" y="2499"/>
                  </a:cubicBezTo>
                  <a:cubicBezTo>
                    <a:pt x="421" y="2892"/>
                    <a:pt x="590" y="3257"/>
                    <a:pt x="814" y="3481"/>
                  </a:cubicBezTo>
                  <a:cubicBezTo>
                    <a:pt x="1151" y="3875"/>
                    <a:pt x="1544" y="4015"/>
                    <a:pt x="1909" y="4015"/>
                  </a:cubicBezTo>
                  <a:cubicBezTo>
                    <a:pt x="2218" y="4015"/>
                    <a:pt x="2499" y="3903"/>
                    <a:pt x="2667" y="3734"/>
                  </a:cubicBezTo>
                  <a:cubicBezTo>
                    <a:pt x="2752" y="3622"/>
                    <a:pt x="2780" y="3481"/>
                    <a:pt x="2667" y="3397"/>
                  </a:cubicBezTo>
                  <a:cubicBezTo>
                    <a:pt x="2625" y="3355"/>
                    <a:pt x="2569" y="3334"/>
                    <a:pt x="2513" y="3334"/>
                  </a:cubicBezTo>
                  <a:cubicBezTo>
                    <a:pt x="2457" y="3334"/>
                    <a:pt x="2401" y="3355"/>
                    <a:pt x="2359" y="3397"/>
                  </a:cubicBezTo>
                  <a:cubicBezTo>
                    <a:pt x="2286" y="3470"/>
                    <a:pt x="2149" y="3543"/>
                    <a:pt x="1987" y="3543"/>
                  </a:cubicBezTo>
                  <a:cubicBezTo>
                    <a:pt x="1961" y="3543"/>
                    <a:pt x="1936" y="3541"/>
                    <a:pt x="1909" y="3538"/>
                  </a:cubicBezTo>
                  <a:cubicBezTo>
                    <a:pt x="1685" y="3538"/>
                    <a:pt x="1432" y="3453"/>
                    <a:pt x="1151" y="3173"/>
                  </a:cubicBezTo>
                  <a:cubicBezTo>
                    <a:pt x="1011" y="3004"/>
                    <a:pt x="843" y="2695"/>
                    <a:pt x="702" y="2330"/>
                  </a:cubicBezTo>
                  <a:cubicBezTo>
                    <a:pt x="562" y="1965"/>
                    <a:pt x="478" y="1572"/>
                    <a:pt x="478" y="1236"/>
                  </a:cubicBezTo>
                  <a:cubicBezTo>
                    <a:pt x="478" y="1067"/>
                    <a:pt x="506" y="899"/>
                    <a:pt x="562" y="758"/>
                  </a:cubicBezTo>
                  <a:cubicBezTo>
                    <a:pt x="590" y="646"/>
                    <a:pt x="674" y="562"/>
                    <a:pt x="786" y="506"/>
                  </a:cubicBezTo>
                  <a:cubicBezTo>
                    <a:pt x="814" y="477"/>
                    <a:pt x="871" y="449"/>
                    <a:pt x="899" y="449"/>
                  </a:cubicBezTo>
                  <a:cubicBezTo>
                    <a:pt x="1011" y="449"/>
                    <a:pt x="1179" y="534"/>
                    <a:pt x="1376" y="702"/>
                  </a:cubicBezTo>
                  <a:cubicBezTo>
                    <a:pt x="1657" y="955"/>
                    <a:pt x="1937" y="1348"/>
                    <a:pt x="2134" y="1657"/>
                  </a:cubicBezTo>
                  <a:cubicBezTo>
                    <a:pt x="2246" y="1825"/>
                    <a:pt x="2330" y="1965"/>
                    <a:pt x="2387" y="2078"/>
                  </a:cubicBezTo>
                  <a:cubicBezTo>
                    <a:pt x="2415" y="2134"/>
                    <a:pt x="2443" y="2190"/>
                    <a:pt x="2443" y="2218"/>
                  </a:cubicBezTo>
                  <a:lnTo>
                    <a:pt x="2471" y="2246"/>
                  </a:lnTo>
                  <a:cubicBezTo>
                    <a:pt x="2512" y="2328"/>
                    <a:pt x="2598" y="2381"/>
                    <a:pt x="2686" y="2381"/>
                  </a:cubicBezTo>
                  <a:cubicBezTo>
                    <a:pt x="2717" y="2381"/>
                    <a:pt x="2750" y="2374"/>
                    <a:pt x="2780" y="2358"/>
                  </a:cubicBezTo>
                  <a:cubicBezTo>
                    <a:pt x="2892" y="2302"/>
                    <a:pt x="2948" y="2162"/>
                    <a:pt x="2892" y="2050"/>
                  </a:cubicBezTo>
                  <a:cubicBezTo>
                    <a:pt x="2892" y="2050"/>
                    <a:pt x="2639" y="1544"/>
                    <a:pt x="2274" y="1039"/>
                  </a:cubicBezTo>
                  <a:cubicBezTo>
                    <a:pt x="2106" y="814"/>
                    <a:pt x="1909" y="562"/>
                    <a:pt x="1685" y="337"/>
                  </a:cubicBezTo>
                  <a:cubicBezTo>
                    <a:pt x="1460" y="141"/>
                    <a:pt x="1207" y="0"/>
                    <a:pt x="8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4218;p64">
              <a:extLst>
                <a:ext uri="{FF2B5EF4-FFF2-40B4-BE49-F238E27FC236}">
                  <a16:creationId xmlns:a16="http://schemas.microsoft.com/office/drawing/2014/main" id="{08637418-016C-0554-EC56-4A32671FE94D}"/>
                </a:ext>
              </a:extLst>
            </p:cNvPr>
            <p:cNvSpPr/>
            <p:nvPr/>
          </p:nvSpPr>
          <p:spPr>
            <a:xfrm>
              <a:off x="3096175" y="2715150"/>
              <a:ext cx="256925" cy="96750"/>
            </a:xfrm>
            <a:custGeom>
              <a:avLst/>
              <a:gdLst/>
              <a:ahLst/>
              <a:cxnLst/>
              <a:rect l="l" t="t" r="r" b="b"/>
              <a:pathLst>
                <a:path w="10277" h="3870" extrusionOk="0">
                  <a:moveTo>
                    <a:pt x="5011" y="0"/>
                  </a:moveTo>
                  <a:cubicBezTo>
                    <a:pt x="3592" y="0"/>
                    <a:pt x="2176" y="434"/>
                    <a:pt x="1517" y="1006"/>
                  </a:cubicBezTo>
                  <a:cubicBezTo>
                    <a:pt x="675" y="1735"/>
                    <a:pt x="113" y="3195"/>
                    <a:pt x="113" y="3195"/>
                  </a:cubicBezTo>
                  <a:lnTo>
                    <a:pt x="1" y="3869"/>
                  </a:lnTo>
                  <a:cubicBezTo>
                    <a:pt x="1" y="3869"/>
                    <a:pt x="2247" y="3027"/>
                    <a:pt x="5447" y="3027"/>
                  </a:cubicBezTo>
                  <a:cubicBezTo>
                    <a:pt x="8648" y="3027"/>
                    <a:pt x="10276" y="3813"/>
                    <a:pt x="10276" y="3813"/>
                  </a:cubicBezTo>
                  <a:cubicBezTo>
                    <a:pt x="10276" y="3813"/>
                    <a:pt x="9996" y="2522"/>
                    <a:pt x="9659" y="1735"/>
                  </a:cubicBezTo>
                  <a:cubicBezTo>
                    <a:pt x="9322" y="949"/>
                    <a:pt x="7918" y="444"/>
                    <a:pt x="6177" y="107"/>
                  </a:cubicBezTo>
                  <a:cubicBezTo>
                    <a:pt x="5799" y="34"/>
                    <a:pt x="5405" y="0"/>
                    <a:pt x="50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4219;p64">
              <a:extLst>
                <a:ext uri="{FF2B5EF4-FFF2-40B4-BE49-F238E27FC236}">
                  <a16:creationId xmlns:a16="http://schemas.microsoft.com/office/drawing/2014/main" id="{B83541BF-F6BA-1DB2-B984-79E3097BC569}"/>
                </a:ext>
              </a:extLst>
            </p:cNvPr>
            <p:cNvSpPr/>
            <p:nvPr/>
          </p:nvSpPr>
          <p:spPr>
            <a:xfrm>
              <a:off x="3089875" y="2709400"/>
              <a:ext cx="269550" cy="108575"/>
            </a:xfrm>
            <a:custGeom>
              <a:avLst/>
              <a:gdLst/>
              <a:ahLst/>
              <a:cxnLst/>
              <a:rect l="l" t="t" r="r" b="b"/>
              <a:pathLst>
                <a:path w="10782" h="4343" extrusionOk="0">
                  <a:moveTo>
                    <a:pt x="5250" y="478"/>
                  </a:moveTo>
                  <a:cubicBezTo>
                    <a:pt x="5643" y="478"/>
                    <a:pt x="6036" y="506"/>
                    <a:pt x="6401" y="562"/>
                  </a:cubicBezTo>
                  <a:cubicBezTo>
                    <a:pt x="7244" y="730"/>
                    <a:pt x="8030" y="955"/>
                    <a:pt x="8619" y="1207"/>
                  </a:cubicBezTo>
                  <a:cubicBezTo>
                    <a:pt x="9209" y="1460"/>
                    <a:pt x="9574" y="1769"/>
                    <a:pt x="9714" y="2050"/>
                  </a:cubicBezTo>
                  <a:cubicBezTo>
                    <a:pt x="9855" y="2443"/>
                    <a:pt x="10023" y="2948"/>
                    <a:pt x="10135" y="3369"/>
                  </a:cubicBezTo>
                  <a:cubicBezTo>
                    <a:pt x="10165" y="3473"/>
                    <a:pt x="10195" y="3578"/>
                    <a:pt x="10220" y="3673"/>
                  </a:cubicBezTo>
                  <a:lnTo>
                    <a:pt x="10220" y="3673"/>
                  </a:lnTo>
                  <a:cubicBezTo>
                    <a:pt x="9538" y="3434"/>
                    <a:pt x="8028" y="3032"/>
                    <a:pt x="5699" y="3032"/>
                  </a:cubicBezTo>
                  <a:cubicBezTo>
                    <a:pt x="3223" y="3032"/>
                    <a:pt x="1315" y="3519"/>
                    <a:pt x="543" y="3765"/>
                  </a:cubicBezTo>
                  <a:lnTo>
                    <a:pt x="543" y="3765"/>
                  </a:lnTo>
                  <a:lnTo>
                    <a:pt x="590" y="3481"/>
                  </a:lnTo>
                  <a:lnTo>
                    <a:pt x="577" y="3478"/>
                  </a:lnTo>
                  <a:lnTo>
                    <a:pt x="577" y="3478"/>
                  </a:lnTo>
                  <a:lnTo>
                    <a:pt x="590" y="3453"/>
                  </a:lnTo>
                  <a:cubicBezTo>
                    <a:pt x="702" y="3173"/>
                    <a:pt x="1236" y="1994"/>
                    <a:pt x="1909" y="1404"/>
                  </a:cubicBezTo>
                  <a:cubicBezTo>
                    <a:pt x="2218" y="1151"/>
                    <a:pt x="2695" y="927"/>
                    <a:pt x="3285" y="758"/>
                  </a:cubicBezTo>
                  <a:cubicBezTo>
                    <a:pt x="3875" y="562"/>
                    <a:pt x="4576" y="478"/>
                    <a:pt x="5250" y="478"/>
                  </a:cubicBezTo>
                  <a:close/>
                  <a:moveTo>
                    <a:pt x="5250" y="0"/>
                  </a:moveTo>
                  <a:cubicBezTo>
                    <a:pt x="4520" y="0"/>
                    <a:pt x="3790" y="113"/>
                    <a:pt x="3173" y="309"/>
                  </a:cubicBezTo>
                  <a:cubicBezTo>
                    <a:pt x="2527" y="478"/>
                    <a:pt x="1994" y="730"/>
                    <a:pt x="1601" y="1067"/>
                  </a:cubicBezTo>
                  <a:cubicBezTo>
                    <a:pt x="1151" y="1460"/>
                    <a:pt x="786" y="2022"/>
                    <a:pt x="534" y="2499"/>
                  </a:cubicBezTo>
                  <a:cubicBezTo>
                    <a:pt x="281" y="2976"/>
                    <a:pt x="141" y="3341"/>
                    <a:pt x="141" y="3341"/>
                  </a:cubicBezTo>
                  <a:lnTo>
                    <a:pt x="113" y="3397"/>
                  </a:lnTo>
                  <a:lnTo>
                    <a:pt x="0" y="4071"/>
                  </a:lnTo>
                  <a:cubicBezTo>
                    <a:pt x="0" y="4155"/>
                    <a:pt x="28" y="4240"/>
                    <a:pt x="85" y="4296"/>
                  </a:cubicBezTo>
                  <a:cubicBezTo>
                    <a:pt x="134" y="4329"/>
                    <a:pt x="183" y="4342"/>
                    <a:pt x="233" y="4342"/>
                  </a:cubicBezTo>
                  <a:cubicBezTo>
                    <a:pt x="267" y="4342"/>
                    <a:pt x="302" y="4335"/>
                    <a:pt x="337" y="4324"/>
                  </a:cubicBezTo>
                  <a:cubicBezTo>
                    <a:pt x="590" y="4240"/>
                    <a:pt x="2724" y="3510"/>
                    <a:pt x="5699" y="3510"/>
                  </a:cubicBezTo>
                  <a:cubicBezTo>
                    <a:pt x="7300" y="3510"/>
                    <a:pt x="8479" y="3706"/>
                    <a:pt x="9265" y="3875"/>
                  </a:cubicBezTo>
                  <a:cubicBezTo>
                    <a:pt x="9658" y="3987"/>
                    <a:pt x="9967" y="4071"/>
                    <a:pt x="10163" y="4155"/>
                  </a:cubicBezTo>
                  <a:cubicBezTo>
                    <a:pt x="10248" y="4183"/>
                    <a:pt x="10332" y="4211"/>
                    <a:pt x="10388" y="4240"/>
                  </a:cubicBezTo>
                  <a:lnTo>
                    <a:pt x="10416" y="4268"/>
                  </a:lnTo>
                  <a:lnTo>
                    <a:pt x="10444" y="4268"/>
                  </a:lnTo>
                  <a:cubicBezTo>
                    <a:pt x="10479" y="4279"/>
                    <a:pt x="10514" y="4286"/>
                    <a:pt x="10549" y="4286"/>
                  </a:cubicBezTo>
                  <a:cubicBezTo>
                    <a:pt x="10598" y="4286"/>
                    <a:pt x="10647" y="4272"/>
                    <a:pt x="10697" y="4240"/>
                  </a:cubicBezTo>
                  <a:cubicBezTo>
                    <a:pt x="10753" y="4183"/>
                    <a:pt x="10781" y="4099"/>
                    <a:pt x="10781" y="4015"/>
                  </a:cubicBezTo>
                  <a:cubicBezTo>
                    <a:pt x="10781" y="3987"/>
                    <a:pt x="10500" y="2695"/>
                    <a:pt x="10135" y="1881"/>
                  </a:cubicBezTo>
                  <a:cubicBezTo>
                    <a:pt x="9911" y="1404"/>
                    <a:pt x="9433" y="1039"/>
                    <a:pt x="8788" y="758"/>
                  </a:cubicBezTo>
                  <a:cubicBezTo>
                    <a:pt x="8170" y="506"/>
                    <a:pt x="7356" y="281"/>
                    <a:pt x="6486" y="113"/>
                  </a:cubicBezTo>
                  <a:cubicBezTo>
                    <a:pt x="6093" y="28"/>
                    <a:pt x="5671" y="0"/>
                    <a:pt x="5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4220;p64">
              <a:extLst>
                <a:ext uri="{FF2B5EF4-FFF2-40B4-BE49-F238E27FC236}">
                  <a16:creationId xmlns:a16="http://schemas.microsoft.com/office/drawing/2014/main" id="{687A9BFE-7ADB-F64E-1033-C85E493E9FCF}"/>
                </a:ext>
              </a:extLst>
            </p:cNvPr>
            <p:cNvSpPr/>
            <p:nvPr/>
          </p:nvSpPr>
          <p:spPr>
            <a:xfrm>
              <a:off x="2812625" y="5107575"/>
              <a:ext cx="230250" cy="130200"/>
            </a:xfrm>
            <a:custGeom>
              <a:avLst/>
              <a:gdLst/>
              <a:ahLst/>
              <a:cxnLst/>
              <a:rect l="l" t="t" r="r" b="b"/>
              <a:pathLst>
                <a:path w="9210" h="5208" extrusionOk="0">
                  <a:moveTo>
                    <a:pt x="2579" y="0"/>
                  </a:moveTo>
                  <a:cubicBezTo>
                    <a:pt x="2040" y="0"/>
                    <a:pt x="1483" y="27"/>
                    <a:pt x="1124" y="117"/>
                  </a:cubicBezTo>
                  <a:cubicBezTo>
                    <a:pt x="225" y="342"/>
                    <a:pt x="1" y="1128"/>
                    <a:pt x="394" y="1689"/>
                  </a:cubicBezTo>
                  <a:cubicBezTo>
                    <a:pt x="787" y="2251"/>
                    <a:pt x="1629" y="3261"/>
                    <a:pt x="2191" y="3711"/>
                  </a:cubicBezTo>
                  <a:cubicBezTo>
                    <a:pt x="2752" y="4160"/>
                    <a:pt x="4549" y="4384"/>
                    <a:pt x="5335" y="4777"/>
                  </a:cubicBezTo>
                  <a:cubicBezTo>
                    <a:pt x="5783" y="5002"/>
                    <a:pt x="6287" y="5208"/>
                    <a:pt x="6835" y="5208"/>
                  </a:cubicBezTo>
                  <a:cubicBezTo>
                    <a:pt x="7247" y="5208"/>
                    <a:pt x="7684" y="5091"/>
                    <a:pt x="8142" y="4777"/>
                  </a:cubicBezTo>
                  <a:cubicBezTo>
                    <a:pt x="9209" y="4047"/>
                    <a:pt x="8592" y="1296"/>
                    <a:pt x="8592" y="1296"/>
                  </a:cubicBezTo>
                  <a:lnTo>
                    <a:pt x="8592" y="1296"/>
                  </a:lnTo>
                  <a:cubicBezTo>
                    <a:pt x="8592" y="1296"/>
                    <a:pt x="8272" y="1350"/>
                    <a:pt x="7780" y="1350"/>
                  </a:cubicBezTo>
                  <a:cubicBezTo>
                    <a:pt x="6858" y="1350"/>
                    <a:pt x="5328" y="1159"/>
                    <a:pt x="4156" y="61"/>
                  </a:cubicBezTo>
                  <a:cubicBezTo>
                    <a:pt x="4156" y="61"/>
                    <a:pt x="3388" y="0"/>
                    <a:pt x="25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4221;p64">
              <a:extLst>
                <a:ext uri="{FF2B5EF4-FFF2-40B4-BE49-F238E27FC236}">
                  <a16:creationId xmlns:a16="http://schemas.microsoft.com/office/drawing/2014/main" id="{C3A4CE04-B57E-B709-0B85-F3533EA1E888}"/>
                </a:ext>
              </a:extLst>
            </p:cNvPr>
            <p:cNvSpPr/>
            <p:nvPr/>
          </p:nvSpPr>
          <p:spPr>
            <a:xfrm>
              <a:off x="2811925" y="5102075"/>
              <a:ext cx="226025" cy="141800"/>
            </a:xfrm>
            <a:custGeom>
              <a:avLst/>
              <a:gdLst/>
              <a:ahLst/>
              <a:cxnLst/>
              <a:rect l="l" t="t" r="r" b="b"/>
              <a:pathLst>
                <a:path w="9041" h="5672" extrusionOk="0">
                  <a:moveTo>
                    <a:pt x="2612" y="449"/>
                  </a:moveTo>
                  <a:cubicBezTo>
                    <a:pt x="3005" y="449"/>
                    <a:pt x="3398" y="477"/>
                    <a:pt x="3679" y="477"/>
                  </a:cubicBezTo>
                  <a:cubicBezTo>
                    <a:pt x="3863" y="494"/>
                    <a:pt x="3998" y="501"/>
                    <a:pt x="4076" y="504"/>
                  </a:cubicBezTo>
                  <a:lnTo>
                    <a:pt x="4076" y="504"/>
                  </a:lnTo>
                  <a:cubicBezTo>
                    <a:pt x="5329" y="1607"/>
                    <a:pt x="6866" y="1797"/>
                    <a:pt x="7805" y="1797"/>
                  </a:cubicBezTo>
                  <a:cubicBezTo>
                    <a:pt x="8075" y="1797"/>
                    <a:pt x="8287" y="1783"/>
                    <a:pt x="8435" y="1768"/>
                  </a:cubicBezTo>
                  <a:lnTo>
                    <a:pt x="8435" y="1768"/>
                  </a:lnTo>
                  <a:cubicBezTo>
                    <a:pt x="8490" y="2045"/>
                    <a:pt x="8564" y="2597"/>
                    <a:pt x="8564" y="3173"/>
                  </a:cubicBezTo>
                  <a:cubicBezTo>
                    <a:pt x="8564" y="3509"/>
                    <a:pt x="8535" y="3874"/>
                    <a:pt x="8451" y="4155"/>
                  </a:cubicBezTo>
                  <a:cubicBezTo>
                    <a:pt x="8367" y="4464"/>
                    <a:pt x="8227" y="4689"/>
                    <a:pt x="8058" y="4801"/>
                  </a:cubicBezTo>
                  <a:cubicBezTo>
                    <a:pt x="7609" y="5110"/>
                    <a:pt x="7244" y="5194"/>
                    <a:pt x="6879" y="5194"/>
                  </a:cubicBezTo>
                  <a:cubicBezTo>
                    <a:pt x="6374" y="5194"/>
                    <a:pt x="5896" y="5025"/>
                    <a:pt x="5475" y="4801"/>
                  </a:cubicBezTo>
                  <a:cubicBezTo>
                    <a:pt x="5026" y="4576"/>
                    <a:pt x="4380" y="4436"/>
                    <a:pt x="3763" y="4267"/>
                  </a:cubicBezTo>
                  <a:cubicBezTo>
                    <a:pt x="3454" y="4183"/>
                    <a:pt x="3173" y="4099"/>
                    <a:pt x="2920" y="4015"/>
                  </a:cubicBezTo>
                  <a:cubicBezTo>
                    <a:pt x="2668" y="3931"/>
                    <a:pt x="2471" y="3846"/>
                    <a:pt x="2359" y="3762"/>
                  </a:cubicBezTo>
                  <a:cubicBezTo>
                    <a:pt x="1826" y="3341"/>
                    <a:pt x="983" y="2330"/>
                    <a:pt x="618" y="1769"/>
                  </a:cubicBezTo>
                  <a:cubicBezTo>
                    <a:pt x="506" y="1628"/>
                    <a:pt x="478" y="1488"/>
                    <a:pt x="478" y="1348"/>
                  </a:cubicBezTo>
                  <a:cubicBezTo>
                    <a:pt x="478" y="1179"/>
                    <a:pt x="506" y="1011"/>
                    <a:pt x="646" y="898"/>
                  </a:cubicBezTo>
                  <a:cubicBezTo>
                    <a:pt x="759" y="758"/>
                    <a:pt x="927" y="618"/>
                    <a:pt x="1208" y="562"/>
                  </a:cubicBezTo>
                  <a:cubicBezTo>
                    <a:pt x="1517" y="477"/>
                    <a:pt x="2078" y="449"/>
                    <a:pt x="2612" y="449"/>
                  </a:cubicBezTo>
                  <a:close/>
                  <a:moveTo>
                    <a:pt x="2612" y="0"/>
                  </a:moveTo>
                  <a:cubicBezTo>
                    <a:pt x="2050" y="0"/>
                    <a:pt x="1489" y="0"/>
                    <a:pt x="1096" y="112"/>
                  </a:cubicBezTo>
                  <a:cubicBezTo>
                    <a:pt x="731" y="197"/>
                    <a:pt x="478" y="365"/>
                    <a:pt x="281" y="590"/>
                  </a:cubicBezTo>
                  <a:cubicBezTo>
                    <a:pt x="85" y="814"/>
                    <a:pt x="1" y="1067"/>
                    <a:pt x="1" y="1348"/>
                  </a:cubicBezTo>
                  <a:cubicBezTo>
                    <a:pt x="1" y="1600"/>
                    <a:pt x="85" y="1825"/>
                    <a:pt x="225" y="2050"/>
                  </a:cubicBezTo>
                  <a:cubicBezTo>
                    <a:pt x="646" y="2639"/>
                    <a:pt x="1461" y="3650"/>
                    <a:pt x="2078" y="4127"/>
                  </a:cubicBezTo>
                  <a:cubicBezTo>
                    <a:pt x="2247" y="4267"/>
                    <a:pt x="2499" y="4352"/>
                    <a:pt x="2752" y="4464"/>
                  </a:cubicBezTo>
                  <a:cubicBezTo>
                    <a:pt x="3173" y="4604"/>
                    <a:pt x="3650" y="4717"/>
                    <a:pt x="4128" y="4829"/>
                  </a:cubicBezTo>
                  <a:cubicBezTo>
                    <a:pt x="4577" y="4969"/>
                    <a:pt x="4998" y="5082"/>
                    <a:pt x="5251" y="5222"/>
                  </a:cubicBezTo>
                  <a:cubicBezTo>
                    <a:pt x="5728" y="5447"/>
                    <a:pt x="6261" y="5671"/>
                    <a:pt x="6879" y="5671"/>
                  </a:cubicBezTo>
                  <a:cubicBezTo>
                    <a:pt x="7328" y="5671"/>
                    <a:pt x="7805" y="5531"/>
                    <a:pt x="8311" y="5194"/>
                  </a:cubicBezTo>
                  <a:cubicBezTo>
                    <a:pt x="8620" y="4997"/>
                    <a:pt x="8788" y="4660"/>
                    <a:pt x="8900" y="4296"/>
                  </a:cubicBezTo>
                  <a:cubicBezTo>
                    <a:pt x="9013" y="3931"/>
                    <a:pt x="9041" y="3538"/>
                    <a:pt x="9041" y="3173"/>
                  </a:cubicBezTo>
                  <a:cubicBezTo>
                    <a:pt x="9041" y="2274"/>
                    <a:pt x="8872" y="1488"/>
                    <a:pt x="8844" y="1460"/>
                  </a:cubicBezTo>
                  <a:cubicBezTo>
                    <a:pt x="8844" y="1362"/>
                    <a:pt x="8738" y="1286"/>
                    <a:pt x="8637" y="1286"/>
                  </a:cubicBezTo>
                  <a:cubicBezTo>
                    <a:pt x="8622" y="1286"/>
                    <a:pt x="8606" y="1288"/>
                    <a:pt x="8592" y="1292"/>
                  </a:cubicBezTo>
                  <a:lnTo>
                    <a:pt x="8535" y="1292"/>
                  </a:lnTo>
                  <a:cubicBezTo>
                    <a:pt x="8423" y="1320"/>
                    <a:pt x="8170" y="1348"/>
                    <a:pt x="7805" y="1348"/>
                  </a:cubicBezTo>
                  <a:cubicBezTo>
                    <a:pt x="6935" y="1348"/>
                    <a:pt x="5447" y="1151"/>
                    <a:pt x="4352" y="112"/>
                  </a:cubicBezTo>
                  <a:cubicBezTo>
                    <a:pt x="4296" y="84"/>
                    <a:pt x="4268" y="56"/>
                    <a:pt x="4212" y="56"/>
                  </a:cubicBezTo>
                  <a:cubicBezTo>
                    <a:pt x="4212" y="56"/>
                    <a:pt x="3426" y="0"/>
                    <a:pt x="26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4222;p64">
              <a:extLst>
                <a:ext uri="{FF2B5EF4-FFF2-40B4-BE49-F238E27FC236}">
                  <a16:creationId xmlns:a16="http://schemas.microsoft.com/office/drawing/2014/main" id="{32AD1CC3-7D57-9777-DC98-60512D67A922}"/>
                </a:ext>
              </a:extLst>
            </p:cNvPr>
            <p:cNvSpPr/>
            <p:nvPr/>
          </p:nvSpPr>
          <p:spPr>
            <a:xfrm>
              <a:off x="2816150" y="5125225"/>
              <a:ext cx="209875" cy="112550"/>
            </a:xfrm>
            <a:custGeom>
              <a:avLst/>
              <a:gdLst/>
              <a:ahLst/>
              <a:cxnLst/>
              <a:rect l="l" t="t" r="r" b="b"/>
              <a:pathLst>
                <a:path w="8395" h="4502" extrusionOk="0">
                  <a:moveTo>
                    <a:pt x="169" y="1"/>
                  </a:moveTo>
                  <a:lnTo>
                    <a:pt x="169" y="1"/>
                  </a:lnTo>
                  <a:cubicBezTo>
                    <a:pt x="0" y="309"/>
                    <a:pt x="28" y="674"/>
                    <a:pt x="253" y="983"/>
                  </a:cubicBezTo>
                  <a:cubicBezTo>
                    <a:pt x="646" y="1545"/>
                    <a:pt x="1488" y="2555"/>
                    <a:pt x="2050" y="3005"/>
                  </a:cubicBezTo>
                  <a:cubicBezTo>
                    <a:pt x="2611" y="3454"/>
                    <a:pt x="4408" y="3678"/>
                    <a:pt x="5194" y="4071"/>
                  </a:cubicBezTo>
                  <a:cubicBezTo>
                    <a:pt x="5642" y="4296"/>
                    <a:pt x="6146" y="4502"/>
                    <a:pt x="6694" y="4502"/>
                  </a:cubicBezTo>
                  <a:cubicBezTo>
                    <a:pt x="7106" y="4502"/>
                    <a:pt x="7543" y="4385"/>
                    <a:pt x="8001" y="4071"/>
                  </a:cubicBezTo>
                  <a:cubicBezTo>
                    <a:pt x="8170" y="3959"/>
                    <a:pt x="8310" y="3791"/>
                    <a:pt x="8395" y="3594"/>
                  </a:cubicBezTo>
                  <a:lnTo>
                    <a:pt x="8395" y="3594"/>
                  </a:lnTo>
                  <a:cubicBezTo>
                    <a:pt x="8001" y="3734"/>
                    <a:pt x="7608" y="3847"/>
                    <a:pt x="7272" y="3903"/>
                  </a:cubicBezTo>
                  <a:cubicBezTo>
                    <a:pt x="7141" y="3925"/>
                    <a:pt x="6996" y="3935"/>
                    <a:pt x="6840" y="3935"/>
                  </a:cubicBezTo>
                  <a:cubicBezTo>
                    <a:pt x="5786" y="3935"/>
                    <a:pt x="4198" y="3457"/>
                    <a:pt x="2780" y="2724"/>
                  </a:cubicBezTo>
                  <a:cubicBezTo>
                    <a:pt x="1629" y="2134"/>
                    <a:pt x="646" y="759"/>
                    <a:pt x="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4223;p64">
              <a:extLst>
                <a:ext uri="{FF2B5EF4-FFF2-40B4-BE49-F238E27FC236}">
                  <a16:creationId xmlns:a16="http://schemas.microsoft.com/office/drawing/2014/main" id="{43E39F04-321C-573A-1887-D9E7FB487E14}"/>
                </a:ext>
              </a:extLst>
            </p:cNvPr>
            <p:cNvSpPr/>
            <p:nvPr/>
          </p:nvSpPr>
          <p:spPr>
            <a:xfrm>
              <a:off x="2811925" y="5119425"/>
              <a:ext cx="220425" cy="124450"/>
            </a:xfrm>
            <a:custGeom>
              <a:avLst/>
              <a:gdLst/>
              <a:ahLst/>
              <a:cxnLst/>
              <a:rect l="l" t="t" r="r" b="b"/>
              <a:pathLst>
                <a:path w="8817" h="4978" extrusionOk="0">
                  <a:moveTo>
                    <a:pt x="527" y="923"/>
                  </a:moveTo>
                  <a:lnTo>
                    <a:pt x="527" y="923"/>
                  </a:lnTo>
                  <a:cubicBezTo>
                    <a:pt x="1069" y="1699"/>
                    <a:pt x="1866" y="2673"/>
                    <a:pt x="2836" y="3180"/>
                  </a:cubicBezTo>
                  <a:cubicBezTo>
                    <a:pt x="3071" y="3298"/>
                    <a:pt x="3309" y="3409"/>
                    <a:pt x="3548" y="3514"/>
                  </a:cubicBezTo>
                  <a:lnTo>
                    <a:pt x="3548" y="3514"/>
                  </a:lnTo>
                  <a:cubicBezTo>
                    <a:pt x="3323" y="3449"/>
                    <a:pt x="3113" y="3385"/>
                    <a:pt x="2920" y="3321"/>
                  </a:cubicBezTo>
                  <a:cubicBezTo>
                    <a:pt x="2668" y="3237"/>
                    <a:pt x="2471" y="3152"/>
                    <a:pt x="2359" y="3068"/>
                  </a:cubicBezTo>
                  <a:cubicBezTo>
                    <a:pt x="1826" y="2647"/>
                    <a:pt x="983" y="1636"/>
                    <a:pt x="618" y="1075"/>
                  </a:cubicBezTo>
                  <a:cubicBezTo>
                    <a:pt x="578" y="1024"/>
                    <a:pt x="548" y="974"/>
                    <a:pt x="527" y="923"/>
                  </a:cubicBezTo>
                  <a:close/>
                  <a:moveTo>
                    <a:pt x="5819" y="4271"/>
                  </a:moveTo>
                  <a:cubicBezTo>
                    <a:pt x="6254" y="4364"/>
                    <a:pt x="6661" y="4416"/>
                    <a:pt x="7019" y="4416"/>
                  </a:cubicBezTo>
                  <a:cubicBezTo>
                    <a:pt x="7188" y="4416"/>
                    <a:pt x="7328" y="4388"/>
                    <a:pt x="7497" y="4388"/>
                  </a:cubicBezTo>
                  <a:cubicBezTo>
                    <a:pt x="7528" y="4380"/>
                    <a:pt x="7560" y="4372"/>
                    <a:pt x="7593" y="4363"/>
                  </a:cubicBezTo>
                  <a:lnTo>
                    <a:pt x="7593" y="4363"/>
                  </a:lnTo>
                  <a:cubicBezTo>
                    <a:pt x="7341" y="4466"/>
                    <a:pt x="7110" y="4500"/>
                    <a:pt x="6879" y="4500"/>
                  </a:cubicBezTo>
                  <a:cubicBezTo>
                    <a:pt x="6507" y="4500"/>
                    <a:pt x="6150" y="4408"/>
                    <a:pt x="5819" y="4271"/>
                  </a:cubicBezTo>
                  <a:close/>
                  <a:moveTo>
                    <a:pt x="382" y="1"/>
                  </a:moveTo>
                  <a:cubicBezTo>
                    <a:pt x="367" y="1"/>
                    <a:pt x="353" y="3"/>
                    <a:pt x="338" y="8"/>
                  </a:cubicBezTo>
                  <a:cubicBezTo>
                    <a:pt x="253" y="8"/>
                    <a:pt x="169" y="36"/>
                    <a:pt x="141" y="120"/>
                  </a:cubicBezTo>
                  <a:cubicBezTo>
                    <a:pt x="57" y="289"/>
                    <a:pt x="1" y="485"/>
                    <a:pt x="1" y="654"/>
                  </a:cubicBezTo>
                  <a:cubicBezTo>
                    <a:pt x="1" y="906"/>
                    <a:pt x="85" y="1131"/>
                    <a:pt x="225" y="1356"/>
                  </a:cubicBezTo>
                  <a:cubicBezTo>
                    <a:pt x="646" y="1945"/>
                    <a:pt x="1461" y="2956"/>
                    <a:pt x="2078" y="3433"/>
                  </a:cubicBezTo>
                  <a:cubicBezTo>
                    <a:pt x="2247" y="3573"/>
                    <a:pt x="2499" y="3658"/>
                    <a:pt x="2752" y="3770"/>
                  </a:cubicBezTo>
                  <a:cubicBezTo>
                    <a:pt x="3173" y="3910"/>
                    <a:pt x="3650" y="4023"/>
                    <a:pt x="4128" y="4135"/>
                  </a:cubicBezTo>
                  <a:cubicBezTo>
                    <a:pt x="4577" y="4275"/>
                    <a:pt x="4998" y="4388"/>
                    <a:pt x="5251" y="4528"/>
                  </a:cubicBezTo>
                  <a:cubicBezTo>
                    <a:pt x="5728" y="4753"/>
                    <a:pt x="6261" y="4977"/>
                    <a:pt x="6879" y="4977"/>
                  </a:cubicBezTo>
                  <a:cubicBezTo>
                    <a:pt x="7328" y="4977"/>
                    <a:pt x="7805" y="4837"/>
                    <a:pt x="8311" y="4500"/>
                  </a:cubicBezTo>
                  <a:cubicBezTo>
                    <a:pt x="8535" y="4360"/>
                    <a:pt x="8676" y="4163"/>
                    <a:pt x="8760" y="3938"/>
                  </a:cubicBezTo>
                  <a:cubicBezTo>
                    <a:pt x="8816" y="3854"/>
                    <a:pt x="8788" y="3742"/>
                    <a:pt x="8732" y="3686"/>
                  </a:cubicBezTo>
                  <a:cubicBezTo>
                    <a:pt x="8696" y="3631"/>
                    <a:pt x="8636" y="3600"/>
                    <a:pt x="8576" y="3600"/>
                  </a:cubicBezTo>
                  <a:cubicBezTo>
                    <a:pt x="8542" y="3600"/>
                    <a:pt x="8509" y="3610"/>
                    <a:pt x="8479" y="3630"/>
                  </a:cubicBezTo>
                  <a:cubicBezTo>
                    <a:pt x="8114" y="3742"/>
                    <a:pt x="7721" y="3854"/>
                    <a:pt x="7412" y="3910"/>
                  </a:cubicBezTo>
                  <a:cubicBezTo>
                    <a:pt x="7300" y="3938"/>
                    <a:pt x="7160" y="3938"/>
                    <a:pt x="7019" y="3938"/>
                  </a:cubicBezTo>
                  <a:cubicBezTo>
                    <a:pt x="6037" y="3938"/>
                    <a:pt x="4437" y="3489"/>
                    <a:pt x="3061" y="2759"/>
                  </a:cubicBezTo>
                  <a:cubicBezTo>
                    <a:pt x="1994" y="2198"/>
                    <a:pt x="1011" y="850"/>
                    <a:pt x="534" y="120"/>
                  </a:cubicBezTo>
                  <a:cubicBezTo>
                    <a:pt x="511" y="51"/>
                    <a:pt x="450" y="1"/>
                    <a:pt x="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4224;p64">
              <a:extLst>
                <a:ext uri="{FF2B5EF4-FFF2-40B4-BE49-F238E27FC236}">
                  <a16:creationId xmlns:a16="http://schemas.microsoft.com/office/drawing/2014/main" id="{D8C5219D-0EA5-8E51-8D93-67EE30AF2D2C}"/>
                </a:ext>
              </a:extLst>
            </p:cNvPr>
            <p:cNvSpPr/>
            <p:nvPr/>
          </p:nvSpPr>
          <p:spPr>
            <a:xfrm>
              <a:off x="3328500" y="5107575"/>
              <a:ext cx="230250" cy="130200"/>
            </a:xfrm>
            <a:custGeom>
              <a:avLst/>
              <a:gdLst/>
              <a:ahLst/>
              <a:cxnLst/>
              <a:rect l="l" t="t" r="r" b="b"/>
              <a:pathLst>
                <a:path w="9210" h="5208" extrusionOk="0">
                  <a:moveTo>
                    <a:pt x="6631" y="0"/>
                  </a:moveTo>
                  <a:cubicBezTo>
                    <a:pt x="5822" y="0"/>
                    <a:pt x="5054" y="61"/>
                    <a:pt x="5054" y="61"/>
                  </a:cubicBezTo>
                  <a:cubicBezTo>
                    <a:pt x="3882" y="1159"/>
                    <a:pt x="2352" y="1350"/>
                    <a:pt x="1430" y="1350"/>
                  </a:cubicBezTo>
                  <a:cubicBezTo>
                    <a:pt x="938" y="1350"/>
                    <a:pt x="618" y="1296"/>
                    <a:pt x="618" y="1296"/>
                  </a:cubicBezTo>
                  <a:lnTo>
                    <a:pt x="618" y="1296"/>
                  </a:lnTo>
                  <a:cubicBezTo>
                    <a:pt x="618" y="1296"/>
                    <a:pt x="1" y="4047"/>
                    <a:pt x="1068" y="4777"/>
                  </a:cubicBezTo>
                  <a:cubicBezTo>
                    <a:pt x="1526" y="5091"/>
                    <a:pt x="1963" y="5208"/>
                    <a:pt x="2376" y="5208"/>
                  </a:cubicBezTo>
                  <a:cubicBezTo>
                    <a:pt x="2923" y="5208"/>
                    <a:pt x="3427" y="5002"/>
                    <a:pt x="3875" y="4777"/>
                  </a:cubicBezTo>
                  <a:cubicBezTo>
                    <a:pt x="4661" y="4384"/>
                    <a:pt x="6458" y="4160"/>
                    <a:pt x="7019" y="3711"/>
                  </a:cubicBezTo>
                  <a:cubicBezTo>
                    <a:pt x="7581" y="3261"/>
                    <a:pt x="8423" y="2251"/>
                    <a:pt x="8816" y="1689"/>
                  </a:cubicBezTo>
                  <a:cubicBezTo>
                    <a:pt x="9209" y="1128"/>
                    <a:pt x="8985" y="342"/>
                    <a:pt x="8086" y="117"/>
                  </a:cubicBezTo>
                  <a:cubicBezTo>
                    <a:pt x="7727" y="27"/>
                    <a:pt x="7170" y="0"/>
                    <a:pt x="66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4225;p64">
              <a:extLst>
                <a:ext uri="{FF2B5EF4-FFF2-40B4-BE49-F238E27FC236}">
                  <a16:creationId xmlns:a16="http://schemas.microsoft.com/office/drawing/2014/main" id="{7CDB49C4-3CD8-5B27-C590-D812A4460627}"/>
                </a:ext>
              </a:extLst>
            </p:cNvPr>
            <p:cNvSpPr/>
            <p:nvPr/>
          </p:nvSpPr>
          <p:spPr>
            <a:xfrm>
              <a:off x="3333425" y="5102075"/>
              <a:ext cx="226025" cy="141800"/>
            </a:xfrm>
            <a:custGeom>
              <a:avLst/>
              <a:gdLst/>
              <a:ahLst/>
              <a:cxnLst/>
              <a:rect l="l" t="t" r="r" b="b"/>
              <a:pathLst>
                <a:path w="9041" h="5672" extrusionOk="0">
                  <a:moveTo>
                    <a:pt x="6429" y="449"/>
                  </a:moveTo>
                  <a:cubicBezTo>
                    <a:pt x="6963" y="449"/>
                    <a:pt x="7524" y="477"/>
                    <a:pt x="7833" y="562"/>
                  </a:cubicBezTo>
                  <a:cubicBezTo>
                    <a:pt x="8114" y="618"/>
                    <a:pt x="8282" y="758"/>
                    <a:pt x="8423" y="898"/>
                  </a:cubicBezTo>
                  <a:cubicBezTo>
                    <a:pt x="8535" y="1011"/>
                    <a:pt x="8591" y="1179"/>
                    <a:pt x="8591" y="1348"/>
                  </a:cubicBezTo>
                  <a:cubicBezTo>
                    <a:pt x="8591" y="1488"/>
                    <a:pt x="8535" y="1628"/>
                    <a:pt x="8451" y="1769"/>
                  </a:cubicBezTo>
                  <a:cubicBezTo>
                    <a:pt x="8058" y="2330"/>
                    <a:pt x="7215" y="3341"/>
                    <a:pt x="6682" y="3762"/>
                  </a:cubicBezTo>
                  <a:cubicBezTo>
                    <a:pt x="6570" y="3846"/>
                    <a:pt x="6373" y="3931"/>
                    <a:pt x="6121" y="4015"/>
                  </a:cubicBezTo>
                  <a:cubicBezTo>
                    <a:pt x="5756" y="4155"/>
                    <a:pt x="5278" y="4267"/>
                    <a:pt x="4801" y="4380"/>
                  </a:cubicBezTo>
                  <a:cubicBezTo>
                    <a:pt x="4352" y="4520"/>
                    <a:pt x="3903" y="4632"/>
                    <a:pt x="3566" y="4801"/>
                  </a:cubicBezTo>
                  <a:cubicBezTo>
                    <a:pt x="3145" y="5025"/>
                    <a:pt x="2667" y="5194"/>
                    <a:pt x="2190" y="5194"/>
                  </a:cubicBezTo>
                  <a:cubicBezTo>
                    <a:pt x="1797" y="5194"/>
                    <a:pt x="1432" y="5110"/>
                    <a:pt x="1011" y="4801"/>
                  </a:cubicBezTo>
                  <a:cubicBezTo>
                    <a:pt x="814" y="4689"/>
                    <a:pt x="674" y="4464"/>
                    <a:pt x="590" y="4155"/>
                  </a:cubicBezTo>
                  <a:cubicBezTo>
                    <a:pt x="506" y="3874"/>
                    <a:pt x="478" y="3509"/>
                    <a:pt x="478" y="3173"/>
                  </a:cubicBezTo>
                  <a:cubicBezTo>
                    <a:pt x="478" y="2751"/>
                    <a:pt x="506" y="2358"/>
                    <a:pt x="562" y="2050"/>
                  </a:cubicBezTo>
                  <a:cubicBezTo>
                    <a:pt x="584" y="1938"/>
                    <a:pt x="589" y="1843"/>
                    <a:pt x="604" y="1767"/>
                  </a:cubicBezTo>
                  <a:lnTo>
                    <a:pt x="604" y="1767"/>
                  </a:lnTo>
                  <a:cubicBezTo>
                    <a:pt x="756" y="1782"/>
                    <a:pt x="973" y="1797"/>
                    <a:pt x="1236" y="1797"/>
                  </a:cubicBezTo>
                  <a:cubicBezTo>
                    <a:pt x="2175" y="1797"/>
                    <a:pt x="3739" y="1607"/>
                    <a:pt x="4966" y="504"/>
                  </a:cubicBezTo>
                  <a:lnTo>
                    <a:pt x="4966" y="504"/>
                  </a:lnTo>
                  <a:cubicBezTo>
                    <a:pt x="5049" y="501"/>
                    <a:pt x="5190" y="495"/>
                    <a:pt x="5363" y="477"/>
                  </a:cubicBezTo>
                  <a:cubicBezTo>
                    <a:pt x="5643" y="477"/>
                    <a:pt x="6036" y="449"/>
                    <a:pt x="6429" y="449"/>
                  </a:cubicBezTo>
                  <a:close/>
                  <a:moveTo>
                    <a:pt x="6429" y="0"/>
                  </a:moveTo>
                  <a:cubicBezTo>
                    <a:pt x="5615" y="0"/>
                    <a:pt x="4857" y="56"/>
                    <a:pt x="4829" y="56"/>
                  </a:cubicBezTo>
                  <a:cubicBezTo>
                    <a:pt x="4801" y="56"/>
                    <a:pt x="4745" y="84"/>
                    <a:pt x="4689" y="112"/>
                  </a:cubicBezTo>
                  <a:cubicBezTo>
                    <a:pt x="3594" y="1151"/>
                    <a:pt x="2134" y="1348"/>
                    <a:pt x="1236" y="1348"/>
                  </a:cubicBezTo>
                  <a:cubicBezTo>
                    <a:pt x="983" y="1348"/>
                    <a:pt x="786" y="1320"/>
                    <a:pt x="674" y="1320"/>
                  </a:cubicBezTo>
                  <a:cubicBezTo>
                    <a:pt x="590" y="1320"/>
                    <a:pt x="534" y="1292"/>
                    <a:pt x="506" y="1292"/>
                  </a:cubicBezTo>
                  <a:lnTo>
                    <a:pt x="449" y="1292"/>
                  </a:lnTo>
                  <a:cubicBezTo>
                    <a:pt x="435" y="1288"/>
                    <a:pt x="420" y="1286"/>
                    <a:pt x="405" y="1286"/>
                  </a:cubicBezTo>
                  <a:cubicBezTo>
                    <a:pt x="309" y="1286"/>
                    <a:pt x="221" y="1362"/>
                    <a:pt x="197" y="1460"/>
                  </a:cubicBezTo>
                  <a:cubicBezTo>
                    <a:pt x="197" y="1488"/>
                    <a:pt x="0" y="2274"/>
                    <a:pt x="0" y="3173"/>
                  </a:cubicBezTo>
                  <a:cubicBezTo>
                    <a:pt x="0" y="3538"/>
                    <a:pt x="28" y="3931"/>
                    <a:pt x="141" y="4296"/>
                  </a:cubicBezTo>
                  <a:cubicBezTo>
                    <a:pt x="253" y="4660"/>
                    <a:pt x="421" y="4997"/>
                    <a:pt x="730" y="5194"/>
                  </a:cubicBezTo>
                  <a:cubicBezTo>
                    <a:pt x="1236" y="5531"/>
                    <a:pt x="1713" y="5671"/>
                    <a:pt x="2190" y="5671"/>
                  </a:cubicBezTo>
                  <a:cubicBezTo>
                    <a:pt x="2780" y="5671"/>
                    <a:pt x="3313" y="5447"/>
                    <a:pt x="3790" y="5222"/>
                  </a:cubicBezTo>
                  <a:cubicBezTo>
                    <a:pt x="4127" y="5025"/>
                    <a:pt x="4773" y="4885"/>
                    <a:pt x="5391" y="4717"/>
                  </a:cubicBezTo>
                  <a:cubicBezTo>
                    <a:pt x="5699" y="4632"/>
                    <a:pt x="6008" y="4548"/>
                    <a:pt x="6289" y="4464"/>
                  </a:cubicBezTo>
                  <a:cubicBezTo>
                    <a:pt x="6570" y="4352"/>
                    <a:pt x="6794" y="4267"/>
                    <a:pt x="6963" y="4127"/>
                  </a:cubicBezTo>
                  <a:cubicBezTo>
                    <a:pt x="7580" y="3650"/>
                    <a:pt x="8423" y="2639"/>
                    <a:pt x="8816" y="2050"/>
                  </a:cubicBezTo>
                  <a:cubicBezTo>
                    <a:pt x="8956" y="1825"/>
                    <a:pt x="9040" y="1600"/>
                    <a:pt x="9040" y="1348"/>
                  </a:cubicBezTo>
                  <a:cubicBezTo>
                    <a:pt x="9040" y="1067"/>
                    <a:pt x="8956" y="814"/>
                    <a:pt x="8760" y="590"/>
                  </a:cubicBezTo>
                  <a:cubicBezTo>
                    <a:pt x="8591" y="365"/>
                    <a:pt x="8310" y="197"/>
                    <a:pt x="7945" y="112"/>
                  </a:cubicBezTo>
                  <a:cubicBezTo>
                    <a:pt x="7552" y="0"/>
                    <a:pt x="6991" y="0"/>
                    <a:pt x="64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4226;p64">
              <a:extLst>
                <a:ext uri="{FF2B5EF4-FFF2-40B4-BE49-F238E27FC236}">
                  <a16:creationId xmlns:a16="http://schemas.microsoft.com/office/drawing/2014/main" id="{507B20DD-CDC4-70A4-4B84-5AA153F88253}"/>
                </a:ext>
              </a:extLst>
            </p:cNvPr>
            <p:cNvSpPr/>
            <p:nvPr/>
          </p:nvSpPr>
          <p:spPr>
            <a:xfrm>
              <a:off x="3345350" y="5125225"/>
              <a:ext cx="209875" cy="112550"/>
            </a:xfrm>
            <a:custGeom>
              <a:avLst/>
              <a:gdLst/>
              <a:ahLst/>
              <a:cxnLst/>
              <a:rect l="l" t="t" r="r" b="b"/>
              <a:pathLst>
                <a:path w="8395" h="4502" extrusionOk="0">
                  <a:moveTo>
                    <a:pt x="8226" y="1"/>
                  </a:moveTo>
                  <a:lnTo>
                    <a:pt x="8226" y="1"/>
                  </a:lnTo>
                  <a:cubicBezTo>
                    <a:pt x="7749" y="759"/>
                    <a:pt x="6767" y="2134"/>
                    <a:pt x="5615" y="2724"/>
                  </a:cubicBezTo>
                  <a:cubicBezTo>
                    <a:pt x="4197" y="3457"/>
                    <a:pt x="2609" y="3935"/>
                    <a:pt x="1555" y="3935"/>
                  </a:cubicBezTo>
                  <a:cubicBezTo>
                    <a:pt x="1399" y="3935"/>
                    <a:pt x="1254" y="3925"/>
                    <a:pt x="1124" y="3903"/>
                  </a:cubicBezTo>
                  <a:cubicBezTo>
                    <a:pt x="787" y="3847"/>
                    <a:pt x="394" y="3734"/>
                    <a:pt x="1" y="3594"/>
                  </a:cubicBezTo>
                  <a:lnTo>
                    <a:pt x="1" y="3594"/>
                  </a:lnTo>
                  <a:cubicBezTo>
                    <a:pt x="113" y="3791"/>
                    <a:pt x="225" y="3959"/>
                    <a:pt x="394" y="4071"/>
                  </a:cubicBezTo>
                  <a:cubicBezTo>
                    <a:pt x="852" y="4385"/>
                    <a:pt x="1289" y="4502"/>
                    <a:pt x="1702" y="4502"/>
                  </a:cubicBezTo>
                  <a:cubicBezTo>
                    <a:pt x="2249" y="4502"/>
                    <a:pt x="2753" y="4296"/>
                    <a:pt x="3201" y="4071"/>
                  </a:cubicBezTo>
                  <a:cubicBezTo>
                    <a:pt x="3987" y="3678"/>
                    <a:pt x="5784" y="3454"/>
                    <a:pt x="6345" y="3005"/>
                  </a:cubicBezTo>
                  <a:cubicBezTo>
                    <a:pt x="6907" y="2555"/>
                    <a:pt x="7749" y="1545"/>
                    <a:pt x="8142" y="983"/>
                  </a:cubicBezTo>
                  <a:cubicBezTo>
                    <a:pt x="8367" y="674"/>
                    <a:pt x="8395" y="309"/>
                    <a:pt x="82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4227;p64">
              <a:extLst>
                <a:ext uri="{FF2B5EF4-FFF2-40B4-BE49-F238E27FC236}">
                  <a16:creationId xmlns:a16="http://schemas.microsoft.com/office/drawing/2014/main" id="{DA8C2444-DB2B-92B9-1B00-945CB13CACC6}"/>
                </a:ext>
              </a:extLst>
            </p:cNvPr>
            <p:cNvSpPr/>
            <p:nvPr/>
          </p:nvSpPr>
          <p:spPr>
            <a:xfrm>
              <a:off x="3339025" y="5119425"/>
              <a:ext cx="220425" cy="124450"/>
            </a:xfrm>
            <a:custGeom>
              <a:avLst/>
              <a:gdLst/>
              <a:ahLst/>
              <a:cxnLst/>
              <a:rect l="l" t="t" r="r" b="b"/>
              <a:pathLst>
                <a:path w="8817" h="4978" extrusionOk="0">
                  <a:moveTo>
                    <a:pt x="8293" y="934"/>
                  </a:moveTo>
                  <a:cubicBezTo>
                    <a:pt x="8277" y="981"/>
                    <a:pt x="8255" y="1028"/>
                    <a:pt x="8227" y="1075"/>
                  </a:cubicBezTo>
                  <a:cubicBezTo>
                    <a:pt x="7834" y="1636"/>
                    <a:pt x="6991" y="2647"/>
                    <a:pt x="6458" y="3068"/>
                  </a:cubicBezTo>
                  <a:cubicBezTo>
                    <a:pt x="6346" y="3152"/>
                    <a:pt x="6149" y="3237"/>
                    <a:pt x="5897" y="3321"/>
                  </a:cubicBezTo>
                  <a:cubicBezTo>
                    <a:pt x="5707" y="3394"/>
                    <a:pt x="5487" y="3459"/>
                    <a:pt x="5253" y="3521"/>
                  </a:cubicBezTo>
                  <a:lnTo>
                    <a:pt x="5253" y="3521"/>
                  </a:lnTo>
                  <a:cubicBezTo>
                    <a:pt x="5497" y="3414"/>
                    <a:pt x="5741" y="3300"/>
                    <a:pt x="5981" y="3180"/>
                  </a:cubicBezTo>
                  <a:cubicBezTo>
                    <a:pt x="6946" y="2676"/>
                    <a:pt x="7757" y="1708"/>
                    <a:pt x="8293" y="934"/>
                  </a:cubicBezTo>
                  <a:close/>
                  <a:moveTo>
                    <a:pt x="2999" y="4270"/>
                  </a:moveTo>
                  <a:lnTo>
                    <a:pt x="2999" y="4270"/>
                  </a:lnTo>
                  <a:cubicBezTo>
                    <a:pt x="2670" y="4408"/>
                    <a:pt x="2318" y="4500"/>
                    <a:pt x="1966" y="4500"/>
                  </a:cubicBezTo>
                  <a:cubicBezTo>
                    <a:pt x="1712" y="4500"/>
                    <a:pt x="1470" y="4465"/>
                    <a:pt x="1216" y="4356"/>
                  </a:cubicBezTo>
                  <a:lnTo>
                    <a:pt x="1216" y="4356"/>
                  </a:lnTo>
                  <a:cubicBezTo>
                    <a:pt x="1261" y="4367"/>
                    <a:pt x="1305" y="4378"/>
                    <a:pt x="1348" y="4388"/>
                  </a:cubicBezTo>
                  <a:cubicBezTo>
                    <a:pt x="1489" y="4388"/>
                    <a:pt x="1629" y="4416"/>
                    <a:pt x="1798" y="4416"/>
                  </a:cubicBezTo>
                  <a:cubicBezTo>
                    <a:pt x="2156" y="4416"/>
                    <a:pt x="2563" y="4364"/>
                    <a:pt x="2999" y="4270"/>
                  </a:cubicBezTo>
                  <a:close/>
                  <a:moveTo>
                    <a:pt x="8453" y="1"/>
                  </a:moveTo>
                  <a:cubicBezTo>
                    <a:pt x="8375" y="1"/>
                    <a:pt x="8329" y="51"/>
                    <a:pt x="8283" y="120"/>
                  </a:cubicBezTo>
                  <a:cubicBezTo>
                    <a:pt x="7806" y="850"/>
                    <a:pt x="6851" y="2198"/>
                    <a:pt x="5756" y="2759"/>
                  </a:cubicBezTo>
                  <a:cubicBezTo>
                    <a:pt x="4381" y="3489"/>
                    <a:pt x="2808" y="3938"/>
                    <a:pt x="1798" y="3938"/>
                  </a:cubicBezTo>
                  <a:cubicBezTo>
                    <a:pt x="1657" y="3938"/>
                    <a:pt x="1517" y="3938"/>
                    <a:pt x="1405" y="3910"/>
                  </a:cubicBezTo>
                  <a:cubicBezTo>
                    <a:pt x="1096" y="3854"/>
                    <a:pt x="703" y="3742"/>
                    <a:pt x="338" y="3630"/>
                  </a:cubicBezTo>
                  <a:cubicBezTo>
                    <a:pt x="308" y="3610"/>
                    <a:pt x="275" y="3600"/>
                    <a:pt x="241" y="3600"/>
                  </a:cubicBezTo>
                  <a:cubicBezTo>
                    <a:pt x="181" y="3600"/>
                    <a:pt x="121" y="3631"/>
                    <a:pt x="85" y="3686"/>
                  </a:cubicBezTo>
                  <a:cubicBezTo>
                    <a:pt x="29" y="3742"/>
                    <a:pt x="1" y="3854"/>
                    <a:pt x="57" y="3938"/>
                  </a:cubicBezTo>
                  <a:cubicBezTo>
                    <a:pt x="169" y="4163"/>
                    <a:pt x="310" y="4360"/>
                    <a:pt x="506" y="4500"/>
                  </a:cubicBezTo>
                  <a:cubicBezTo>
                    <a:pt x="1012" y="4837"/>
                    <a:pt x="1489" y="4977"/>
                    <a:pt x="1966" y="4977"/>
                  </a:cubicBezTo>
                  <a:cubicBezTo>
                    <a:pt x="2556" y="4977"/>
                    <a:pt x="3089" y="4753"/>
                    <a:pt x="3566" y="4528"/>
                  </a:cubicBezTo>
                  <a:cubicBezTo>
                    <a:pt x="3903" y="4331"/>
                    <a:pt x="4549" y="4191"/>
                    <a:pt x="5167" y="4023"/>
                  </a:cubicBezTo>
                  <a:cubicBezTo>
                    <a:pt x="5475" y="3938"/>
                    <a:pt x="5784" y="3854"/>
                    <a:pt x="6065" y="3770"/>
                  </a:cubicBezTo>
                  <a:cubicBezTo>
                    <a:pt x="6346" y="3658"/>
                    <a:pt x="6570" y="3573"/>
                    <a:pt x="6739" y="3433"/>
                  </a:cubicBezTo>
                  <a:cubicBezTo>
                    <a:pt x="7356" y="2956"/>
                    <a:pt x="8199" y="1945"/>
                    <a:pt x="8592" y="1356"/>
                  </a:cubicBezTo>
                  <a:cubicBezTo>
                    <a:pt x="8732" y="1131"/>
                    <a:pt x="8816" y="906"/>
                    <a:pt x="8816" y="654"/>
                  </a:cubicBezTo>
                  <a:cubicBezTo>
                    <a:pt x="8816" y="485"/>
                    <a:pt x="8788" y="289"/>
                    <a:pt x="8704" y="120"/>
                  </a:cubicBezTo>
                  <a:cubicBezTo>
                    <a:pt x="8648" y="36"/>
                    <a:pt x="8592" y="8"/>
                    <a:pt x="8508" y="8"/>
                  </a:cubicBezTo>
                  <a:cubicBezTo>
                    <a:pt x="8488" y="3"/>
                    <a:pt x="8469" y="1"/>
                    <a:pt x="84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4228;p64">
              <a:extLst>
                <a:ext uri="{FF2B5EF4-FFF2-40B4-BE49-F238E27FC236}">
                  <a16:creationId xmlns:a16="http://schemas.microsoft.com/office/drawing/2014/main" id="{5E550F3D-43E2-63C2-7E4B-42B60C259190}"/>
                </a:ext>
              </a:extLst>
            </p:cNvPr>
            <p:cNvSpPr/>
            <p:nvPr/>
          </p:nvSpPr>
          <p:spPr>
            <a:xfrm>
              <a:off x="2910200" y="3517250"/>
              <a:ext cx="615550" cy="1665775"/>
            </a:xfrm>
            <a:custGeom>
              <a:avLst/>
              <a:gdLst/>
              <a:ahLst/>
              <a:cxnLst/>
              <a:rect l="l" t="t" r="r" b="b"/>
              <a:pathLst>
                <a:path w="24622" h="66631" extrusionOk="0">
                  <a:moveTo>
                    <a:pt x="23078" y="0"/>
                  </a:moveTo>
                  <a:cubicBezTo>
                    <a:pt x="23078" y="0"/>
                    <a:pt x="17443" y="2118"/>
                    <a:pt x="10088" y="2118"/>
                  </a:cubicBezTo>
                  <a:cubicBezTo>
                    <a:pt x="8012" y="2118"/>
                    <a:pt x="5799" y="1949"/>
                    <a:pt x="3538" y="1516"/>
                  </a:cubicBezTo>
                  <a:cubicBezTo>
                    <a:pt x="3538" y="1516"/>
                    <a:pt x="3088" y="6738"/>
                    <a:pt x="3032" y="9097"/>
                  </a:cubicBezTo>
                  <a:cubicBezTo>
                    <a:pt x="2976" y="11483"/>
                    <a:pt x="3313" y="13673"/>
                    <a:pt x="3313" y="13673"/>
                  </a:cubicBezTo>
                  <a:lnTo>
                    <a:pt x="2190" y="35290"/>
                  </a:lnTo>
                  <a:cubicBezTo>
                    <a:pt x="2190" y="35290"/>
                    <a:pt x="506" y="49187"/>
                    <a:pt x="506" y="51939"/>
                  </a:cubicBezTo>
                  <a:cubicBezTo>
                    <a:pt x="506" y="54690"/>
                    <a:pt x="730" y="61905"/>
                    <a:pt x="730" y="61905"/>
                  </a:cubicBezTo>
                  <a:cubicBezTo>
                    <a:pt x="730" y="61905"/>
                    <a:pt x="112" y="63140"/>
                    <a:pt x="56" y="63421"/>
                  </a:cubicBezTo>
                  <a:cubicBezTo>
                    <a:pt x="0" y="63702"/>
                    <a:pt x="169" y="65386"/>
                    <a:pt x="169" y="65386"/>
                  </a:cubicBezTo>
                  <a:cubicBezTo>
                    <a:pt x="169" y="65386"/>
                    <a:pt x="1629" y="66285"/>
                    <a:pt x="3032" y="66397"/>
                  </a:cubicBezTo>
                  <a:cubicBezTo>
                    <a:pt x="3106" y="66403"/>
                    <a:pt x="3177" y="66406"/>
                    <a:pt x="3245" y="66406"/>
                  </a:cubicBezTo>
                  <a:cubicBezTo>
                    <a:pt x="4482" y="66406"/>
                    <a:pt x="4891" y="65490"/>
                    <a:pt x="4997" y="65330"/>
                  </a:cubicBezTo>
                  <a:cubicBezTo>
                    <a:pt x="5110" y="65162"/>
                    <a:pt x="5334" y="62860"/>
                    <a:pt x="5391" y="62074"/>
                  </a:cubicBezTo>
                  <a:cubicBezTo>
                    <a:pt x="5447" y="61287"/>
                    <a:pt x="5334" y="60108"/>
                    <a:pt x="5334" y="60108"/>
                  </a:cubicBezTo>
                  <a:cubicBezTo>
                    <a:pt x="5334" y="60108"/>
                    <a:pt x="7833" y="48008"/>
                    <a:pt x="9012" y="43881"/>
                  </a:cubicBezTo>
                  <a:cubicBezTo>
                    <a:pt x="10191" y="39782"/>
                    <a:pt x="12325" y="28637"/>
                    <a:pt x="12437" y="27177"/>
                  </a:cubicBezTo>
                  <a:cubicBezTo>
                    <a:pt x="12550" y="25717"/>
                    <a:pt x="13841" y="18895"/>
                    <a:pt x="13841" y="18895"/>
                  </a:cubicBezTo>
                  <a:cubicBezTo>
                    <a:pt x="13841" y="18895"/>
                    <a:pt x="14964" y="31107"/>
                    <a:pt x="15245" y="33409"/>
                  </a:cubicBezTo>
                  <a:cubicBezTo>
                    <a:pt x="15526" y="35739"/>
                    <a:pt x="14852" y="42140"/>
                    <a:pt x="14852" y="45566"/>
                  </a:cubicBezTo>
                  <a:cubicBezTo>
                    <a:pt x="14852" y="49019"/>
                    <a:pt x="16901" y="62410"/>
                    <a:pt x="16901" y="62410"/>
                  </a:cubicBezTo>
                  <a:cubicBezTo>
                    <a:pt x="16901" y="62410"/>
                    <a:pt x="16901" y="64067"/>
                    <a:pt x="17013" y="64516"/>
                  </a:cubicBezTo>
                  <a:cubicBezTo>
                    <a:pt x="17126" y="64965"/>
                    <a:pt x="17800" y="66509"/>
                    <a:pt x="17800" y="66509"/>
                  </a:cubicBezTo>
                  <a:cubicBezTo>
                    <a:pt x="17800" y="66509"/>
                    <a:pt x="18396" y="66631"/>
                    <a:pt x="19043" y="66631"/>
                  </a:cubicBezTo>
                  <a:cubicBezTo>
                    <a:pt x="19474" y="66631"/>
                    <a:pt x="19928" y="66577"/>
                    <a:pt x="20242" y="66397"/>
                  </a:cubicBezTo>
                  <a:cubicBezTo>
                    <a:pt x="21028" y="65948"/>
                    <a:pt x="22235" y="65190"/>
                    <a:pt x="22348" y="63842"/>
                  </a:cubicBezTo>
                  <a:cubicBezTo>
                    <a:pt x="22460" y="62495"/>
                    <a:pt x="21955" y="59800"/>
                    <a:pt x="21842" y="59041"/>
                  </a:cubicBezTo>
                  <a:cubicBezTo>
                    <a:pt x="21730" y="58255"/>
                    <a:pt x="23751" y="43235"/>
                    <a:pt x="23751" y="37901"/>
                  </a:cubicBezTo>
                  <a:cubicBezTo>
                    <a:pt x="23751" y="32567"/>
                    <a:pt x="24622" y="21000"/>
                    <a:pt x="24622" y="18558"/>
                  </a:cubicBezTo>
                  <a:cubicBezTo>
                    <a:pt x="24622" y="16115"/>
                    <a:pt x="24088" y="7889"/>
                    <a:pt x="24088" y="7889"/>
                  </a:cubicBezTo>
                  <a:lnTo>
                    <a:pt x="230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4229;p64">
              <a:extLst>
                <a:ext uri="{FF2B5EF4-FFF2-40B4-BE49-F238E27FC236}">
                  <a16:creationId xmlns:a16="http://schemas.microsoft.com/office/drawing/2014/main" id="{0F80025B-2CD3-A79E-FF48-9987D69A037C}"/>
                </a:ext>
              </a:extLst>
            </p:cNvPr>
            <p:cNvSpPr/>
            <p:nvPr/>
          </p:nvSpPr>
          <p:spPr>
            <a:xfrm>
              <a:off x="2905275" y="3511100"/>
              <a:ext cx="626800" cy="1678025"/>
            </a:xfrm>
            <a:custGeom>
              <a:avLst/>
              <a:gdLst/>
              <a:ahLst/>
              <a:cxnLst/>
              <a:rect l="l" t="t" r="r" b="b"/>
              <a:pathLst>
                <a:path w="25072" h="67121" extrusionOk="0">
                  <a:moveTo>
                    <a:pt x="23084" y="546"/>
                  </a:moveTo>
                  <a:lnTo>
                    <a:pt x="24033" y="8163"/>
                  </a:lnTo>
                  <a:lnTo>
                    <a:pt x="24034" y="8163"/>
                  </a:lnTo>
                  <a:lnTo>
                    <a:pt x="24034" y="8163"/>
                  </a:lnTo>
                  <a:cubicBezTo>
                    <a:pt x="24041" y="8282"/>
                    <a:pt x="24068" y="8774"/>
                    <a:pt x="24117" y="9455"/>
                  </a:cubicBezTo>
                  <a:cubicBezTo>
                    <a:pt x="24285" y="11897"/>
                    <a:pt x="24594" y="16979"/>
                    <a:pt x="24594" y="18804"/>
                  </a:cubicBezTo>
                  <a:cubicBezTo>
                    <a:pt x="24594" y="20011"/>
                    <a:pt x="24370" y="23520"/>
                    <a:pt x="24145" y="27395"/>
                  </a:cubicBezTo>
                  <a:cubicBezTo>
                    <a:pt x="23920" y="31241"/>
                    <a:pt x="23696" y="35480"/>
                    <a:pt x="23696" y="38147"/>
                  </a:cubicBezTo>
                  <a:cubicBezTo>
                    <a:pt x="23696" y="40730"/>
                    <a:pt x="23247" y="45615"/>
                    <a:pt x="22769" y="50023"/>
                  </a:cubicBezTo>
                  <a:cubicBezTo>
                    <a:pt x="22517" y="52241"/>
                    <a:pt x="22292" y="54346"/>
                    <a:pt x="22095" y="55975"/>
                  </a:cubicBezTo>
                  <a:cubicBezTo>
                    <a:pt x="22011" y="56789"/>
                    <a:pt x="21955" y="57491"/>
                    <a:pt x="21899" y="58052"/>
                  </a:cubicBezTo>
                  <a:cubicBezTo>
                    <a:pt x="21843" y="58586"/>
                    <a:pt x="21815" y="58979"/>
                    <a:pt x="21815" y="59175"/>
                  </a:cubicBezTo>
                  <a:cubicBezTo>
                    <a:pt x="21815" y="59231"/>
                    <a:pt x="21815" y="59259"/>
                    <a:pt x="21815" y="59316"/>
                  </a:cubicBezTo>
                  <a:cubicBezTo>
                    <a:pt x="21871" y="59681"/>
                    <a:pt x="22011" y="60410"/>
                    <a:pt x="22124" y="61225"/>
                  </a:cubicBezTo>
                  <a:cubicBezTo>
                    <a:pt x="22236" y="62067"/>
                    <a:pt x="22348" y="62965"/>
                    <a:pt x="22348" y="63667"/>
                  </a:cubicBezTo>
                  <a:cubicBezTo>
                    <a:pt x="22348" y="63808"/>
                    <a:pt x="22320" y="63948"/>
                    <a:pt x="22320" y="64060"/>
                  </a:cubicBezTo>
                  <a:cubicBezTo>
                    <a:pt x="22264" y="64678"/>
                    <a:pt x="21983" y="65155"/>
                    <a:pt x="21590" y="65548"/>
                  </a:cubicBezTo>
                  <a:cubicBezTo>
                    <a:pt x="21197" y="65913"/>
                    <a:pt x="20720" y="66222"/>
                    <a:pt x="20327" y="66447"/>
                  </a:cubicBezTo>
                  <a:cubicBezTo>
                    <a:pt x="20074" y="66587"/>
                    <a:pt x="19653" y="66643"/>
                    <a:pt x="19260" y="66643"/>
                  </a:cubicBezTo>
                  <a:cubicBezTo>
                    <a:pt x="18923" y="66643"/>
                    <a:pt x="18642" y="66615"/>
                    <a:pt x="18418" y="66587"/>
                  </a:cubicBezTo>
                  <a:cubicBezTo>
                    <a:pt x="18326" y="66564"/>
                    <a:pt x="18234" y="66560"/>
                    <a:pt x="18173" y="66559"/>
                  </a:cubicBezTo>
                  <a:lnTo>
                    <a:pt x="18173" y="66559"/>
                  </a:lnTo>
                  <a:cubicBezTo>
                    <a:pt x="18109" y="66411"/>
                    <a:pt x="17989" y="66133"/>
                    <a:pt x="17856" y="65829"/>
                  </a:cubicBezTo>
                  <a:cubicBezTo>
                    <a:pt x="17688" y="65408"/>
                    <a:pt x="17491" y="64874"/>
                    <a:pt x="17435" y="64706"/>
                  </a:cubicBezTo>
                  <a:cubicBezTo>
                    <a:pt x="17435" y="64622"/>
                    <a:pt x="17407" y="64425"/>
                    <a:pt x="17379" y="64229"/>
                  </a:cubicBezTo>
                  <a:cubicBezTo>
                    <a:pt x="17379" y="63892"/>
                    <a:pt x="17351" y="63499"/>
                    <a:pt x="17351" y="63190"/>
                  </a:cubicBezTo>
                  <a:cubicBezTo>
                    <a:pt x="17351" y="62881"/>
                    <a:pt x="17351" y="62656"/>
                    <a:pt x="17351" y="62656"/>
                  </a:cubicBezTo>
                  <a:lnTo>
                    <a:pt x="17351" y="62600"/>
                  </a:lnTo>
                  <a:cubicBezTo>
                    <a:pt x="17351" y="62600"/>
                    <a:pt x="17210" y="61786"/>
                    <a:pt x="17014" y="60467"/>
                  </a:cubicBezTo>
                  <a:cubicBezTo>
                    <a:pt x="16733" y="58501"/>
                    <a:pt x="16284" y="55497"/>
                    <a:pt x="15919" y="52634"/>
                  </a:cubicBezTo>
                  <a:cubicBezTo>
                    <a:pt x="15554" y="49770"/>
                    <a:pt x="15273" y="47103"/>
                    <a:pt x="15273" y="45812"/>
                  </a:cubicBezTo>
                  <a:cubicBezTo>
                    <a:pt x="15273" y="42976"/>
                    <a:pt x="15751" y="38091"/>
                    <a:pt x="15751" y="35171"/>
                  </a:cubicBezTo>
                  <a:cubicBezTo>
                    <a:pt x="15751" y="34554"/>
                    <a:pt x="15723" y="34048"/>
                    <a:pt x="15694" y="33627"/>
                  </a:cubicBezTo>
                  <a:cubicBezTo>
                    <a:pt x="15554" y="32504"/>
                    <a:pt x="15189" y="28854"/>
                    <a:pt x="14880" y="25514"/>
                  </a:cubicBezTo>
                  <a:cubicBezTo>
                    <a:pt x="14712" y="23857"/>
                    <a:pt x="14571" y="22257"/>
                    <a:pt x="14459" y="21078"/>
                  </a:cubicBezTo>
                  <a:cubicBezTo>
                    <a:pt x="14347" y="19899"/>
                    <a:pt x="14263" y="19113"/>
                    <a:pt x="14263" y="19113"/>
                  </a:cubicBezTo>
                  <a:cubicBezTo>
                    <a:pt x="14263" y="19000"/>
                    <a:pt x="14178" y="18916"/>
                    <a:pt x="14066" y="18916"/>
                  </a:cubicBezTo>
                  <a:cubicBezTo>
                    <a:pt x="13926" y="18916"/>
                    <a:pt x="13842" y="19000"/>
                    <a:pt x="13813" y="19113"/>
                  </a:cubicBezTo>
                  <a:cubicBezTo>
                    <a:pt x="13813" y="19113"/>
                    <a:pt x="13477" y="20797"/>
                    <a:pt x="13140" y="22706"/>
                  </a:cubicBezTo>
                  <a:cubicBezTo>
                    <a:pt x="12803" y="24587"/>
                    <a:pt x="12466" y="26637"/>
                    <a:pt x="12410" y="27395"/>
                  </a:cubicBezTo>
                  <a:cubicBezTo>
                    <a:pt x="12382" y="27731"/>
                    <a:pt x="12213" y="28714"/>
                    <a:pt x="11989" y="30034"/>
                  </a:cubicBezTo>
                  <a:cubicBezTo>
                    <a:pt x="11287" y="33964"/>
                    <a:pt x="9855" y="41011"/>
                    <a:pt x="8985" y="44071"/>
                  </a:cubicBezTo>
                  <a:cubicBezTo>
                    <a:pt x="7777" y="48198"/>
                    <a:pt x="5307" y="60298"/>
                    <a:pt x="5307" y="60298"/>
                  </a:cubicBezTo>
                  <a:lnTo>
                    <a:pt x="5307" y="60354"/>
                  </a:lnTo>
                  <a:cubicBezTo>
                    <a:pt x="5307" y="60354"/>
                    <a:pt x="5335" y="60551"/>
                    <a:pt x="5335" y="60832"/>
                  </a:cubicBezTo>
                  <a:cubicBezTo>
                    <a:pt x="5363" y="61084"/>
                    <a:pt x="5391" y="61449"/>
                    <a:pt x="5391" y="61814"/>
                  </a:cubicBezTo>
                  <a:cubicBezTo>
                    <a:pt x="5391" y="61983"/>
                    <a:pt x="5391" y="62151"/>
                    <a:pt x="5363" y="62291"/>
                  </a:cubicBezTo>
                  <a:cubicBezTo>
                    <a:pt x="5335" y="62685"/>
                    <a:pt x="5279" y="63471"/>
                    <a:pt x="5194" y="64144"/>
                  </a:cubicBezTo>
                  <a:cubicBezTo>
                    <a:pt x="5166" y="64509"/>
                    <a:pt x="5110" y="64818"/>
                    <a:pt x="5082" y="65071"/>
                  </a:cubicBezTo>
                  <a:cubicBezTo>
                    <a:pt x="5054" y="65183"/>
                    <a:pt x="5054" y="65295"/>
                    <a:pt x="5026" y="65380"/>
                  </a:cubicBezTo>
                  <a:lnTo>
                    <a:pt x="4998" y="65464"/>
                  </a:lnTo>
                  <a:lnTo>
                    <a:pt x="5005" y="65468"/>
                  </a:lnTo>
                  <a:lnTo>
                    <a:pt x="5005" y="65468"/>
                  </a:lnTo>
                  <a:cubicBezTo>
                    <a:pt x="4962" y="65536"/>
                    <a:pt x="4931" y="65591"/>
                    <a:pt x="4858" y="65689"/>
                  </a:cubicBezTo>
                  <a:cubicBezTo>
                    <a:pt x="4773" y="65829"/>
                    <a:pt x="4605" y="66025"/>
                    <a:pt x="4380" y="66166"/>
                  </a:cubicBezTo>
                  <a:cubicBezTo>
                    <a:pt x="4156" y="66306"/>
                    <a:pt x="3875" y="66418"/>
                    <a:pt x="3454" y="66418"/>
                  </a:cubicBezTo>
                  <a:lnTo>
                    <a:pt x="3257" y="66418"/>
                  </a:lnTo>
                  <a:cubicBezTo>
                    <a:pt x="2584" y="66362"/>
                    <a:pt x="1910" y="66110"/>
                    <a:pt x="1376" y="65885"/>
                  </a:cubicBezTo>
                  <a:cubicBezTo>
                    <a:pt x="1096" y="65773"/>
                    <a:pt x="871" y="65660"/>
                    <a:pt x="731" y="65576"/>
                  </a:cubicBezTo>
                  <a:cubicBezTo>
                    <a:pt x="661" y="65530"/>
                    <a:pt x="610" y="65502"/>
                    <a:pt x="579" y="65479"/>
                  </a:cubicBezTo>
                  <a:lnTo>
                    <a:pt x="579" y="65479"/>
                  </a:lnTo>
                  <a:cubicBezTo>
                    <a:pt x="568" y="65355"/>
                    <a:pt x="551" y="65153"/>
                    <a:pt x="534" y="64931"/>
                  </a:cubicBezTo>
                  <a:cubicBezTo>
                    <a:pt x="506" y="64566"/>
                    <a:pt x="478" y="64116"/>
                    <a:pt x="478" y="63864"/>
                  </a:cubicBezTo>
                  <a:cubicBezTo>
                    <a:pt x="478" y="63779"/>
                    <a:pt x="478" y="63723"/>
                    <a:pt x="478" y="63695"/>
                  </a:cubicBezTo>
                  <a:cubicBezTo>
                    <a:pt x="478" y="63667"/>
                    <a:pt x="534" y="63555"/>
                    <a:pt x="590" y="63386"/>
                  </a:cubicBezTo>
                  <a:cubicBezTo>
                    <a:pt x="703" y="63162"/>
                    <a:pt x="843" y="62881"/>
                    <a:pt x="955" y="62656"/>
                  </a:cubicBezTo>
                  <a:cubicBezTo>
                    <a:pt x="1039" y="62432"/>
                    <a:pt x="1152" y="62235"/>
                    <a:pt x="1152" y="62235"/>
                  </a:cubicBezTo>
                  <a:lnTo>
                    <a:pt x="1152" y="62123"/>
                  </a:lnTo>
                  <a:cubicBezTo>
                    <a:pt x="1152" y="62123"/>
                    <a:pt x="1152" y="61674"/>
                    <a:pt x="1124" y="60972"/>
                  </a:cubicBezTo>
                  <a:cubicBezTo>
                    <a:pt x="1067" y="58810"/>
                    <a:pt x="927" y="54234"/>
                    <a:pt x="927" y="52185"/>
                  </a:cubicBezTo>
                  <a:cubicBezTo>
                    <a:pt x="927" y="51511"/>
                    <a:pt x="1039" y="50135"/>
                    <a:pt x="1208" y="48423"/>
                  </a:cubicBezTo>
                  <a:cubicBezTo>
                    <a:pt x="1432" y="45896"/>
                    <a:pt x="1797" y="42667"/>
                    <a:pt x="2078" y="40084"/>
                  </a:cubicBezTo>
                  <a:cubicBezTo>
                    <a:pt x="2247" y="38793"/>
                    <a:pt x="2359" y="37670"/>
                    <a:pt x="2471" y="36856"/>
                  </a:cubicBezTo>
                  <a:cubicBezTo>
                    <a:pt x="2555" y="36042"/>
                    <a:pt x="2612" y="35564"/>
                    <a:pt x="2612" y="35564"/>
                  </a:cubicBezTo>
                  <a:lnTo>
                    <a:pt x="2640" y="35536"/>
                  </a:lnTo>
                  <a:lnTo>
                    <a:pt x="3763" y="13919"/>
                  </a:lnTo>
                  <a:lnTo>
                    <a:pt x="3763" y="13863"/>
                  </a:lnTo>
                  <a:cubicBezTo>
                    <a:pt x="3763" y="13863"/>
                    <a:pt x="3735" y="13750"/>
                    <a:pt x="3707" y="13554"/>
                  </a:cubicBezTo>
                  <a:cubicBezTo>
                    <a:pt x="3622" y="12936"/>
                    <a:pt x="3454" y="11504"/>
                    <a:pt x="3454" y="9904"/>
                  </a:cubicBezTo>
                  <a:cubicBezTo>
                    <a:pt x="3454" y="9707"/>
                    <a:pt x="3454" y="9539"/>
                    <a:pt x="3482" y="9371"/>
                  </a:cubicBezTo>
                  <a:cubicBezTo>
                    <a:pt x="3510" y="8191"/>
                    <a:pt x="3622" y="6282"/>
                    <a:pt x="3735" y="4682"/>
                  </a:cubicBezTo>
                  <a:cubicBezTo>
                    <a:pt x="3791" y="3896"/>
                    <a:pt x="3875" y="3166"/>
                    <a:pt x="3903" y="2633"/>
                  </a:cubicBezTo>
                  <a:cubicBezTo>
                    <a:pt x="3930" y="2381"/>
                    <a:pt x="3950" y="2179"/>
                    <a:pt x="3964" y="2034"/>
                  </a:cubicBezTo>
                  <a:lnTo>
                    <a:pt x="3964" y="2034"/>
                  </a:lnTo>
                  <a:cubicBezTo>
                    <a:pt x="6148" y="2423"/>
                    <a:pt x="8277" y="2605"/>
                    <a:pt x="10276" y="2605"/>
                  </a:cubicBezTo>
                  <a:cubicBezTo>
                    <a:pt x="16746" y="2580"/>
                    <a:pt x="21867" y="973"/>
                    <a:pt x="23084" y="546"/>
                  </a:cubicBezTo>
                  <a:close/>
                  <a:moveTo>
                    <a:pt x="23289" y="1"/>
                  </a:moveTo>
                  <a:cubicBezTo>
                    <a:pt x="23254" y="1"/>
                    <a:pt x="23218" y="8"/>
                    <a:pt x="23190" y="22"/>
                  </a:cubicBezTo>
                  <a:cubicBezTo>
                    <a:pt x="23190" y="22"/>
                    <a:pt x="23106" y="50"/>
                    <a:pt x="22938" y="106"/>
                  </a:cubicBezTo>
                  <a:cubicBezTo>
                    <a:pt x="21787" y="499"/>
                    <a:pt x="16677" y="2127"/>
                    <a:pt x="10276" y="2127"/>
                  </a:cubicBezTo>
                  <a:cubicBezTo>
                    <a:pt x="8227" y="2127"/>
                    <a:pt x="6037" y="1959"/>
                    <a:pt x="3791" y="1538"/>
                  </a:cubicBezTo>
                  <a:cubicBezTo>
                    <a:pt x="3774" y="1529"/>
                    <a:pt x="3755" y="1526"/>
                    <a:pt x="3736" y="1526"/>
                  </a:cubicBezTo>
                  <a:cubicBezTo>
                    <a:pt x="3688" y="1526"/>
                    <a:pt x="3634" y="1546"/>
                    <a:pt x="3594" y="1566"/>
                  </a:cubicBezTo>
                  <a:cubicBezTo>
                    <a:pt x="3538" y="1622"/>
                    <a:pt x="3510" y="1678"/>
                    <a:pt x="3510" y="1734"/>
                  </a:cubicBezTo>
                  <a:cubicBezTo>
                    <a:pt x="3510" y="1734"/>
                    <a:pt x="3061" y="6956"/>
                    <a:pt x="3005" y="9343"/>
                  </a:cubicBezTo>
                  <a:cubicBezTo>
                    <a:pt x="3005" y="9539"/>
                    <a:pt x="3005" y="9707"/>
                    <a:pt x="3005" y="9904"/>
                  </a:cubicBezTo>
                  <a:cubicBezTo>
                    <a:pt x="3005" y="11955"/>
                    <a:pt x="3257" y="13752"/>
                    <a:pt x="3283" y="13932"/>
                  </a:cubicBezTo>
                  <a:lnTo>
                    <a:pt x="3283" y="13932"/>
                  </a:lnTo>
                  <a:lnTo>
                    <a:pt x="2164" y="35480"/>
                  </a:lnTo>
                  <a:lnTo>
                    <a:pt x="2162" y="35480"/>
                  </a:lnTo>
                  <a:cubicBezTo>
                    <a:pt x="2162" y="35508"/>
                    <a:pt x="1741" y="38961"/>
                    <a:pt x="1320" y="42780"/>
                  </a:cubicBezTo>
                  <a:cubicBezTo>
                    <a:pt x="1096" y="44717"/>
                    <a:pt x="899" y="46710"/>
                    <a:pt x="731" y="48394"/>
                  </a:cubicBezTo>
                  <a:cubicBezTo>
                    <a:pt x="590" y="50079"/>
                    <a:pt x="478" y="51483"/>
                    <a:pt x="478" y="52185"/>
                  </a:cubicBezTo>
                  <a:cubicBezTo>
                    <a:pt x="478" y="54793"/>
                    <a:pt x="680" y="61411"/>
                    <a:pt x="701" y="62094"/>
                  </a:cubicBezTo>
                  <a:lnTo>
                    <a:pt x="701" y="62094"/>
                  </a:lnTo>
                  <a:cubicBezTo>
                    <a:pt x="645" y="62198"/>
                    <a:pt x="519" y="62433"/>
                    <a:pt x="394" y="62685"/>
                  </a:cubicBezTo>
                  <a:cubicBezTo>
                    <a:pt x="309" y="62881"/>
                    <a:pt x="225" y="63050"/>
                    <a:pt x="169" y="63218"/>
                  </a:cubicBezTo>
                  <a:cubicBezTo>
                    <a:pt x="113" y="63386"/>
                    <a:pt x="57" y="63499"/>
                    <a:pt x="29" y="63611"/>
                  </a:cubicBezTo>
                  <a:cubicBezTo>
                    <a:pt x="1" y="63695"/>
                    <a:pt x="1" y="63751"/>
                    <a:pt x="1" y="63864"/>
                  </a:cubicBezTo>
                  <a:cubicBezTo>
                    <a:pt x="1" y="64425"/>
                    <a:pt x="141" y="65660"/>
                    <a:pt x="141" y="65660"/>
                  </a:cubicBezTo>
                  <a:cubicBezTo>
                    <a:pt x="141" y="65717"/>
                    <a:pt x="169" y="65801"/>
                    <a:pt x="253" y="65829"/>
                  </a:cubicBezTo>
                  <a:cubicBezTo>
                    <a:pt x="253" y="65829"/>
                    <a:pt x="1741" y="66755"/>
                    <a:pt x="3229" y="66868"/>
                  </a:cubicBezTo>
                  <a:cubicBezTo>
                    <a:pt x="3285" y="66896"/>
                    <a:pt x="3370" y="66896"/>
                    <a:pt x="3454" y="66896"/>
                  </a:cubicBezTo>
                  <a:cubicBezTo>
                    <a:pt x="4128" y="66896"/>
                    <a:pt x="4605" y="66615"/>
                    <a:pt x="4914" y="66334"/>
                  </a:cubicBezTo>
                  <a:cubicBezTo>
                    <a:pt x="5054" y="66194"/>
                    <a:pt x="5166" y="66054"/>
                    <a:pt x="5251" y="65941"/>
                  </a:cubicBezTo>
                  <a:cubicBezTo>
                    <a:pt x="5335" y="65829"/>
                    <a:pt x="5391" y="65717"/>
                    <a:pt x="5391" y="65717"/>
                  </a:cubicBezTo>
                  <a:cubicBezTo>
                    <a:pt x="5447" y="65660"/>
                    <a:pt x="5447" y="65632"/>
                    <a:pt x="5447" y="65576"/>
                  </a:cubicBezTo>
                  <a:cubicBezTo>
                    <a:pt x="5503" y="65464"/>
                    <a:pt x="5531" y="65267"/>
                    <a:pt x="5559" y="64987"/>
                  </a:cubicBezTo>
                  <a:cubicBezTo>
                    <a:pt x="5672" y="64201"/>
                    <a:pt x="5784" y="62881"/>
                    <a:pt x="5840" y="62320"/>
                  </a:cubicBezTo>
                  <a:cubicBezTo>
                    <a:pt x="5840" y="62151"/>
                    <a:pt x="5840" y="61983"/>
                    <a:pt x="5840" y="61814"/>
                  </a:cubicBezTo>
                  <a:cubicBezTo>
                    <a:pt x="5840" y="61184"/>
                    <a:pt x="5798" y="60534"/>
                    <a:pt x="5787" y="60367"/>
                  </a:cubicBezTo>
                  <a:lnTo>
                    <a:pt x="5787" y="60367"/>
                  </a:lnTo>
                  <a:cubicBezTo>
                    <a:pt x="5808" y="60254"/>
                    <a:pt x="5945" y="59527"/>
                    <a:pt x="6177" y="58445"/>
                  </a:cubicBezTo>
                  <a:cubicBezTo>
                    <a:pt x="6935" y="54852"/>
                    <a:pt x="8535" y="47272"/>
                    <a:pt x="9434" y="44211"/>
                  </a:cubicBezTo>
                  <a:cubicBezTo>
                    <a:pt x="10023" y="42134"/>
                    <a:pt x="10866" y="38316"/>
                    <a:pt x="11539" y="34834"/>
                  </a:cubicBezTo>
                  <a:cubicBezTo>
                    <a:pt x="11904" y="33094"/>
                    <a:pt x="12213" y="31437"/>
                    <a:pt x="12438" y="30118"/>
                  </a:cubicBezTo>
                  <a:cubicBezTo>
                    <a:pt x="12690" y="28798"/>
                    <a:pt x="12831" y="27816"/>
                    <a:pt x="12859" y="27451"/>
                  </a:cubicBezTo>
                  <a:cubicBezTo>
                    <a:pt x="12915" y="26721"/>
                    <a:pt x="13280" y="24643"/>
                    <a:pt x="13617" y="22762"/>
                  </a:cubicBezTo>
                  <a:cubicBezTo>
                    <a:pt x="13741" y="22078"/>
                    <a:pt x="13866" y="21409"/>
                    <a:pt x="13967" y="20835"/>
                  </a:cubicBezTo>
                  <a:lnTo>
                    <a:pt x="13967" y="20835"/>
                  </a:lnTo>
                  <a:cubicBezTo>
                    <a:pt x="14285" y="24258"/>
                    <a:pt x="15001" y="31910"/>
                    <a:pt x="15217" y="33683"/>
                  </a:cubicBezTo>
                  <a:cubicBezTo>
                    <a:pt x="15273" y="34076"/>
                    <a:pt x="15273" y="34582"/>
                    <a:pt x="15273" y="35171"/>
                  </a:cubicBezTo>
                  <a:cubicBezTo>
                    <a:pt x="15273" y="38035"/>
                    <a:pt x="14824" y="42948"/>
                    <a:pt x="14796" y="45812"/>
                  </a:cubicBezTo>
                  <a:cubicBezTo>
                    <a:pt x="14824" y="47580"/>
                    <a:pt x="15329" y="51792"/>
                    <a:pt x="15835" y="55554"/>
                  </a:cubicBezTo>
                  <a:cubicBezTo>
                    <a:pt x="16368" y="59344"/>
                    <a:pt x="16874" y="62685"/>
                    <a:pt x="16874" y="62685"/>
                  </a:cubicBezTo>
                  <a:lnTo>
                    <a:pt x="16874" y="62685"/>
                  </a:lnTo>
                  <a:lnTo>
                    <a:pt x="16874" y="62685"/>
                  </a:lnTo>
                  <a:cubicBezTo>
                    <a:pt x="16874" y="62782"/>
                    <a:pt x="16878" y="63125"/>
                    <a:pt x="16902" y="63527"/>
                  </a:cubicBezTo>
                  <a:cubicBezTo>
                    <a:pt x="16902" y="63779"/>
                    <a:pt x="16902" y="64032"/>
                    <a:pt x="16930" y="64257"/>
                  </a:cubicBezTo>
                  <a:cubicBezTo>
                    <a:pt x="16930" y="64481"/>
                    <a:pt x="16958" y="64678"/>
                    <a:pt x="16986" y="64818"/>
                  </a:cubicBezTo>
                  <a:cubicBezTo>
                    <a:pt x="17070" y="65071"/>
                    <a:pt x="17239" y="65548"/>
                    <a:pt x="17435" y="65997"/>
                  </a:cubicBezTo>
                  <a:cubicBezTo>
                    <a:pt x="17604" y="66447"/>
                    <a:pt x="17772" y="66840"/>
                    <a:pt x="17772" y="66840"/>
                  </a:cubicBezTo>
                  <a:cubicBezTo>
                    <a:pt x="17800" y="66924"/>
                    <a:pt x="17884" y="66980"/>
                    <a:pt x="17940" y="66980"/>
                  </a:cubicBezTo>
                  <a:cubicBezTo>
                    <a:pt x="17968" y="66980"/>
                    <a:pt x="18558" y="67120"/>
                    <a:pt x="19260" y="67120"/>
                  </a:cubicBezTo>
                  <a:cubicBezTo>
                    <a:pt x="19709" y="67120"/>
                    <a:pt x="20186" y="67064"/>
                    <a:pt x="20551" y="66840"/>
                  </a:cubicBezTo>
                  <a:cubicBezTo>
                    <a:pt x="20944" y="66615"/>
                    <a:pt x="21478" y="66306"/>
                    <a:pt x="21927" y="65857"/>
                  </a:cubicBezTo>
                  <a:cubicBezTo>
                    <a:pt x="22348" y="65436"/>
                    <a:pt x="22741" y="64846"/>
                    <a:pt x="22797" y="64116"/>
                  </a:cubicBezTo>
                  <a:cubicBezTo>
                    <a:pt x="22797" y="63976"/>
                    <a:pt x="22797" y="63808"/>
                    <a:pt x="22797" y="63667"/>
                  </a:cubicBezTo>
                  <a:cubicBezTo>
                    <a:pt x="22797" y="62937"/>
                    <a:pt x="22685" y="62011"/>
                    <a:pt x="22573" y="61169"/>
                  </a:cubicBezTo>
                  <a:cubicBezTo>
                    <a:pt x="22460" y="60326"/>
                    <a:pt x="22320" y="59596"/>
                    <a:pt x="22292" y="59259"/>
                  </a:cubicBezTo>
                  <a:lnTo>
                    <a:pt x="22292" y="59231"/>
                  </a:lnTo>
                  <a:lnTo>
                    <a:pt x="22292" y="59175"/>
                  </a:lnTo>
                  <a:cubicBezTo>
                    <a:pt x="22292" y="59035"/>
                    <a:pt x="22320" y="58642"/>
                    <a:pt x="22348" y="58080"/>
                  </a:cubicBezTo>
                  <a:cubicBezTo>
                    <a:pt x="22545" y="56199"/>
                    <a:pt x="22994" y="52353"/>
                    <a:pt x="23415" y="48394"/>
                  </a:cubicBezTo>
                  <a:cubicBezTo>
                    <a:pt x="23808" y="44464"/>
                    <a:pt x="24173" y="40449"/>
                    <a:pt x="24173" y="38147"/>
                  </a:cubicBezTo>
                  <a:cubicBezTo>
                    <a:pt x="24173" y="35508"/>
                    <a:pt x="24398" y="31269"/>
                    <a:pt x="24622" y="27395"/>
                  </a:cubicBezTo>
                  <a:cubicBezTo>
                    <a:pt x="24847" y="23548"/>
                    <a:pt x="25071" y="20039"/>
                    <a:pt x="25071" y="18804"/>
                  </a:cubicBezTo>
                  <a:cubicBezTo>
                    <a:pt x="25071" y="16333"/>
                    <a:pt x="24510" y="8107"/>
                    <a:pt x="24510" y="8107"/>
                  </a:cubicBezTo>
                  <a:lnTo>
                    <a:pt x="23499" y="218"/>
                  </a:lnTo>
                  <a:cubicBezTo>
                    <a:pt x="23499" y="134"/>
                    <a:pt x="23443" y="78"/>
                    <a:pt x="23387" y="22"/>
                  </a:cubicBezTo>
                  <a:cubicBezTo>
                    <a:pt x="23359" y="8"/>
                    <a:pt x="23324" y="1"/>
                    <a:pt x="23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4230;p64">
              <a:extLst>
                <a:ext uri="{FF2B5EF4-FFF2-40B4-BE49-F238E27FC236}">
                  <a16:creationId xmlns:a16="http://schemas.microsoft.com/office/drawing/2014/main" id="{06BF0DDD-272E-22BF-BB4E-C104AF2BD700}"/>
                </a:ext>
              </a:extLst>
            </p:cNvPr>
            <p:cNvSpPr/>
            <p:nvPr/>
          </p:nvSpPr>
          <p:spPr>
            <a:xfrm>
              <a:off x="3183925" y="3855550"/>
              <a:ext cx="78625" cy="139825"/>
            </a:xfrm>
            <a:custGeom>
              <a:avLst/>
              <a:gdLst/>
              <a:ahLst/>
              <a:cxnLst/>
              <a:rect l="l" t="t" r="r" b="b"/>
              <a:pathLst>
                <a:path w="3145" h="5593" extrusionOk="0">
                  <a:moveTo>
                    <a:pt x="225" y="0"/>
                  </a:moveTo>
                  <a:cubicBezTo>
                    <a:pt x="113" y="0"/>
                    <a:pt x="0" y="113"/>
                    <a:pt x="0" y="253"/>
                  </a:cubicBezTo>
                  <a:cubicBezTo>
                    <a:pt x="0" y="365"/>
                    <a:pt x="113" y="478"/>
                    <a:pt x="225" y="478"/>
                  </a:cubicBezTo>
                  <a:lnTo>
                    <a:pt x="1909" y="478"/>
                  </a:lnTo>
                  <a:lnTo>
                    <a:pt x="2667" y="5391"/>
                  </a:lnTo>
                  <a:cubicBezTo>
                    <a:pt x="2692" y="5513"/>
                    <a:pt x="2780" y="5593"/>
                    <a:pt x="2877" y="5593"/>
                  </a:cubicBezTo>
                  <a:cubicBezTo>
                    <a:pt x="2891" y="5593"/>
                    <a:pt x="2906" y="5591"/>
                    <a:pt x="2920" y="5587"/>
                  </a:cubicBezTo>
                  <a:cubicBezTo>
                    <a:pt x="3060" y="5587"/>
                    <a:pt x="3145" y="5447"/>
                    <a:pt x="3117" y="5335"/>
                  </a:cubicBezTo>
                  <a:lnTo>
                    <a:pt x="2359" y="197"/>
                  </a:lnTo>
                  <a:cubicBezTo>
                    <a:pt x="2331" y="85"/>
                    <a:pt x="2246" y="0"/>
                    <a:pt x="21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4231;p64">
              <a:extLst>
                <a:ext uri="{FF2B5EF4-FFF2-40B4-BE49-F238E27FC236}">
                  <a16:creationId xmlns:a16="http://schemas.microsoft.com/office/drawing/2014/main" id="{D2DDFB5C-1D58-0897-06ED-00A4ED048463}"/>
                </a:ext>
              </a:extLst>
            </p:cNvPr>
            <p:cNvSpPr/>
            <p:nvPr/>
          </p:nvSpPr>
          <p:spPr>
            <a:xfrm>
              <a:off x="2589450" y="2878550"/>
              <a:ext cx="361475" cy="677325"/>
            </a:xfrm>
            <a:custGeom>
              <a:avLst/>
              <a:gdLst/>
              <a:ahLst/>
              <a:cxnLst/>
              <a:rect l="l" t="t" r="r" b="b"/>
              <a:pathLst>
                <a:path w="14459" h="27093" extrusionOk="0">
                  <a:moveTo>
                    <a:pt x="12718" y="0"/>
                  </a:moveTo>
                  <a:cubicBezTo>
                    <a:pt x="12718" y="0"/>
                    <a:pt x="0" y="19091"/>
                    <a:pt x="225" y="19877"/>
                  </a:cubicBezTo>
                  <a:cubicBezTo>
                    <a:pt x="421" y="20635"/>
                    <a:pt x="12662" y="27092"/>
                    <a:pt x="12662" y="27092"/>
                  </a:cubicBezTo>
                  <a:lnTo>
                    <a:pt x="12549" y="24650"/>
                  </a:lnTo>
                  <a:lnTo>
                    <a:pt x="7889" y="18417"/>
                  </a:lnTo>
                  <a:lnTo>
                    <a:pt x="14459" y="11539"/>
                  </a:lnTo>
                  <a:lnTo>
                    <a:pt x="127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4232;p64">
              <a:extLst>
                <a:ext uri="{FF2B5EF4-FFF2-40B4-BE49-F238E27FC236}">
                  <a16:creationId xmlns:a16="http://schemas.microsoft.com/office/drawing/2014/main" id="{B3E69C55-B99C-C5B5-8C62-EF04CDD4E691}"/>
                </a:ext>
              </a:extLst>
            </p:cNvPr>
            <p:cNvSpPr/>
            <p:nvPr/>
          </p:nvSpPr>
          <p:spPr>
            <a:xfrm>
              <a:off x="2588725" y="2872225"/>
              <a:ext cx="367825" cy="689625"/>
            </a:xfrm>
            <a:custGeom>
              <a:avLst/>
              <a:gdLst/>
              <a:ahLst/>
              <a:cxnLst/>
              <a:rect l="l" t="t" r="r" b="b"/>
              <a:pathLst>
                <a:path w="14713" h="27585" extrusionOk="0">
                  <a:moveTo>
                    <a:pt x="12608" y="856"/>
                  </a:moveTo>
                  <a:lnTo>
                    <a:pt x="14235" y="11708"/>
                  </a:lnTo>
                  <a:lnTo>
                    <a:pt x="7750" y="18502"/>
                  </a:lnTo>
                  <a:cubicBezTo>
                    <a:pt x="7665" y="18586"/>
                    <a:pt x="7665" y="18726"/>
                    <a:pt x="7722" y="18811"/>
                  </a:cubicBezTo>
                  <a:lnTo>
                    <a:pt x="12354" y="24987"/>
                  </a:lnTo>
                  <a:lnTo>
                    <a:pt x="12448" y="26959"/>
                  </a:lnTo>
                  <a:lnTo>
                    <a:pt x="12448" y="26959"/>
                  </a:lnTo>
                  <a:cubicBezTo>
                    <a:pt x="12394" y="26931"/>
                    <a:pt x="12334" y="26900"/>
                    <a:pt x="12270" y="26868"/>
                  </a:cubicBezTo>
                  <a:cubicBezTo>
                    <a:pt x="11119" y="26250"/>
                    <a:pt x="8171" y="24678"/>
                    <a:pt x="5504" y="23190"/>
                  </a:cubicBezTo>
                  <a:cubicBezTo>
                    <a:pt x="4184" y="22432"/>
                    <a:pt x="2921" y="21702"/>
                    <a:pt x="1966" y="21113"/>
                  </a:cubicBezTo>
                  <a:cubicBezTo>
                    <a:pt x="1517" y="20832"/>
                    <a:pt x="1124" y="20579"/>
                    <a:pt x="843" y="20383"/>
                  </a:cubicBezTo>
                  <a:cubicBezTo>
                    <a:pt x="703" y="20271"/>
                    <a:pt x="619" y="20186"/>
                    <a:pt x="534" y="20130"/>
                  </a:cubicBezTo>
                  <a:lnTo>
                    <a:pt x="488" y="20061"/>
                  </a:lnTo>
                  <a:lnTo>
                    <a:pt x="488" y="20061"/>
                  </a:lnTo>
                  <a:cubicBezTo>
                    <a:pt x="508" y="19999"/>
                    <a:pt x="555" y="19878"/>
                    <a:pt x="619" y="19709"/>
                  </a:cubicBezTo>
                  <a:cubicBezTo>
                    <a:pt x="984" y="18951"/>
                    <a:pt x="1938" y="17351"/>
                    <a:pt x="3173" y="15386"/>
                  </a:cubicBezTo>
                  <a:cubicBezTo>
                    <a:pt x="5026" y="12438"/>
                    <a:pt x="7469" y="8704"/>
                    <a:pt x="9434" y="5672"/>
                  </a:cubicBezTo>
                  <a:cubicBezTo>
                    <a:pt x="10417" y="4156"/>
                    <a:pt x="11315" y="2836"/>
                    <a:pt x="11933" y="1882"/>
                  </a:cubicBezTo>
                  <a:cubicBezTo>
                    <a:pt x="12207" y="1457"/>
                    <a:pt x="12437" y="1111"/>
                    <a:pt x="12608" y="856"/>
                  </a:cubicBezTo>
                  <a:close/>
                  <a:moveTo>
                    <a:pt x="12803" y="1"/>
                  </a:moveTo>
                  <a:cubicBezTo>
                    <a:pt x="12691" y="1"/>
                    <a:pt x="12607" y="29"/>
                    <a:pt x="12550" y="113"/>
                  </a:cubicBezTo>
                  <a:cubicBezTo>
                    <a:pt x="12550" y="113"/>
                    <a:pt x="9434" y="4801"/>
                    <a:pt x="6290" y="9630"/>
                  </a:cubicBezTo>
                  <a:cubicBezTo>
                    <a:pt x="4718" y="12045"/>
                    <a:pt x="3173" y="14487"/>
                    <a:pt x="1994" y="16424"/>
                  </a:cubicBezTo>
                  <a:cubicBezTo>
                    <a:pt x="1405" y="17379"/>
                    <a:pt x="927" y="18193"/>
                    <a:pt x="562" y="18811"/>
                  </a:cubicBezTo>
                  <a:cubicBezTo>
                    <a:pt x="394" y="19119"/>
                    <a:pt x="254" y="19400"/>
                    <a:pt x="169" y="19597"/>
                  </a:cubicBezTo>
                  <a:cubicBezTo>
                    <a:pt x="113" y="19709"/>
                    <a:pt x="85" y="19793"/>
                    <a:pt x="57" y="19878"/>
                  </a:cubicBezTo>
                  <a:cubicBezTo>
                    <a:pt x="29" y="19934"/>
                    <a:pt x="1" y="20018"/>
                    <a:pt x="1" y="20102"/>
                  </a:cubicBezTo>
                  <a:cubicBezTo>
                    <a:pt x="1" y="20102"/>
                    <a:pt x="1" y="20158"/>
                    <a:pt x="29" y="20186"/>
                  </a:cubicBezTo>
                  <a:cubicBezTo>
                    <a:pt x="29" y="20271"/>
                    <a:pt x="85" y="20299"/>
                    <a:pt x="113" y="20355"/>
                  </a:cubicBezTo>
                  <a:cubicBezTo>
                    <a:pt x="197" y="20439"/>
                    <a:pt x="310" y="20551"/>
                    <a:pt x="450" y="20664"/>
                  </a:cubicBezTo>
                  <a:cubicBezTo>
                    <a:pt x="955" y="21057"/>
                    <a:pt x="1966" y="21674"/>
                    <a:pt x="3201" y="22404"/>
                  </a:cubicBezTo>
                  <a:cubicBezTo>
                    <a:pt x="6907" y="24566"/>
                    <a:pt x="12578" y="27542"/>
                    <a:pt x="12578" y="27542"/>
                  </a:cubicBezTo>
                  <a:cubicBezTo>
                    <a:pt x="12621" y="27570"/>
                    <a:pt x="12663" y="27584"/>
                    <a:pt x="12705" y="27584"/>
                  </a:cubicBezTo>
                  <a:cubicBezTo>
                    <a:pt x="12747" y="27584"/>
                    <a:pt x="12789" y="27570"/>
                    <a:pt x="12831" y="27542"/>
                  </a:cubicBezTo>
                  <a:cubicBezTo>
                    <a:pt x="12887" y="27486"/>
                    <a:pt x="12943" y="27430"/>
                    <a:pt x="12915" y="27345"/>
                  </a:cubicBezTo>
                  <a:lnTo>
                    <a:pt x="12803" y="24903"/>
                  </a:lnTo>
                  <a:cubicBezTo>
                    <a:pt x="12803" y="24847"/>
                    <a:pt x="12803" y="24791"/>
                    <a:pt x="12775" y="24763"/>
                  </a:cubicBezTo>
                  <a:lnTo>
                    <a:pt x="8227" y="18698"/>
                  </a:lnTo>
                  <a:lnTo>
                    <a:pt x="14656" y="11932"/>
                  </a:lnTo>
                  <a:cubicBezTo>
                    <a:pt x="14684" y="11876"/>
                    <a:pt x="14712" y="11820"/>
                    <a:pt x="14712" y="11736"/>
                  </a:cubicBezTo>
                  <a:lnTo>
                    <a:pt x="12971" y="197"/>
                  </a:lnTo>
                  <a:cubicBezTo>
                    <a:pt x="12971" y="113"/>
                    <a:pt x="12887" y="29"/>
                    <a:pt x="128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4233;p64">
              <a:extLst>
                <a:ext uri="{FF2B5EF4-FFF2-40B4-BE49-F238E27FC236}">
                  <a16:creationId xmlns:a16="http://schemas.microsoft.com/office/drawing/2014/main" id="{24C1A57B-0248-13E2-DA89-39617A24237A}"/>
                </a:ext>
              </a:extLst>
            </p:cNvPr>
            <p:cNvSpPr/>
            <p:nvPr/>
          </p:nvSpPr>
          <p:spPr>
            <a:xfrm>
              <a:off x="2888425" y="3476525"/>
              <a:ext cx="122150" cy="126200"/>
            </a:xfrm>
            <a:custGeom>
              <a:avLst/>
              <a:gdLst/>
              <a:ahLst/>
              <a:cxnLst/>
              <a:rect l="l" t="t" r="r" b="b"/>
              <a:pathLst>
                <a:path w="4886" h="5048" extrusionOk="0">
                  <a:moveTo>
                    <a:pt x="2359" y="1"/>
                  </a:moveTo>
                  <a:lnTo>
                    <a:pt x="590" y="731"/>
                  </a:lnTo>
                  <a:lnTo>
                    <a:pt x="1" y="2808"/>
                  </a:lnTo>
                  <a:cubicBezTo>
                    <a:pt x="1" y="2808"/>
                    <a:pt x="534" y="3931"/>
                    <a:pt x="1068" y="4381"/>
                  </a:cubicBezTo>
                  <a:cubicBezTo>
                    <a:pt x="1464" y="4714"/>
                    <a:pt x="2232" y="5048"/>
                    <a:pt x="2946" y="5048"/>
                  </a:cubicBezTo>
                  <a:cubicBezTo>
                    <a:pt x="3193" y="5048"/>
                    <a:pt x="3434" y="5008"/>
                    <a:pt x="3651" y="4914"/>
                  </a:cubicBezTo>
                  <a:cubicBezTo>
                    <a:pt x="4465" y="4521"/>
                    <a:pt x="3931" y="3258"/>
                    <a:pt x="3931" y="3258"/>
                  </a:cubicBezTo>
                  <a:lnTo>
                    <a:pt x="4409" y="3145"/>
                  </a:lnTo>
                  <a:cubicBezTo>
                    <a:pt x="4886" y="3033"/>
                    <a:pt x="4240" y="1657"/>
                    <a:pt x="4240" y="1657"/>
                  </a:cubicBezTo>
                  <a:lnTo>
                    <a:pt x="2359" y="1"/>
                  </a:ln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4234;p64">
              <a:extLst>
                <a:ext uri="{FF2B5EF4-FFF2-40B4-BE49-F238E27FC236}">
                  <a16:creationId xmlns:a16="http://schemas.microsoft.com/office/drawing/2014/main" id="{D6DC5934-0A08-FDBD-031B-8EDAB0E9FF7E}"/>
                </a:ext>
              </a:extLst>
            </p:cNvPr>
            <p:cNvSpPr/>
            <p:nvPr/>
          </p:nvSpPr>
          <p:spPr>
            <a:xfrm>
              <a:off x="2882825" y="3470650"/>
              <a:ext cx="126350" cy="137850"/>
            </a:xfrm>
            <a:custGeom>
              <a:avLst/>
              <a:gdLst/>
              <a:ahLst/>
              <a:cxnLst/>
              <a:rect l="l" t="t" r="r" b="b"/>
              <a:pathLst>
                <a:path w="5054" h="5514" extrusionOk="0">
                  <a:moveTo>
                    <a:pt x="2527" y="517"/>
                  </a:moveTo>
                  <a:lnTo>
                    <a:pt x="4274" y="2045"/>
                  </a:lnTo>
                  <a:lnTo>
                    <a:pt x="4274" y="2045"/>
                  </a:lnTo>
                  <a:cubicBezTo>
                    <a:pt x="4306" y="2114"/>
                    <a:pt x="4385" y="2298"/>
                    <a:pt x="4464" y="2482"/>
                  </a:cubicBezTo>
                  <a:cubicBezTo>
                    <a:pt x="4520" y="2678"/>
                    <a:pt x="4576" y="2931"/>
                    <a:pt x="4576" y="3071"/>
                  </a:cubicBezTo>
                  <a:cubicBezTo>
                    <a:pt x="4576" y="3128"/>
                    <a:pt x="4576" y="3156"/>
                    <a:pt x="4576" y="3156"/>
                  </a:cubicBezTo>
                  <a:lnTo>
                    <a:pt x="4099" y="3268"/>
                  </a:lnTo>
                  <a:cubicBezTo>
                    <a:pt x="4043" y="3268"/>
                    <a:pt x="3987" y="3324"/>
                    <a:pt x="3959" y="3380"/>
                  </a:cubicBezTo>
                  <a:cubicBezTo>
                    <a:pt x="3931" y="3436"/>
                    <a:pt x="3931" y="3521"/>
                    <a:pt x="3959" y="3577"/>
                  </a:cubicBezTo>
                  <a:cubicBezTo>
                    <a:pt x="3987" y="3661"/>
                    <a:pt x="4099" y="3998"/>
                    <a:pt x="4099" y="4307"/>
                  </a:cubicBezTo>
                  <a:cubicBezTo>
                    <a:pt x="4099" y="4447"/>
                    <a:pt x="4071" y="4588"/>
                    <a:pt x="4015" y="4700"/>
                  </a:cubicBezTo>
                  <a:cubicBezTo>
                    <a:pt x="3959" y="4784"/>
                    <a:pt x="3903" y="4868"/>
                    <a:pt x="3762" y="4924"/>
                  </a:cubicBezTo>
                  <a:cubicBezTo>
                    <a:pt x="3594" y="5009"/>
                    <a:pt x="3369" y="5065"/>
                    <a:pt x="3145" y="5065"/>
                  </a:cubicBezTo>
                  <a:cubicBezTo>
                    <a:pt x="2527" y="5065"/>
                    <a:pt x="1769" y="4728"/>
                    <a:pt x="1460" y="4447"/>
                  </a:cubicBezTo>
                  <a:cubicBezTo>
                    <a:pt x="1236" y="4251"/>
                    <a:pt x="955" y="3858"/>
                    <a:pt x="758" y="3549"/>
                  </a:cubicBezTo>
                  <a:cubicBezTo>
                    <a:pt x="674" y="3380"/>
                    <a:pt x="590" y="3212"/>
                    <a:pt x="534" y="3100"/>
                  </a:cubicBezTo>
                  <a:cubicBezTo>
                    <a:pt x="509" y="3050"/>
                    <a:pt x="484" y="3022"/>
                    <a:pt x="479" y="2997"/>
                  </a:cubicBezTo>
                  <a:lnTo>
                    <a:pt x="479" y="2997"/>
                  </a:lnTo>
                  <a:lnTo>
                    <a:pt x="1004" y="1147"/>
                  </a:lnTo>
                  <a:lnTo>
                    <a:pt x="2527" y="517"/>
                  </a:lnTo>
                  <a:close/>
                  <a:moveTo>
                    <a:pt x="2566" y="0"/>
                  </a:moveTo>
                  <a:cubicBezTo>
                    <a:pt x="2544" y="0"/>
                    <a:pt x="2521" y="4"/>
                    <a:pt x="2499" y="11"/>
                  </a:cubicBezTo>
                  <a:lnTo>
                    <a:pt x="730" y="741"/>
                  </a:lnTo>
                  <a:cubicBezTo>
                    <a:pt x="674" y="769"/>
                    <a:pt x="618" y="826"/>
                    <a:pt x="590" y="910"/>
                  </a:cubicBezTo>
                  <a:lnTo>
                    <a:pt x="0" y="2959"/>
                  </a:lnTo>
                  <a:cubicBezTo>
                    <a:pt x="0" y="3015"/>
                    <a:pt x="0" y="3071"/>
                    <a:pt x="28" y="3128"/>
                  </a:cubicBezTo>
                  <a:cubicBezTo>
                    <a:pt x="28" y="3128"/>
                    <a:pt x="169" y="3436"/>
                    <a:pt x="365" y="3773"/>
                  </a:cubicBezTo>
                  <a:cubicBezTo>
                    <a:pt x="562" y="4110"/>
                    <a:pt x="843" y="4531"/>
                    <a:pt x="1151" y="4784"/>
                  </a:cubicBezTo>
                  <a:cubicBezTo>
                    <a:pt x="1572" y="5177"/>
                    <a:pt x="2359" y="5514"/>
                    <a:pt x="3145" y="5514"/>
                  </a:cubicBezTo>
                  <a:cubicBezTo>
                    <a:pt x="3425" y="5514"/>
                    <a:pt x="3706" y="5486"/>
                    <a:pt x="3959" y="5346"/>
                  </a:cubicBezTo>
                  <a:cubicBezTo>
                    <a:pt x="4183" y="5261"/>
                    <a:pt x="4352" y="5093"/>
                    <a:pt x="4436" y="4896"/>
                  </a:cubicBezTo>
                  <a:cubicBezTo>
                    <a:pt x="4548" y="4700"/>
                    <a:pt x="4576" y="4503"/>
                    <a:pt x="4576" y="4307"/>
                  </a:cubicBezTo>
                  <a:cubicBezTo>
                    <a:pt x="4562" y="4058"/>
                    <a:pt x="4509" y="3825"/>
                    <a:pt x="4462" y="3658"/>
                  </a:cubicBezTo>
                  <a:lnTo>
                    <a:pt x="4462" y="3658"/>
                  </a:lnTo>
                  <a:lnTo>
                    <a:pt x="4689" y="3605"/>
                  </a:lnTo>
                  <a:cubicBezTo>
                    <a:pt x="4829" y="3577"/>
                    <a:pt x="4941" y="3493"/>
                    <a:pt x="4998" y="3380"/>
                  </a:cubicBezTo>
                  <a:cubicBezTo>
                    <a:pt x="5026" y="3268"/>
                    <a:pt x="5054" y="3156"/>
                    <a:pt x="5054" y="3071"/>
                  </a:cubicBezTo>
                  <a:cubicBezTo>
                    <a:pt x="5054" y="2791"/>
                    <a:pt x="4941" y="2482"/>
                    <a:pt x="4857" y="2229"/>
                  </a:cubicBezTo>
                  <a:cubicBezTo>
                    <a:pt x="4773" y="2005"/>
                    <a:pt x="4689" y="1808"/>
                    <a:pt x="4689" y="1808"/>
                  </a:cubicBezTo>
                  <a:lnTo>
                    <a:pt x="4633" y="1724"/>
                  </a:lnTo>
                  <a:lnTo>
                    <a:pt x="2724" y="67"/>
                  </a:lnTo>
                  <a:cubicBezTo>
                    <a:pt x="2682" y="26"/>
                    <a:pt x="2626" y="0"/>
                    <a:pt x="25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4235;p64">
              <a:extLst>
                <a:ext uri="{FF2B5EF4-FFF2-40B4-BE49-F238E27FC236}">
                  <a16:creationId xmlns:a16="http://schemas.microsoft.com/office/drawing/2014/main" id="{6F7DB1EB-1FF4-5682-D3D5-7081C89D0546}"/>
                </a:ext>
              </a:extLst>
            </p:cNvPr>
            <p:cNvSpPr/>
            <p:nvPr/>
          </p:nvSpPr>
          <p:spPr>
            <a:xfrm>
              <a:off x="2922825" y="3491975"/>
              <a:ext cx="54775" cy="71700"/>
            </a:xfrm>
            <a:custGeom>
              <a:avLst/>
              <a:gdLst/>
              <a:ahLst/>
              <a:cxnLst/>
              <a:rect l="l" t="t" r="r" b="b"/>
              <a:pathLst>
                <a:path w="2191" h="2868" extrusionOk="0">
                  <a:moveTo>
                    <a:pt x="1517" y="1"/>
                  </a:moveTo>
                  <a:lnTo>
                    <a:pt x="1" y="1657"/>
                  </a:lnTo>
                  <a:cubicBezTo>
                    <a:pt x="82" y="1726"/>
                    <a:pt x="181" y="1753"/>
                    <a:pt x="286" y="1753"/>
                  </a:cubicBezTo>
                  <a:cubicBezTo>
                    <a:pt x="645" y="1753"/>
                    <a:pt x="1067" y="1432"/>
                    <a:pt x="1067" y="1432"/>
                  </a:cubicBezTo>
                  <a:lnTo>
                    <a:pt x="1067" y="1432"/>
                  </a:lnTo>
                  <a:cubicBezTo>
                    <a:pt x="1067" y="1432"/>
                    <a:pt x="983" y="1882"/>
                    <a:pt x="899" y="2106"/>
                  </a:cubicBezTo>
                  <a:cubicBezTo>
                    <a:pt x="818" y="2321"/>
                    <a:pt x="1096" y="2868"/>
                    <a:pt x="1391" y="2868"/>
                  </a:cubicBezTo>
                  <a:cubicBezTo>
                    <a:pt x="1405" y="2868"/>
                    <a:pt x="1418" y="2867"/>
                    <a:pt x="1432" y="2864"/>
                  </a:cubicBezTo>
                  <a:cubicBezTo>
                    <a:pt x="1741" y="2780"/>
                    <a:pt x="2022" y="1489"/>
                    <a:pt x="2106" y="1124"/>
                  </a:cubicBezTo>
                  <a:cubicBezTo>
                    <a:pt x="2190" y="759"/>
                    <a:pt x="1517" y="1"/>
                    <a:pt x="1517"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4236;p64">
              <a:extLst>
                <a:ext uri="{FF2B5EF4-FFF2-40B4-BE49-F238E27FC236}">
                  <a16:creationId xmlns:a16="http://schemas.microsoft.com/office/drawing/2014/main" id="{1AC7B575-BAC3-80EE-AAFB-222C6DFBE7E8}"/>
                </a:ext>
              </a:extLst>
            </p:cNvPr>
            <p:cNvSpPr/>
            <p:nvPr/>
          </p:nvSpPr>
          <p:spPr>
            <a:xfrm>
              <a:off x="2916500" y="3485800"/>
              <a:ext cx="65300" cy="83400"/>
            </a:xfrm>
            <a:custGeom>
              <a:avLst/>
              <a:gdLst/>
              <a:ahLst/>
              <a:cxnLst/>
              <a:rect l="l" t="t" r="r" b="b"/>
              <a:pathLst>
                <a:path w="2612" h="3336" extrusionOk="0">
                  <a:moveTo>
                    <a:pt x="1751" y="0"/>
                  </a:moveTo>
                  <a:cubicBezTo>
                    <a:pt x="1700" y="0"/>
                    <a:pt x="1648" y="16"/>
                    <a:pt x="1601" y="51"/>
                  </a:cubicBezTo>
                  <a:cubicBezTo>
                    <a:pt x="1517" y="135"/>
                    <a:pt x="1489" y="304"/>
                    <a:pt x="1573" y="388"/>
                  </a:cubicBezTo>
                  <a:lnTo>
                    <a:pt x="1601" y="416"/>
                  </a:lnTo>
                  <a:cubicBezTo>
                    <a:pt x="1657" y="472"/>
                    <a:pt x="1798" y="641"/>
                    <a:pt x="1938" y="837"/>
                  </a:cubicBezTo>
                  <a:cubicBezTo>
                    <a:pt x="1994" y="921"/>
                    <a:pt x="2050" y="1034"/>
                    <a:pt x="2078" y="1118"/>
                  </a:cubicBezTo>
                  <a:cubicBezTo>
                    <a:pt x="2106" y="1202"/>
                    <a:pt x="2135" y="1286"/>
                    <a:pt x="2135" y="1314"/>
                  </a:cubicBezTo>
                  <a:cubicBezTo>
                    <a:pt x="2106" y="1511"/>
                    <a:pt x="1994" y="1904"/>
                    <a:pt x="1882" y="2269"/>
                  </a:cubicBezTo>
                  <a:cubicBezTo>
                    <a:pt x="1826" y="2465"/>
                    <a:pt x="1770" y="2634"/>
                    <a:pt x="1713" y="2746"/>
                  </a:cubicBezTo>
                  <a:cubicBezTo>
                    <a:pt x="1657" y="2802"/>
                    <a:pt x="1629" y="2859"/>
                    <a:pt x="1629" y="2859"/>
                  </a:cubicBezTo>
                  <a:lnTo>
                    <a:pt x="1615" y="2873"/>
                  </a:lnTo>
                  <a:lnTo>
                    <a:pt x="1615" y="2873"/>
                  </a:lnTo>
                  <a:lnTo>
                    <a:pt x="1573" y="2830"/>
                  </a:lnTo>
                  <a:cubicBezTo>
                    <a:pt x="1517" y="2802"/>
                    <a:pt x="1461" y="2718"/>
                    <a:pt x="1433" y="2634"/>
                  </a:cubicBezTo>
                  <a:cubicBezTo>
                    <a:pt x="1405" y="2550"/>
                    <a:pt x="1377" y="2465"/>
                    <a:pt x="1377" y="2437"/>
                  </a:cubicBezTo>
                  <a:cubicBezTo>
                    <a:pt x="1433" y="2297"/>
                    <a:pt x="1461" y="2129"/>
                    <a:pt x="1489" y="1960"/>
                  </a:cubicBezTo>
                  <a:cubicBezTo>
                    <a:pt x="1517" y="1820"/>
                    <a:pt x="1545" y="1707"/>
                    <a:pt x="1545" y="1707"/>
                  </a:cubicBezTo>
                  <a:cubicBezTo>
                    <a:pt x="1545" y="1623"/>
                    <a:pt x="1517" y="1511"/>
                    <a:pt x="1433" y="1483"/>
                  </a:cubicBezTo>
                  <a:cubicBezTo>
                    <a:pt x="1391" y="1455"/>
                    <a:pt x="1341" y="1441"/>
                    <a:pt x="1292" y="1441"/>
                  </a:cubicBezTo>
                  <a:cubicBezTo>
                    <a:pt x="1243" y="1441"/>
                    <a:pt x="1194" y="1455"/>
                    <a:pt x="1152" y="1483"/>
                  </a:cubicBezTo>
                  <a:cubicBezTo>
                    <a:pt x="1124" y="1511"/>
                    <a:pt x="1012" y="1595"/>
                    <a:pt x="899" y="1651"/>
                  </a:cubicBezTo>
                  <a:cubicBezTo>
                    <a:pt x="787" y="1707"/>
                    <a:pt x="647" y="1764"/>
                    <a:pt x="534" y="1764"/>
                  </a:cubicBezTo>
                  <a:cubicBezTo>
                    <a:pt x="478" y="1764"/>
                    <a:pt x="422" y="1736"/>
                    <a:pt x="394" y="1707"/>
                  </a:cubicBezTo>
                  <a:cubicBezTo>
                    <a:pt x="361" y="1674"/>
                    <a:pt x="314" y="1659"/>
                    <a:pt x="265" y="1659"/>
                  </a:cubicBezTo>
                  <a:cubicBezTo>
                    <a:pt x="190" y="1659"/>
                    <a:pt x="108" y="1696"/>
                    <a:pt x="57" y="1764"/>
                  </a:cubicBezTo>
                  <a:cubicBezTo>
                    <a:pt x="1" y="1848"/>
                    <a:pt x="1" y="1988"/>
                    <a:pt x="113" y="2072"/>
                  </a:cubicBezTo>
                  <a:cubicBezTo>
                    <a:pt x="225" y="2185"/>
                    <a:pt x="394" y="2213"/>
                    <a:pt x="534" y="2213"/>
                  </a:cubicBezTo>
                  <a:cubicBezTo>
                    <a:pt x="693" y="2213"/>
                    <a:pt x="841" y="2179"/>
                    <a:pt x="971" y="2134"/>
                  </a:cubicBezTo>
                  <a:lnTo>
                    <a:pt x="971" y="2134"/>
                  </a:lnTo>
                  <a:cubicBezTo>
                    <a:pt x="954" y="2188"/>
                    <a:pt x="939" y="2235"/>
                    <a:pt x="927" y="2269"/>
                  </a:cubicBezTo>
                  <a:cubicBezTo>
                    <a:pt x="927" y="2325"/>
                    <a:pt x="899" y="2381"/>
                    <a:pt x="899" y="2437"/>
                  </a:cubicBezTo>
                  <a:cubicBezTo>
                    <a:pt x="899" y="2634"/>
                    <a:pt x="983" y="2830"/>
                    <a:pt x="1096" y="2999"/>
                  </a:cubicBezTo>
                  <a:cubicBezTo>
                    <a:pt x="1152" y="3083"/>
                    <a:pt x="1208" y="3167"/>
                    <a:pt x="1292" y="3224"/>
                  </a:cubicBezTo>
                  <a:cubicBezTo>
                    <a:pt x="1377" y="3280"/>
                    <a:pt x="1489" y="3336"/>
                    <a:pt x="1629" y="3336"/>
                  </a:cubicBezTo>
                  <a:lnTo>
                    <a:pt x="1741" y="3336"/>
                  </a:lnTo>
                  <a:cubicBezTo>
                    <a:pt x="1854" y="3308"/>
                    <a:pt x="1910" y="3252"/>
                    <a:pt x="1966" y="3167"/>
                  </a:cubicBezTo>
                  <a:cubicBezTo>
                    <a:pt x="2078" y="3055"/>
                    <a:pt x="2135" y="2943"/>
                    <a:pt x="2191" y="2774"/>
                  </a:cubicBezTo>
                  <a:cubicBezTo>
                    <a:pt x="2387" y="2325"/>
                    <a:pt x="2528" y="1679"/>
                    <a:pt x="2584" y="1427"/>
                  </a:cubicBezTo>
                  <a:lnTo>
                    <a:pt x="2584" y="1399"/>
                  </a:lnTo>
                  <a:lnTo>
                    <a:pt x="2612" y="1314"/>
                  </a:lnTo>
                  <a:cubicBezTo>
                    <a:pt x="2612" y="1146"/>
                    <a:pt x="2556" y="1006"/>
                    <a:pt x="2471" y="865"/>
                  </a:cubicBezTo>
                  <a:cubicBezTo>
                    <a:pt x="2303" y="472"/>
                    <a:pt x="1938" y="79"/>
                    <a:pt x="1938" y="79"/>
                  </a:cubicBezTo>
                  <a:cubicBezTo>
                    <a:pt x="1889" y="30"/>
                    <a:pt x="1821" y="0"/>
                    <a:pt x="17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4237;p64">
              <a:extLst>
                <a:ext uri="{FF2B5EF4-FFF2-40B4-BE49-F238E27FC236}">
                  <a16:creationId xmlns:a16="http://schemas.microsoft.com/office/drawing/2014/main" id="{7BD5E65C-0AC3-55CF-3016-290229FFEC31}"/>
                </a:ext>
              </a:extLst>
            </p:cNvPr>
            <p:cNvSpPr/>
            <p:nvPr/>
          </p:nvSpPr>
          <p:spPr>
            <a:xfrm>
              <a:off x="2907375" y="2774425"/>
              <a:ext cx="602250" cy="818975"/>
            </a:xfrm>
            <a:custGeom>
              <a:avLst/>
              <a:gdLst/>
              <a:ahLst/>
              <a:cxnLst/>
              <a:rect l="l" t="t" r="r" b="b"/>
              <a:pathLst>
                <a:path w="24090" h="32759" extrusionOk="0">
                  <a:moveTo>
                    <a:pt x="13169" y="1"/>
                  </a:moveTo>
                  <a:cubicBezTo>
                    <a:pt x="12425" y="1"/>
                    <a:pt x="11602" y="41"/>
                    <a:pt x="10754" y="151"/>
                  </a:cubicBezTo>
                  <a:cubicBezTo>
                    <a:pt x="7721" y="544"/>
                    <a:pt x="5110" y="1554"/>
                    <a:pt x="3707" y="2228"/>
                  </a:cubicBezTo>
                  <a:cubicBezTo>
                    <a:pt x="2303" y="2902"/>
                    <a:pt x="1" y="3941"/>
                    <a:pt x="1" y="4165"/>
                  </a:cubicBezTo>
                  <a:cubicBezTo>
                    <a:pt x="1" y="4390"/>
                    <a:pt x="3258" y="25249"/>
                    <a:pt x="3258" y="25249"/>
                  </a:cubicBezTo>
                  <a:cubicBezTo>
                    <a:pt x="3258" y="25249"/>
                    <a:pt x="3258" y="30668"/>
                    <a:pt x="3594" y="31454"/>
                  </a:cubicBezTo>
                  <a:cubicBezTo>
                    <a:pt x="3931" y="32240"/>
                    <a:pt x="4942" y="32352"/>
                    <a:pt x="7441" y="32633"/>
                  </a:cubicBezTo>
                  <a:cubicBezTo>
                    <a:pt x="8206" y="32720"/>
                    <a:pt x="9354" y="32758"/>
                    <a:pt x="10640" y="32758"/>
                  </a:cubicBezTo>
                  <a:cubicBezTo>
                    <a:pt x="13505" y="32758"/>
                    <a:pt x="17055" y="32567"/>
                    <a:pt x="18586" y="32296"/>
                  </a:cubicBezTo>
                  <a:cubicBezTo>
                    <a:pt x="20776" y="31903"/>
                    <a:pt x="22685" y="31566"/>
                    <a:pt x="23022" y="30556"/>
                  </a:cubicBezTo>
                  <a:cubicBezTo>
                    <a:pt x="23359" y="29545"/>
                    <a:pt x="22910" y="26822"/>
                    <a:pt x="22910" y="26822"/>
                  </a:cubicBezTo>
                  <a:lnTo>
                    <a:pt x="24089" y="4951"/>
                  </a:lnTo>
                  <a:cubicBezTo>
                    <a:pt x="24089" y="4951"/>
                    <a:pt x="22910" y="3351"/>
                    <a:pt x="20552" y="2116"/>
                  </a:cubicBezTo>
                  <a:cubicBezTo>
                    <a:pt x="18193" y="880"/>
                    <a:pt x="16481" y="263"/>
                    <a:pt x="16481" y="263"/>
                  </a:cubicBezTo>
                  <a:cubicBezTo>
                    <a:pt x="16481" y="263"/>
                    <a:pt x="15084" y="1"/>
                    <a:pt x="1316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4238;p64">
              <a:extLst>
                <a:ext uri="{FF2B5EF4-FFF2-40B4-BE49-F238E27FC236}">
                  <a16:creationId xmlns:a16="http://schemas.microsoft.com/office/drawing/2014/main" id="{F824A335-50DD-ECDD-2EA3-BD28B5C3FC8F}"/>
                </a:ext>
              </a:extLst>
            </p:cNvPr>
            <p:cNvSpPr/>
            <p:nvPr/>
          </p:nvSpPr>
          <p:spPr>
            <a:xfrm>
              <a:off x="2901775" y="2769050"/>
              <a:ext cx="613450" cy="830350"/>
            </a:xfrm>
            <a:custGeom>
              <a:avLst/>
              <a:gdLst/>
              <a:ahLst/>
              <a:cxnLst/>
              <a:rect l="l" t="t" r="r" b="b"/>
              <a:pathLst>
                <a:path w="24538" h="33214" extrusionOk="0">
                  <a:moveTo>
                    <a:pt x="13392" y="450"/>
                  </a:moveTo>
                  <a:cubicBezTo>
                    <a:pt x="14346" y="450"/>
                    <a:pt x="15161" y="534"/>
                    <a:pt x="15750" y="590"/>
                  </a:cubicBezTo>
                  <a:cubicBezTo>
                    <a:pt x="16031" y="618"/>
                    <a:pt x="16284" y="646"/>
                    <a:pt x="16424" y="674"/>
                  </a:cubicBezTo>
                  <a:cubicBezTo>
                    <a:pt x="16508" y="674"/>
                    <a:pt x="16564" y="702"/>
                    <a:pt x="16621" y="702"/>
                  </a:cubicBezTo>
                  <a:cubicBezTo>
                    <a:pt x="16649" y="702"/>
                    <a:pt x="16733" y="731"/>
                    <a:pt x="16929" y="815"/>
                  </a:cubicBezTo>
                  <a:cubicBezTo>
                    <a:pt x="17519" y="1039"/>
                    <a:pt x="18895" y="1629"/>
                    <a:pt x="20663" y="2555"/>
                  </a:cubicBezTo>
                  <a:cubicBezTo>
                    <a:pt x="21814" y="3145"/>
                    <a:pt x="22685" y="3847"/>
                    <a:pt x="23274" y="4380"/>
                  </a:cubicBezTo>
                  <a:cubicBezTo>
                    <a:pt x="23555" y="4661"/>
                    <a:pt x="23780" y="4886"/>
                    <a:pt x="23920" y="5054"/>
                  </a:cubicBezTo>
                  <a:cubicBezTo>
                    <a:pt x="23975" y="5136"/>
                    <a:pt x="24029" y="5191"/>
                    <a:pt x="24084" y="5220"/>
                  </a:cubicBezTo>
                  <a:lnTo>
                    <a:pt x="24084" y="5220"/>
                  </a:lnTo>
                  <a:lnTo>
                    <a:pt x="22909" y="27037"/>
                  </a:lnTo>
                  <a:lnTo>
                    <a:pt x="22909" y="27093"/>
                  </a:lnTo>
                  <a:cubicBezTo>
                    <a:pt x="22909" y="27093"/>
                    <a:pt x="22909" y="27177"/>
                    <a:pt x="22937" y="27317"/>
                  </a:cubicBezTo>
                  <a:cubicBezTo>
                    <a:pt x="22994" y="27767"/>
                    <a:pt x="23134" y="28805"/>
                    <a:pt x="23134" y="29648"/>
                  </a:cubicBezTo>
                  <a:cubicBezTo>
                    <a:pt x="23134" y="30069"/>
                    <a:pt x="23106" y="30462"/>
                    <a:pt x="23022" y="30686"/>
                  </a:cubicBezTo>
                  <a:cubicBezTo>
                    <a:pt x="22965" y="30883"/>
                    <a:pt x="22825" y="31051"/>
                    <a:pt x="22572" y="31220"/>
                  </a:cubicBezTo>
                  <a:cubicBezTo>
                    <a:pt x="22235" y="31444"/>
                    <a:pt x="21674" y="31669"/>
                    <a:pt x="21028" y="31809"/>
                  </a:cubicBezTo>
                  <a:cubicBezTo>
                    <a:pt x="20354" y="31978"/>
                    <a:pt x="19568" y="32118"/>
                    <a:pt x="18754" y="32287"/>
                  </a:cubicBezTo>
                  <a:cubicBezTo>
                    <a:pt x="17266" y="32539"/>
                    <a:pt x="13729" y="32736"/>
                    <a:pt x="10865" y="32736"/>
                  </a:cubicBezTo>
                  <a:cubicBezTo>
                    <a:pt x="9574" y="32736"/>
                    <a:pt x="8423" y="32708"/>
                    <a:pt x="7693" y="32623"/>
                  </a:cubicBezTo>
                  <a:cubicBezTo>
                    <a:pt x="6429" y="32483"/>
                    <a:pt x="5587" y="32371"/>
                    <a:pt x="4998" y="32230"/>
                  </a:cubicBezTo>
                  <a:cubicBezTo>
                    <a:pt x="4717" y="32146"/>
                    <a:pt x="4492" y="32062"/>
                    <a:pt x="4352" y="31950"/>
                  </a:cubicBezTo>
                  <a:cubicBezTo>
                    <a:pt x="4211" y="31837"/>
                    <a:pt x="4099" y="31725"/>
                    <a:pt x="4043" y="31585"/>
                  </a:cubicBezTo>
                  <a:cubicBezTo>
                    <a:pt x="4015" y="31500"/>
                    <a:pt x="3987" y="31360"/>
                    <a:pt x="3959" y="31135"/>
                  </a:cubicBezTo>
                  <a:cubicBezTo>
                    <a:pt x="3847" y="30377"/>
                    <a:pt x="3790" y="28946"/>
                    <a:pt x="3762" y="27738"/>
                  </a:cubicBezTo>
                  <a:cubicBezTo>
                    <a:pt x="3734" y="27121"/>
                    <a:pt x="3734" y="26559"/>
                    <a:pt x="3734" y="26138"/>
                  </a:cubicBezTo>
                  <a:cubicBezTo>
                    <a:pt x="3734" y="25717"/>
                    <a:pt x="3734" y="25464"/>
                    <a:pt x="3734" y="25464"/>
                  </a:cubicBezTo>
                  <a:lnTo>
                    <a:pt x="3734" y="25436"/>
                  </a:lnTo>
                  <a:cubicBezTo>
                    <a:pt x="3734" y="25436"/>
                    <a:pt x="3678" y="25099"/>
                    <a:pt x="3594" y="24538"/>
                  </a:cubicBezTo>
                  <a:cubicBezTo>
                    <a:pt x="3257" y="22545"/>
                    <a:pt x="2499" y="17547"/>
                    <a:pt x="1797" y="12999"/>
                  </a:cubicBezTo>
                  <a:cubicBezTo>
                    <a:pt x="1432" y="10753"/>
                    <a:pt x="1095" y="8591"/>
                    <a:pt x="871" y="7019"/>
                  </a:cubicBezTo>
                  <a:cubicBezTo>
                    <a:pt x="730" y="6205"/>
                    <a:pt x="646" y="5559"/>
                    <a:pt x="562" y="5082"/>
                  </a:cubicBezTo>
                  <a:cubicBezTo>
                    <a:pt x="534" y="4858"/>
                    <a:pt x="506" y="4689"/>
                    <a:pt x="478" y="4549"/>
                  </a:cubicBezTo>
                  <a:cubicBezTo>
                    <a:pt x="478" y="4500"/>
                    <a:pt x="478" y="4451"/>
                    <a:pt x="478" y="4421"/>
                  </a:cubicBezTo>
                  <a:lnTo>
                    <a:pt x="478" y="4421"/>
                  </a:lnTo>
                  <a:cubicBezTo>
                    <a:pt x="500" y="4406"/>
                    <a:pt x="529" y="4391"/>
                    <a:pt x="562" y="4380"/>
                  </a:cubicBezTo>
                  <a:cubicBezTo>
                    <a:pt x="814" y="4184"/>
                    <a:pt x="1432" y="3903"/>
                    <a:pt x="2078" y="3594"/>
                  </a:cubicBezTo>
                  <a:cubicBezTo>
                    <a:pt x="2724" y="3285"/>
                    <a:pt x="3453" y="2948"/>
                    <a:pt x="4043" y="2668"/>
                  </a:cubicBezTo>
                  <a:cubicBezTo>
                    <a:pt x="5419" y="1994"/>
                    <a:pt x="8002" y="983"/>
                    <a:pt x="11006" y="590"/>
                  </a:cubicBezTo>
                  <a:cubicBezTo>
                    <a:pt x="11848" y="506"/>
                    <a:pt x="12662" y="450"/>
                    <a:pt x="13392" y="450"/>
                  </a:cubicBezTo>
                  <a:close/>
                  <a:moveTo>
                    <a:pt x="13392" y="1"/>
                  </a:moveTo>
                  <a:cubicBezTo>
                    <a:pt x="12634" y="1"/>
                    <a:pt x="11820" y="29"/>
                    <a:pt x="10949" y="141"/>
                  </a:cubicBezTo>
                  <a:cubicBezTo>
                    <a:pt x="7861" y="534"/>
                    <a:pt x="5250" y="1573"/>
                    <a:pt x="3847" y="2247"/>
                  </a:cubicBezTo>
                  <a:cubicBezTo>
                    <a:pt x="3145" y="2583"/>
                    <a:pt x="2218" y="3005"/>
                    <a:pt x="1460" y="3370"/>
                  </a:cubicBezTo>
                  <a:cubicBezTo>
                    <a:pt x="1067" y="3566"/>
                    <a:pt x="730" y="3735"/>
                    <a:pt x="478" y="3875"/>
                  </a:cubicBezTo>
                  <a:cubicBezTo>
                    <a:pt x="365" y="3931"/>
                    <a:pt x="253" y="4015"/>
                    <a:pt x="197" y="4071"/>
                  </a:cubicBezTo>
                  <a:lnTo>
                    <a:pt x="85" y="4156"/>
                  </a:lnTo>
                  <a:cubicBezTo>
                    <a:pt x="56" y="4212"/>
                    <a:pt x="0" y="4240"/>
                    <a:pt x="0" y="4380"/>
                  </a:cubicBezTo>
                  <a:lnTo>
                    <a:pt x="0" y="4408"/>
                  </a:lnTo>
                  <a:cubicBezTo>
                    <a:pt x="28" y="4633"/>
                    <a:pt x="225" y="6065"/>
                    <a:pt x="562" y="8086"/>
                  </a:cubicBezTo>
                  <a:cubicBezTo>
                    <a:pt x="1488" y="14122"/>
                    <a:pt x="3257" y="25521"/>
                    <a:pt x="3257" y="25521"/>
                  </a:cubicBezTo>
                  <a:lnTo>
                    <a:pt x="3257" y="25521"/>
                  </a:lnTo>
                  <a:lnTo>
                    <a:pt x="3257" y="25521"/>
                  </a:lnTo>
                  <a:cubicBezTo>
                    <a:pt x="3257" y="25790"/>
                    <a:pt x="3260" y="26987"/>
                    <a:pt x="3285" y="28272"/>
                  </a:cubicBezTo>
                  <a:cubicBezTo>
                    <a:pt x="3313" y="29002"/>
                    <a:pt x="3341" y="29760"/>
                    <a:pt x="3397" y="30377"/>
                  </a:cubicBezTo>
                  <a:cubicBezTo>
                    <a:pt x="3425" y="30686"/>
                    <a:pt x="3453" y="30967"/>
                    <a:pt x="3482" y="31192"/>
                  </a:cubicBezTo>
                  <a:cubicBezTo>
                    <a:pt x="3510" y="31444"/>
                    <a:pt x="3566" y="31613"/>
                    <a:pt x="3622" y="31753"/>
                  </a:cubicBezTo>
                  <a:cubicBezTo>
                    <a:pt x="3706" y="31978"/>
                    <a:pt x="3875" y="32174"/>
                    <a:pt x="4099" y="32343"/>
                  </a:cubicBezTo>
                  <a:cubicBezTo>
                    <a:pt x="4408" y="32567"/>
                    <a:pt x="4829" y="32680"/>
                    <a:pt x="5391" y="32792"/>
                  </a:cubicBezTo>
                  <a:cubicBezTo>
                    <a:pt x="5980" y="32876"/>
                    <a:pt x="6710" y="32960"/>
                    <a:pt x="7637" y="33073"/>
                  </a:cubicBezTo>
                  <a:cubicBezTo>
                    <a:pt x="8423" y="33157"/>
                    <a:pt x="9574" y="33213"/>
                    <a:pt x="10865" y="33213"/>
                  </a:cubicBezTo>
                  <a:cubicBezTo>
                    <a:pt x="13729" y="33213"/>
                    <a:pt x="17294" y="33017"/>
                    <a:pt x="18838" y="32736"/>
                  </a:cubicBezTo>
                  <a:cubicBezTo>
                    <a:pt x="19933" y="32539"/>
                    <a:pt x="20972" y="32371"/>
                    <a:pt x="21786" y="32090"/>
                  </a:cubicBezTo>
                  <a:cubicBezTo>
                    <a:pt x="22207" y="31950"/>
                    <a:pt x="22544" y="31809"/>
                    <a:pt x="22853" y="31613"/>
                  </a:cubicBezTo>
                  <a:cubicBezTo>
                    <a:pt x="23134" y="31388"/>
                    <a:pt x="23358" y="31164"/>
                    <a:pt x="23471" y="30827"/>
                  </a:cubicBezTo>
                  <a:cubicBezTo>
                    <a:pt x="23583" y="30518"/>
                    <a:pt x="23611" y="30097"/>
                    <a:pt x="23611" y="29648"/>
                  </a:cubicBezTo>
                  <a:cubicBezTo>
                    <a:pt x="23611" y="28508"/>
                    <a:pt x="23386" y="27169"/>
                    <a:pt x="23361" y="27022"/>
                  </a:cubicBezTo>
                  <a:lnTo>
                    <a:pt x="23361" y="27022"/>
                  </a:lnTo>
                  <a:lnTo>
                    <a:pt x="24538" y="5166"/>
                  </a:lnTo>
                  <a:cubicBezTo>
                    <a:pt x="24538" y="5110"/>
                    <a:pt x="24538" y="5054"/>
                    <a:pt x="24510" y="5026"/>
                  </a:cubicBezTo>
                  <a:cubicBezTo>
                    <a:pt x="24481" y="4998"/>
                    <a:pt x="23274" y="3398"/>
                    <a:pt x="20888" y="2134"/>
                  </a:cubicBezTo>
                  <a:cubicBezTo>
                    <a:pt x="18502" y="899"/>
                    <a:pt x="16789" y="281"/>
                    <a:pt x="16789" y="253"/>
                  </a:cubicBezTo>
                  <a:lnTo>
                    <a:pt x="16761" y="253"/>
                  </a:lnTo>
                  <a:cubicBezTo>
                    <a:pt x="16761" y="253"/>
                    <a:pt x="15329" y="1"/>
                    <a:pt x="133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4239;p64">
              <a:extLst>
                <a:ext uri="{FF2B5EF4-FFF2-40B4-BE49-F238E27FC236}">
                  <a16:creationId xmlns:a16="http://schemas.microsoft.com/office/drawing/2014/main" id="{B4420956-DD32-B43B-6ABB-A9E7540311AD}"/>
                </a:ext>
              </a:extLst>
            </p:cNvPr>
            <p:cNvSpPr/>
            <p:nvPr/>
          </p:nvSpPr>
          <p:spPr>
            <a:xfrm>
              <a:off x="3490625" y="2898200"/>
              <a:ext cx="312375" cy="474625"/>
            </a:xfrm>
            <a:custGeom>
              <a:avLst/>
              <a:gdLst/>
              <a:ahLst/>
              <a:cxnLst/>
              <a:rect l="l" t="t" r="r" b="b"/>
              <a:pathLst>
                <a:path w="12495" h="18985" extrusionOk="0">
                  <a:moveTo>
                    <a:pt x="759" y="0"/>
                  </a:moveTo>
                  <a:lnTo>
                    <a:pt x="1" y="12072"/>
                  </a:lnTo>
                  <a:cubicBezTo>
                    <a:pt x="1" y="12072"/>
                    <a:pt x="8137" y="18984"/>
                    <a:pt x="10184" y="18984"/>
                  </a:cubicBezTo>
                  <a:cubicBezTo>
                    <a:pt x="10216" y="18984"/>
                    <a:pt x="10247" y="18982"/>
                    <a:pt x="10276" y="18979"/>
                  </a:cubicBezTo>
                  <a:cubicBezTo>
                    <a:pt x="12157" y="18754"/>
                    <a:pt x="12494" y="17294"/>
                    <a:pt x="12494" y="17294"/>
                  </a:cubicBezTo>
                  <a:lnTo>
                    <a:pt x="11596" y="12241"/>
                  </a:lnTo>
                  <a:lnTo>
                    <a:pt x="75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4240;p64">
              <a:extLst>
                <a:ext uri="{FF2B5EF4-FFF2-40B4-BE49-F238E27FC236}">
                  <a16:creationId xmlns:a16="http://schemas.microsoft.com/office/drawing/2014/main" id="{6C7082E2-BDBE-C24E-1580-24D7DF30D851}"/>
                </a:ext>
              </a:extLst>
            </p:cNvPr>
            <p:cNvSpPr/>
            <p:nvPr/>
          </p:nvSpPr>
          <p:spPr>
            <a:xfrm>
              <a:off x="3484325" y="2892300"/>
              <a:ext cx="325675" cy="486700"/>
            </a:xfrm>
            <a:custGeom>
              <a:avLst/>
              <a:gdLst/>
              <a:ahLst/>
              <a:cxnLst/>
              <a:rect l="l" t="t" r="r" b="b"/>
              <a:pathLst>
                <a:path w="13027" h="19468" extrusionOk="0">
                  <a:moveTo>
                    <a:pt x="999" y="1"/>
                  </a:moveTo>
                  <a:cubicBezTo>
                    <a:pt x="974" y="1"/>
                    <a:pt x="949" y="4"/>
                    <a:pt x="927" y="12"/>
                  </a:cubicBezTo>
                  <a:cubicBezTo>
                    <a:pt x="843" y="40"/>
                    <a:pt x="786" y="124"/>
                    <a:pt x="786" y="208"/>
                  </a:cubicBezTo>
                  <a:lnTo>
                    <a:pt x="28" y="12280"/>
                  </a:lnTo>
                  <a:cubicBezTo>
                    <a:pt x="0" y="12365"/>
                    <a:pt x="56" y="12421"/>
                    <a:pt x="113" y="12477"/>
                  </a:cubicBezTo>
                  <a:cubicBezTo>
                    <a:pt x="113" y="12477"/>
                    <a:pt x="2134" y="14218"/>
                    <a:pt x="4436" y="15958"/>
                  </a:cubicBezTo>
                  <a:cubicBezTo>
                    <a:pt x="5587" y="16829"/>
                    <a:pt x="6794" y="17699"/>
                    <a:pt x="7861" y="18345"/>
                  </a:cubicBezTo>
                  <a:cubicBezTo>
                    <a:pt x="8395" y="18681"/>
                    <a:pt x="8872" y="18934"/>
                    <a:pt x="9321" y="19131"/>
                  </a:cubicBezTo>
                  <a:cubicBezTo>
                    <a:pt x="9742" y="19327"/>
                    <a:pt x="10107" y="19468"/>
                    <a:pt x="10444" y="19468"/>
                  </a:cubicBezTo>
                  <a:lnTo>
                    <a:pt x="10556" y="19439"/>
                  </a:lnTo>
                  <a:cubicBezTo>
                    <a:pt x="11567" y="19327"/>
                    <a:pt x="12185" y="18878"/>
                    <a:pt x="12522" y="18429"/>
                  </a:cubicBezTo>
                  <a:cubicBezTo>
                    <a:pt x="12887" y="18008"/>
                    <a:pt x="12971" y="17615"/>
                    <a:pt x="12999" y="17587"/>
                  </a:cubicBezTo>
                  <a:cubicBezTo>
                    <a:pt x="13027" y="17474"/>
                    <a:pt x="12943" y="17334"/>
                    <a:pt x="12802" y="17306"/>
                  </a:cubicBezTo>
                  <a:cubicBezTo>
                    <a:pt x="12788" y="17302"/>
                    <a:pt x="12772" y="17300"/>
                    <a:pt x="12757" y="17300"/>
                  </a:cubicBezTo>
                  <a:cubicBezTo>
                    <a:pt x="12655" y="17300"/>
                    <a:pt x="12546" y="17377"/>
                    <a:pt x="12522" y="17474"/>
                  </a:cubicBezTo>
                  <a:cubicBezTo>
                    <a:pt x="12522" y="17502"/>
                    <a:pt x="12437" y="17839"/>
                    <a:pt x="12157" y="18176"/>
                  </a:cubicBezTo>
                  <a:cubicBezTo>
                    <a:pt x="11848" y="18513"/>
                    <a:pt x="11371" y="18878"/>
                    <a:pt x="10500" y="18990"/>
                  </a:cubicBezTo>
                  <a:lnTo>
                    <a:pt x="10444" y="18990"/>
                  </a:lnTo>
                  <a:cubicBezTo>
                    <a:pt x="10248" y="18990"/>
                    <a:pt x="9911" y="18906"/>
                    <a:pt x="9518" y="18710"/>
                  </a:cubicBezTo>
                  <a:cubicBezTo>
                    <a:pt x="8086" y="18064"/>
                    <a:pt x="5784" y="16407"/>
                    <a:pt x="3875" y="14919"/>
                  </a:cubicBezTo>
                  <a:cubicBezTo>
                    <a:pt x="2920" y="14189"/>
                    <a:pt x="2050" y="13488"/>
                    <a:pt x="1432" y="12954"/>
                  </a:cubicBezTo>
                  <a:cubicBezTo>
                    <a:pt x="1095" y="12702"/>
                    <a:pt x="843" y="12505"/>
                    <a:pt x="674" y="12337"/>
                  </a:cubicBezTo>
                  <a:cubicBezTo>
                    <a:pt x="598" y="12273"/>
                    <a:pt x="534" y="12221"/>
                    <a:pt x="486" y="12183"/>
                  </a:cubicBezTo>
                  <a:lnTo>
                    <a:pt x="486" y="12183"/>
                  </a:lnTo>
                  <a:lnTo>
                    <a:pt x="1208" y="798"/>
                  </a:lnTo>
                  <a:lnTo>
                    <a:pt x="11679" y="12645"/>
                  </a:lnTo>
                  <a:cubicBezTo>
                    <a:pt x="11722" y="12687"/>
                    <a:pt x="11778" y="12709"/>
                    <a:pt x="11837" y="12709"/>
                  </a:cubicBezTo>
                  <a:cubicBezTo>
                    <a:pt x="11897" y="12709"/>
                    <a:pt x="11960" y="12687"/>
                    <a:pt x="12016" y="12645"/>
                  </a:cubicBezTo>
                  <a:cubicBezTo>
                    <a:pt x="12101" y="12561"/>
                    <a:pt x="12101" y="12421"/>
                    <a:pt x="12016" y="12337"/>
                  </a:cubicBezTo>
                  <a:lnTo>
                    <a:pt x="1179" y="68"/>
                  </a:lnTo>
                  <a:cubicBezTo>
                    <a:pt x="1138" y="27"/>
                    <a:pt x="1067" y="1"/>
                    <a:pt x="9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61" name="TextBox 2660">
            <a:extLst>
              <a:ext uri="{FF2B5EF4-FFF2-40B4-BE49-F238E27FC236}">
                <a16:creationId xmlns:a16="http://schemas.microsoft.com/office/drawing/2014/main" id="{22B4D6BF-465F-60EE-F90C-0CC5D5C70C10}"/>
              </a:ext>
            </a:extLst>
          </p:cNvPr>
          <p:cNvSpPr txBox="1"/>
          <p:nvPr/>
        </p:nvSpPr>
        <p:spPr>
          <a:xfrm>
            <a:off x="2285925" y="1638539"/>
            <a:ext cx="4572000" cy="738664"/>
          </a:xfrm>
          <a:prstGeom prst="rect">
            <a:avLst/>
          </a:prstGeom>
          <a:noFill/>
        </p:spPr>
        <p:txBody>
          <a:bodyPr wrap="square">
            <a:spAutoFit/>
          </a:bodyPr>
          <a:lstStyle/>
          <a:p>
            <a:r>
              <a:rPr lang="vi-VN" b="1" dirty="0"/>
              <a:t>Phạm vi:</a:t>
            </a:r>
            <a:r>
              <a:rPr lang="vi-VN" dirty="0"/>
              <a:t> Đánh giá thực nghiệm giả lập môi trường Non-IID trên các bộ Dataset ảnh y tế công khai hoặc ảnh giao thông đô thị như GTA5, Cityscapes.</a:t>
            </a:r>
            <a:endParaRPr lang="en-US" dirty="0"/>
          </a:p>
        </p:txBody>
      </p:sp>
      <p:sp>
        <p:nvSpPr>
          <p:cNvPr id="2662" name="TextBox 2661">
            <a:extLst>
              <a:ext uri="{FF2B5EF4-FFF2-40B4-BE49-F238E27FC236}">
                <a16:creationId xmlns:a16="http://schemas.microsoft.com/office/drawing/2014/main" id="{7775544D-6DB1-FD92-83A2-1D0D4EFA2855}"/>
              </a:ext>
            </a:extLst>
          </p:cNvPr>
          <p:cNvSpPr txBox="1"/>
          <p:nvPr/>
        </p:nvSpPr>
        <p:spPr>
          <a:xfrm>
            <a:off x="2285925" y="2437778"/>
            <a:ext cx="4572000" cy="1600438"/>
          </a:xfrm>
          <a:prstGeom prst="rect">
            <a:avLst/>
          </a:prstGeom>
          <a:noFill/>
        </p:spPr>
        <p:txBody>
          <a:bodyPr wrap="square">
            <a:spAutoFit/>
          </a:bodyPr>
          <a:lstStyle/>
          <a:p>
            <a:r>
              <a:rPr lang="vi-VN" b="1" dirty="0"/>
              <a:t>Phương pháp triển khai:</a:t>
            </a:r>
            <a:endParaRPr lang="en-US" b="1" dirty="0"/>
          </a:p>
          <a:p>
            <a:pPr marL="285750" lvl="1" indent="-285750">
              <a:buFont typeface="Arial" panose="020B0604020202020204" pitchFamily="34" charset="0"/>
              <a:buChar char="•"/>
            </a:pPr>
            <a:r>
              <a:rPr lang="en-US" dirty="0" err="1"/>
              <a:t>Tận</a:t>
            </a:r>
            <a:r>
              <a:rPr lang="en-US" dirty="0"/>
              <a:t> </a:t>
            </a:r>
            <a:r>
              <a:rPr lang="en-US" dirty="0" err="1"/>
              <a:t>dụng</a:t>
            </a:r>
            <a:r>
              <a:rPr lang="en-US" dirty="0"/>
              <a:t> </a:t>
            </a:r>
            <a:r>
              <a:rPr lang="en-US" dirty="0" err="1"/>
              <a:t>mã</a:t>
            </a:r>
            <a:r>
              <a:rPr lang="en-US" dirty="0"/>
              <a:t> </a:t>
            </a:r>
            <a:r>
              <a:rPr lang="en-US" dirty="0" err="1"/>
              <a:t>nguồn</a:t>
            </a:r>
            <a:r>
              <a:rPr lang="en-US" dirty="0"/>
              <a:t> </a:t>
            </a:r>
            <a:r>
              <a:rPr lang="en-US" dirty="0" err="1"/>
              <a:t>PyTorch</a:t>
            </a:r>
            <a:r>
              <a:rPr lang="en-US" dirty="0"/>
              <a:t> </a:t>
            </a:r>
            <a:r>
              <a:rPr lang="en-US" dirty="0" err="1"/>
              <a:t>có</a:t>
            </a:r>
            <a:r>
              <a:rPr lang="en-US" dirty="0"/>
              <a:t> </a:t>
            </a:r>
            <a:r>
              <a:rPr lang="en-US" dirty="0" err="1"/>
              <a:t>sẵn</a:t>
            </a:r>
            <a:r>
              <a:rPr lang="en-US" dirty="0"/>
              <a:t> </a:t>
            </a:r>
            <a:r>
              <a:rPr lang="en-US" dirty="0" err="1"/>
              <a:t>từ</a:t>
            </a:r>
            <a:r>
              <a:rPr lang="en-US" dirty="0"/>
              <a:t> </a:t>
            </a:r>
            <a:r>
              <a:rPr lang="en-US" dirty="0" err="1"/>
              <a:t>nghiên</a:t>
            </a:r>
            <a:r>
              <a:rPr lang="en-US" dirty="0"/>
              <a:t> </a:t>
            </a:r>
            <a:r>
              <a:rPr lang="en-US" dirty="0" err="1"/>
              <a:t>cứu</a:t>
            </a:r>
            <a:r>
              <a:rPr lang="en-US" dirty="0"/>
              <a:t> </a:t>
            </a:r>
            <a:r>
              <a:rPr lang="en-US" dirty="0" err="1"/>
              <a:t>của</a:t>
            </a:r>
            <a:r>
              <a:rPr lang="en-US" dirty="0"/>
              <a:t> </a:t>
            </a:r>
            <a:r>
              <a:rPr lang="en-US" dirty="0" err="1"/>
              <a:t>tác</a:t>
            </a:r>
            <a:r>
              <a:rPr lang="en-US" dirty="0"/>
              <a:t> </a:t>
            </a:r>
            <a:r>
              <a:rPr lang="en-US" dirty="0" err="1"/>
              <a:t>giả</a:t>
            </a:r>
            <a:r>
              <a:rPr lang="en-US" dirty="0"/>
              <a:t> </a:t>
            </a:r>
            <a:r>
              <a:rPr lang="en-US" dirty="0" err="1"/>
              <a:t>Vibashan</a:t>
            </a:r>
            <a:r>
              <a:rPr lang="en-US" dirty="0"/>
              <a:t> </a:t>
            </a:r>
            <a:r>
              <a:rPr lang="en-US" dirty="0" err="1"/>
              <a:t>để</a:t>
            </a:r>
            <a:r>
              <a:rPr lang="en-US" dirty="0"/>
              <a:t> </a:t>
            </a:r>
            <a:r>
              <a:rPr lang="en-US" dirty="0" err="1"/>
              <a:t>chạy</a:t>
            </a:r>
            <a:r>
              <a:rPr lang="en-US" dirty="0"/>
              <a:t> </a:t>
            </a:r>
            <a:r>
              <a:rPr lang="en-US" dirty="0" err="1"/>
              <a:t>thử</a:t>
            </a:r>
            <a:r>
              <a:rPr lang="en-US" dirty="0"/>
              <a:t> </a:t>
            </a:r>
            <a:r>
              <a:rPr lang="en-US" dirty="0" err="1"/>
              <a:t>nghiệm</a:t>
            </a:r>
            <a:r>
              <a:rPr lang="en-US" dirty="0"/>
              <a:t> TT-SFUDA.</a:t>
            </a:r>
          </a:p>
          <a:p>
            <a:pPr marL="285750" lvl="1" indent="-285750">
              <a:buFont typeface="Arial" panose="020B0604020202020204" pitchFamily="34" charset="0"/>
              <a:buChar char="•"/>
            </a:pPr>
            <a:r>
              <a:rPr lang="en-US" dirty="0" err="1"/>
              <a:t>Sử</a:t>
            </a:r>
            <a:r>
              <a:rPr lang="en-US" dirty="0"/>
              <a:t> </a:t>
            </a:r>
            <a:r>
              <a:rPr lang="en-US" dirty="0" err="1"/>
              <a:t>dụng</a:t>
            </a:r>
            <a:r>
              <a:rPr lang="en-US" dirty="0"/>
              <a:t> Framework Flower (</a:t>
            </a:r>
            <a:r>
              <a:rPr lang="en-US" dirty="0" err="1"/>
              <a:t>flwr</a:t>
            </a:r>
            <a:r>
              <a:rPr lang="en-US" dirty="0"/>
              <a:t>) </a:t>
            </a:r>
            <a:r>
              <a:rPr lang="en-US" dirty="0" err="1"/>
              <a:t>hoặc</a:t>
            </a:r>
            <a:r>
              <a:rPr lang="en-US" dirty="0"/>
              <a:t> </a:t>
            </a:r>
            <a:r>
              <a:rPr lang="en-US" dirty="0" err="1"/>
              <a:t>tự</a:t>
            </a:r>
            <a:r>
              <a:rPr lang="en-US" dirty="0"/>
              <a:t> </a:t>
            </a:r>
            <a:r>
              <a:rPr lang="en-US" dirty="0" err="1"/>
              <a:t>lập</a:t>
            </a:r>
            <a:r>
              <a:rPr lang="en-US" dirty="0"/>
              <a:t> </a:t>
            </a:r>
            <a:r>
              <a:rPr lang="en-US" dirty="0" err="1"/>
              <a:t>trình</a:t>
            </a:r>
            <a:r>
              <a:rPr lang="en-US" dirty="0"/>
              <a:t> </a:t>
            </a:r>
            <a:r>
              <a:rPr lang="en-US" dirty="0" err="1"/>
              <a:t>luồng</a:t>
            </a:r>
            <a:r>
              <a:rPr lang="en-US" dirty="0"/>
              <a:t> </a:t>
            </a:r>
            <a:r>
              <a:rPr lang="en-US" dirty="0" err="1"/>
              <a:t>gộp</a:t>
            </a:r>
            <a:r>
              <a:rPr lang="en-US" dirty="0"/>
              <a:t> </a:t>
            </a:r>
            <a:r>
              <a:rPr lang="en-US" dirty="0" err="1"/>
              <a:t>trọng</a:t>
            </a:r>
            <a:r>
              <a:rPr lang="en-US" dirty="0"/>
              <a:t> </a:t>
            </a:r>
            <a:r>
              <a:rPr lang="en-US" dirty="0" err="1"/>
              <a:t>số</a:t>
            </a:r>
            <a:r>
              <a:rPr lang="en-US" dirty="0"/>
              <a:t> </a:t>
            </a:r>
            <a:r>
              <a:rPr lang="en-US" dirty="0" err="1"/>
              <a:t>trong</a:t>
            </a:r>
            <a:r>
              <a:rPr lang="en-US" dirty="0"/>
              <a:t> </a:t>
            </a:r>
            <a:r>
              <a:rPr lang="en-US" dirty="0" err="1"/>
              <a:t>PyTorch</a:t>
            </a:r>
            <a:r>
              <a:rPr lang="en-US" dirty="0"/>
              <a:t> </a:t>
            </a:r>
            <a:r>
              <a:rPr lang="en-US" dirty="0" err="1"/>
              <a:t>để</a:t>
            </a:r>
            <a:r>
              <a:rPr lang="en-US" dirty="0"/>
              <a:t> </a:t>
            </a:r>
            <a:r>
              <a:rPr lang="en-US" dirty="0" err="1"/>
              <a:t>thiết</a:t>
            </a:r>
            <a:r>
              <a:rPr lang="en-US" dirty="0"/>
              <a:t> </a:t>
            </a:r>
            <a:r>
              <a:rPr lang="en-US" dirty="0" err="1"/>
              <a:t>lập</a:t>
            </a:r>
            <a:r>
              <a:rPr lang="en-US" dirty="0"/>
              <a:t> </a:t>
            </a:r>
            <a:r>
              <a:rPr lang="en-US" dirty="0" err="1"/>
              <a:t>mô</a:t>
            </a:r>
            <a:r>
              <a:rPr lang="en-US" dirty="0"/>
              <a:t> </a:t>
            </a:r>
            <a:r>
              <a:rPr lang="en-US" dirty="0" err="1"/>
              <a:t>phỏng</a:t>
            </a:r>
            <a:r>
              <a:rPr lang="en-US" dirty="0"/>
              <a:t> </a:t>
            </a:r>
            <a:r>
              <a:rPr lang="en-US" dirty="0" err="1"/>
              <a:t>hệ</a:t>
            </a:r>
            <a:r>
              <a:rPr lang="en-US" dirty="0"/>
              <a:t> </a:t>
            </a:r>
            <a:r>
              <a:rPr lang="en-US" dirty="0" err="1"/>
              <a:t>thống</a:t>
            </a:r>
            <a:r>
              <a:rPr lang="en-US" dirty="0"/>
              <a:t> FL.</a:t>
            </a:r>
            <a:endParaRPr lang="en-US" b="1" dirty="0"/>
          </a:p>
        </p:txBody>
      </p:sp>
    </p:spTree>
    <p:extLst>
      <p:ext uri="{BB962C8B-B14F-4D97-AF65-F5344CB8AC3E}">
        <p14:creationId xmlns:p14="http://schemas.microsoft.com/office/powerpoint/2010/main" val="7287304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35"/>
        <p:cNvGrpSpPr/>
        <p:nvPr/>
      </p:nvGrpSpPr>
      <p:grpSpPr>
        <a:xfrm>
          <a:off x="0" y="0"/>
          <a:ext cx="0" cy="0"/>
          <a:chOff x="0" y="0"/>
          <a:chExt cx="0" cy="0"/>
        </a:xfrm>
      </p:grpSpPr>
      <p:sp>
        <p:nvSpPr>
          <p:cNvPr id="2336" name="Google Shape;2336;p45"/>
          <p:cNvSpPr txBox="1">
            <a:spLocks noGrp="1"/>
          </p:cNvSpPr>
          <p:nvPr>
            <p:ph type="title"/>
          </p:nvPr>
        </p:nvSpPr>
        <p:spPr>
          <a:xfrm>
            <a:off x="2624328" y="1620753"/>
            <a:ext cx="3904500" cy="1902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Thanks for watching</a:t>
            </a:r>
            <a:endParaRPr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Technology Consulting by Slidesgo">
  <a:themeElements>
    <a:clrScheme name="Simple Light">
      <a:dk1>
        <a:srgbClr val="3D3D3D"/>
      </a:dk1>
      <a:lt1>
        <a:srgbClr val="FFFFFF"/>
      </a:lt1>
      <a:dk2>
        <a:srgbClr val="494949"/>
      </a:dk2>
      <a:lt2>
        <a:srgbClr val="EEEEEE"/>
      </a:lt2>
      <a:accent1>
        <a:srgbClr val="77C6FC"/>
      </a:accent1>
      <a:accent2>
        <a:srgbClr val="BBE3FE"/>
      </a:accent2>
      <a:accent3>
        <a:srgbClr val="D6EEFE"/>
      </a:accent3>
      <a:accent4>
        <a:srgbClr val="BEBEBE"/>
      </a:accent4>
      <a:accent5>
        <a:srgbClr val="477797"/>
      </a:accent5>
      <a:accent6>
        <a:srgbClr val="9E9E9E"/>
      </a:accent6>
      <a:hlink>
        <a:srgbClr val="77C6F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669</TotalTime>
  <Words>2494</Words>
  <Application>Microsoft Office PowerPoint</Application>
  <PresentationFormat>On-screen Show (16:9)</PresentationFormat>
  <Paragraphs>110</Paragraphs>
  <Slides>18</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Fjalla One</vt:lpstr>
      <vt:lpstr>Abadi</vt:lpstr>
      <vt:lpstr>Arial</vt:lpstr>
      <vt:lpstr>Barlow Semi Condensed</vt:lpstr>
      <vt:lpstr>Barlow Semi Condensed Medium</vt:lpstr>
      <vt:lpstr>Technology Consulting by Slidesgo</vt:lpstr>
      <vt:lpstr>A Privacy-Preserving Multi-Domain Image Segmentation Framework using Federated Learning and TT-SFUDA</vt:lpstr>
      <vt:lpstr>Table of Contents</vt:lpstr>
      <vt:lpstr>01 Problem &amp; Solution</vt:lpstr>
      <vt:lpstr>02 Background Theory </vt:lpstr>
      <vt:lpstr>TT-SFUDA</vt:lpstr>
      <vt:lpstr>TT-SFUDA</vt:lpstr>
      <vt:lpstr>TT-SFUDA</vt:lpstr>
      <vt:lpstr>TT-SFUDA</vt:lpstr>
      <vt:lpstr>TT-SFUDA</vt:lpstr>
      <vt:lpstr>TT-SFUDA</vt:lpstr>
      <vt:lpstr>TT-SFUDA</vt:lpstr>
      <vt:lpstr>TT-SFUDA</vt:lpstr>
      <vt:lpstr>TT-SFUDA</vt:lpstr>
      <vt:lpstr>Federated Learning</vt:lpstr>
      <vt:lpstr>03 Proposed Idea - Fed-TTSFUDA</vt:lpstr>
      <vt:lpstr>PowerPoint Presentation</vt:lpstr>
      <vt:lpstr>04 Objectives, Scope &amp; Methodology</vt:lpstr>
      <vt:lpstr>Thanks for watching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Huynh, Phi Long</cp:lastModifiedBy>
  <cp:revision>8</cp:revision>
  <dcterms:modified xsi:type="dcterms:W3CDTF">2026-04-02T03:05:58Z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5394ae5-69af-439d-af88-cb521c31c0c5_Enabled">
    <vt:lpwstr>true</vt:lpwstr>
  </property>
  <property fmtid="{D5CDD505-2E9C-101B-9397-08002B2CF9AE}" pid="3" name="MSIP_Label_15394ae5-69af-439d-af88-cb521c31c0c5_SetDate">
    <vt:lpwstr>2026-04-01T15:00:05Z</vt:lpwstr>
  </property>
  <property fmtid="{D5CDD505-2E9C-101B-9397-08002B2CF9AE}" pid="4" name="MSIP_Label_15394ae5-69af-439d-af88-cb521c31c0c5_Method">
    <vt:lpwstr>Standard</vt:lpwstr>
  </property>
  <property fmtid="{D5CDD505-2E9C-101B-9397-08002B2CF9AE}" pid="5" name="MSIP_Label_15394ae5-69af-439d-af88-cb521c31c0c5_Name">
    <vt:lpwstr>DXC Internal</vt:lpwstr>
  </property>
  <property fmtid="{D5CDD505-2E9C-101B-9397-08002B2CF9AE}" pid="6" name="MSIP_Label_15394ae5-69af-439d-af88-cb521c31c0c5_SiteId">
    <vt:lpwstr>93f33571-550f-43cf-b09f-cd331338d086</vt:lpwstr>
  </property>
  <property fmtid="{D5CDD505-2E9C-101B-9397-08002B2CF9AE}" pid="7" name="MSIP_Label_15394ae5-69af-439d-af88-cb521c31c0c5_ActionId">
    <vt:lpwstr>d8e1ceff-ef3e-4e2d-8dd1-d88f7c2211ba</vt:lpwstr>
  </property>
  <property fmtid="{D5CDD505-2E9C-101B-9397-08002B2CF9AE}" pid="8" name="MSIP_Label_15394ae5-69af-439d-af88-cb521c31c0c5_ContentBits">
    <vt:lpwstr>0</vt:lpwstr>
  </property>
  <property fmtid="{D5CDD505-2E9C-101B-9397-08002B2CF9AE}" pid="9" name="MSIP_Label_15394ae5-69af-439d-af88-cb521c31c0c5_Tag">
    <vt:lpwstr>10, 3, 0, 1</vt:lpwstr>
  </property>
</Properties>
</file>